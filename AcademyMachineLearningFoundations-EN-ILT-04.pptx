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tiff" ContentType="image/tiff"/>
  <Default Extension="xlsx" ContentType="application/vnd.openxmlformats-officedocument.spreadsheetml.sheet"/>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heme/theme2.xml" ContentType="application/vnd.openxmlformats-officedocument.theme+xml"/>
  <Override PartName="/ppt/tags/tag57.xml" ContentType="application/vnd.openxmlformats-officedocument.presentationml.tags+xml"/>
  <Override PartName="/ppt/notesSlides/notesSlide1.xml" ContentType="application/vnd.openxmlformats-officedocument.presentationml.notesSlide+xml"/>
  <Override PartName="/ppt/tags/tag58.xml" ContentType="application/vnd.openxmlformats-officedocument.presentationml.tags+xml"/>
  <Override PartName="/ppt/notesSlides/notesSlide2.xml" ContentType="application/vnd.openxmlformats-officedocument.presentationml.notesSlide+xml"/>
  <Override PartName="/ppt/tags/tag59.xml" ContentType="application/vnd.openxmlformats-officedocument.presentationml.tags+xml"/>
  <Override PartName="/ppt/notesSlides/notesSlide3.xml" ContentType="application/vnd.openxmlformats-officedocument.presentationml.notesSlide+xml"/>
  <Override PartName="/ppt/tags/tag60.xml" ContentType="application/vnd.openxmlformats-officedocument.presentationml.tags+xml"/>
  <Override PartName="/ppt/notesSlides/notesSlide4.xml" ContentType="application/vnd.openxmlformats-officedocument.presentationml.notesSlide+xml"/>
  <Override PartName="/ppt/tags/tag61.xml" ContentType="application/vnd.openxmlformats-officedocument.presentationml.tags+xml"/>
  <Override PartName="/ppt/notesSlides/notesSlide5.xml" ContentType="application/vnd.openxmlformats-officedocument.presentationml.notesSlide+xml"/>
  <Override PartName="/ppt/tags/tag62.xml" ContentType="application/vnd.openxmlformats-officedocument.presentationml.tags+xml"/>
  <Override PartName="/ppt/notesSlides/notesSlide6.xml" ContentType="application/vnd.openxmlformats-officedocument.presentationml.notesSlide+xml"/>
  <Override PartName="/ppt/tags/tag63.xml" ContentType="application/vnd.openxmlformats-officedocument.presentationml.tags+xml"/>
  <Override PartName="/ppt/notesSlides/notesSlide7.xml" ContentType="application/vnd.openxmlformats-officedocument.presentationml.notesSlide+xml"/>
  <Override PartName="/ppt/tags/tag64.xml" ContentType="application/vnd.openxmlformats-officedocument.presentationml.tags+xml"/>
  <Override PartName="/ppt/notesSlides/notesSlide8.xml" ContentType="application/vnd.openxmlformats-officedocument.presentationml.notesSlide+xml"/>
  <Override PartName="/ppt/tags/tag65.xml" ContentType="application/vnd.openxmlformats-officedocument.presentationml.tags+xml"/>
  <Override PartName="/ppt/notesSlides/notesSlide9.xml" ContentType="application/vnd.openxmlformats-officedocument.presentationml.notesSlide+xml"/>
  <Override PartName="/ppt/tags/tag66.xml" ContentType="application/vnd.openxmlformats-officedocument.presentationml.tags+xml"/>
  <Override PartName="/ppt/notesSlides/notesSlide10.xml" ContentType="application/vnd.openxmlformats-officedocument.presentationml.notesSlide+xml"/>
  <Override PartName="/ppt/tags/tag67.xml" ContentType="application/vnd.openxmlformats-officedocument.presentationml.tags+xml"/>
  <Override PartName="/ppt/notesSlides/notesSlide11.xml" ContentType="application/vnd.openxmlformats-officedocument.presentationml.notesSlide+xml"/>
  <Override PartName="/ppt/tags/tag68.xml" ContentType="application/vnd.openxmlformats-officedocument.presentationml.tags+xml"/>
  <Override PartName="/ppt/notesSlides/notesSlide12.xml" ContentType="application/vnd.openxmlformats-officedocument.presentationml.notesSlide+xml"/>
  <Override PartName="/ppt/tags/tag69.xml" ContentType="application/vnd.openxmlformats-officedocument.presentationml.tags+xml"/>
  <Override PartName="/ppt/notesSlides/notesSlide13.xml" ContentType="application/vnd.openxmlformats-officedocument.presentationml.notesSlide+xml"/>
  <Override PartName="/ppt/tags/tag70.xml" ContentType="application/vnd.openxmlformats-officedocument.presentationml.tags+xml"/>
  <Override PartName="/ppt/notesSlides/notesSlide14.xml" ContentType="application/vnd.openxmlformats-officedocument.presentationml.notesSlide+xml"/>
  <Override PartName="/ppt/tags/tag71.xml" ContentType="application/vnd.openxmlformats-officedocument.presentationml.tags+xml"/>
  <Override PartName="/ppt/notesSlides/notesSlide15.xml" ContentType="application/vnd.openxmlformats-officedocument.presentationml.notesSlide+xml"/>
  <Override PartName="/ppt/tags/tag72.xml" ContentType="application/vnd.openxmlformats-officedocument.presentationml.tags+xml"/>
  <Override PartName="/ppt/notesSlides/notesSlide16.xml" ContentType="application/vnd.openxmlformats-officedocument.presentationml.notesSlide+xml"/>
  <Override PartName="/ppt/tags/tag73.xml" ContentType="application/vnd.openxmlformats-officedocument.presentationml.tags+xml"/>
  <Override PartName="/ppt/notesSlides/notesSlide17.xml" ContentType="application/vnd.openxmlformats-officedocument.presentationml.notesSlide+xml"/>
  <Override PartName="/ppt/tags/tag74.xml" ContentType="application/vnd.openxmlformats-officedocument.presentationml.tags+xml"/>
  <Override PartName="/ppt/notesSlides/notesSlide18.xml" ContentType="application/vnd.openxmlformats-officedocument.presentationml.notesSlide+xml"/>
  <Override PartName="/ppt/tags/tag75.xml" ContentType="application/vnd.openxmlformats-officedocument.presentationml.tags+xml"/>
  <Override PartName="/ppt/notesSlides/notesSlide19.xml" ContentType="application/vnd.openxmlformats-officedocument.presentationml.notesSlide+xml"/>
  <Override PartName="/ppt/tags/tag76.xml" ContentType="application/vnd.openxmlformats-officedocument.presentationml.tags+xml"/>
  <Override PartName="/ppt/notesSlides/notesSlide20.xml" ContentType="application/vnd.openxmlformats-officedocument.presentationml.notesSlide+xml"/>
  <Override PartName="/ppt/tags/tag77.xml" ContentType="application/vnd.openxmlformats-officedocument.presentationml.tags+xml"/>
  <Override PartName="/ppt/notesSlides/notesSlide21.xml" ContentType="application/vnd.openxmlformats-officedocument.presentationml.notesSlide+xml"/>
  <Override PartName="/ppt/tags/tag78.xml" ContentType="application/vnd.openxmlformats-officedocument.presentationml.tags+xml"/>
  <Override PartName="/ppt/notesSlides/notesSlide22.xml" ContentType="application/vnd.openxmlformats-officedocument.presentationml.notesSlide+xml"/>
  <Override PartName="/ppt/tags/tag79.xml" ContentType="application/vnd.openxmlformats-officedocument.presentationml.tags+xml"/>
  <Override PartName="/ppt/notesSlides/notesSlide23.xml" ContentType="application/vnd.openxmlformats-officedocument.presentationml.notesSlide+xml"/>
  <Override PartName="/ppt/tags/tag80.xml" ContentType="application/vnd.openxmlformats-officedocument.presentationml.tags+xml"/>
  <Override PartName="/ppt/notesSlides/notesSlide24.xml" ContentType="application/vnd.openxmlformats-officedocument.presentationml.notesSlide+xml"/>
  <Override PartName="/ppt/tags/tag81.xml" ContentType="application/vnd.openxmlformats-officedocument.presentationml.tags+xml"/>
  <Override PartName="/ppt/notesSlides/notesSlide25.xml" ContentType="application/vnd.openxmlformats-officedocument.presentationml.notesSlide+xml"/>
  <Override PartName="/ppt/tags/tag82.xml" ContentType="application/vnd.openxmlformats-officedocument.presentationml.tags+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tags/tag83.xml" ContentType="application/vnd.openxmlformats-officedocument.presentationml.tags+xml"/>
  <Override PartName="/ppt/notesSlides/notesSlide28.xml" ContentType="application/vnd.openxmlformats-officedocument.presentationml.notesSlide+xml"/>
  <Override PartName="/ppt/tags/tag84.xml" ContentType="application/vnd.openxmlformats-officedocument.presentationml.tags+xml"/>
  <Override PartName="/ppt/notesSlides/notesSlide29.xml" ContentType="application/vnd.openxmlformats-officedocument.presentationml.notesSlide+xml"/>
  <Override PartName="/ppt/tags/tag85.xml" ContentType="application/vnd.openxmlformats-officedocument.presentationml.tags+xml"/>
  <Override PartName="/ppt/notesSlides/notesSlide30.xml" ContentType="application/vnd.openxmlformats-officedocument.presentationml.notesSlide+xml"/>
  <Override PartName="/ppt/tags/tag86.xml" ContentType="application/vnd.openxmlformats-officedocument.presentationml.tags+xml"/>
  <Override PartName="/ppt/notesSlides/notesSlide31.xml" ContentType="application/vnd.openxmlformats-officedocument.presentationml.notesSlide+xml"/>
  <Override PartName="/ppt/tags/tag87.xml" ContentType="application/vnd.openxmlformats-officedocument.presentationml.tags+xml"/>
  <Override PartName="/ppt/notesSlides/notesSlide32.xml" ContentType="application/vnd.openxmlformats-officedocument.presentationml.notesSlide+xml"/>
  <Override PartName="/ppt/tags/tag88.xml" ContentType="application/vnd.openxmlformats-officedocument.presentationml.tags+xml"/>
  <Override PartName="/ppt/notesSlides/notesSlide33.xml" ContentType="application/vnd.openxmlformats-officedocument.presentationml.notesSlide+xml"/>
  <Override PartName="/ppt/tags/tag89.xml" ContentType="application/vnd.openxmlformats-officedocument.presentationml.tags+xml"/>
  <Override PartName="/ppt/notesSlides/notesSlide34.xml" ContentType="application/vnd.openxmlformats-officedocument.presentationml.notesSlide+xml"/>
  <Override PartName="/ppt/tags/tag90.xml" ContentType="application/vnd.openxmlformats-officedocument.presentationml.tags+xml"/>
  <Override PartName="/ppt/notesSlides/notesSlide35.xml" ContentType="application/vnd.openxmlformats-officedocument.presentationml.notesSlide+xml"/>
  <Override PartName="/ppt/tags/tag91.xml" ContentType="application/vnd.openxmlformats-officedocument.presentationml.tags+xml"/>
  <Override PartName="/ppt/notesSlides/notesSlide36.xml" ContentType="application/vnd.openxmlformats-officedocument.presentationml.notesSlide+xml"/>
  <Override PartName="/ppt/tags/tag92.xml" ContentType="application/vnd.openxmlformats-officedocument.presentationml.tags+xml"/>
  <Override PartName="/ppt/notesSlides/notesSlide37.xml" ContentType="application/vnd.openxmlformats-officedocument.presentationml.notesSlide+xml"/>
  <Override PartName="/ppt/tags/tag93.xml" ContentType="application/vnd.openxmlformats-officedocument.presentationml.tags+xml"/>
  <Override PartName="/ppt/notesSlides/notesSlide38.xml" ContentType="application/vnd.openxmlformats-officedocument.presentationml.notesSlide+xml"/>
  <Override PartName="/ppt/tags/tag94.xml" ContentType="application/vnd.openxmlformats-officedocument.presentationml.tags+xml"/>
  <Override PartName="/ppt/notesSlides/notesSlide39.xml" ContentType="application/vnd.openxmlformats-officedocument.presentationml.notesSlide+xml"/>
  <Override PartName="/ppt/tags/tag95.xml" ContentType="application/vnd.openxmlformats-officedocument.presentationml.tags+xml"/>
  <Override PartName="/ppt/notesSlides/notesSlide40.xml" ContentType="application/vnd.openxmlformats-officedocument.presentationml.notesSlide+xml"/>
  <Override PartName="/ppt/tags/tag96.xml" ContentType="application/vnd.openxmlformats-officedocument.presentationml.tags+xml"/>
  <Override PartName="/ppt/notesSlides/notesSlide41.xml" ContentType="application/vnd.openxmlformats-officedocument.presentationml.notesSlide+xml"/>
  <Override PartName="/ppt/tags/tag97.xml" ContentType="application/vnd.openxmlformats-officedocument.presentationml.tags+xml"/>
  <Override PartName="/ppt/notesSlides/notesSlide42.xml" ContentType="application/vnd.openxmlformats-officedocument.presentationml.notesSlide+xml"/>
  <Override PartName="/ppt/tags/tag98.xml" ContentType="application/vnd.openxmlformats-officedocument.presentationml.tags+xml"/>
  <Override PartName="/ppt/notesSlides/notesSlide43.xml" ContentType="application/vnd.openxmlformats-officedocument.presentationml.notesSlide+xml"/>
  <Override PartName="/ppt/tags/tag99.xml" ContentType="application/vnd.openxmlformats-officedocument.presentationml.tags+xml"/>
  <Override PartName="/ppt/notesSlides/notesSlide44.xml" ContentType="application/vnd.openxmlformats-officedocument.presentationml.notesSlide+xml"/>
  <Override PartName="/ppt/tags/tag100.xml" ContentType="application/vnd.openxmlformats-officedocument.presentationml.tags+xml"/>
  <Override PartName="/ppt/notesSlides/notesSlide45.xml" ContentType="application/vnd.openxmlformats-officedocument.presentationml.notesSlide+xml"/>
  <Override PartName="/ppt/tags/tag101.xml" ContentType="application/vnd.openxmlformats-officedocument.presentationml.tags+xml"/>
  <Override PartName="/ppt/notesSlides/notesSlide4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102.xml" ContentType="application/vnd.openxmlformats-officedocument.presentationml.tags+xml"/>
  <Override PartName="/ppt/notesSlides/notesSlide47.xml" ContentType="application/vnd.openxmlformats-officedocument.presentationml.notesSlide+xml"/>
  <Override PartName="/ppt/tags/tag103.xml" ContentType="application/vnd.openxmlformats-officedocument.presentationml.tags+xml"/>
  <Override PartName="/ppt/notesSlides/notesSlide48.xml" ContentType="application/vnd.openxmlformats-officedocument.presentationml.notesSlide+xml"/>
  <Override PartName="/ppt/tags/tag104.xml" ContentType="application/vnd.openxmlformats-officedocument.presentationml.tags+xml"/>
  <Override PartName="/ppt/notesSlides/notesSlide49.xml" ContentType="application/vnd.openxmlformats-officedocument.presentationml.notesSlide+xml"/>
  <Override PartName="/ppt/tags/tag105.xml" ContentType="application/vnd.openxmlformats-officedocument.presentationml.tags+xml"/>
  <Override PartName="/ppt/notesSlides/notesSlide50.xml" ContentType="application/vnd.openxmlformats-officedocument.presentationml.notesSlide+xml"/>
  <Override PartName="/ppt/tags/tag106.xml" ContentType="application/vnd.openxmlformats-officedocument.presentationml.tags+xml"/>
  <Override PartName="/ppt/notesSlides/notesSlide5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tags/tag107.xml" ContentType="application/vnd.openxmlformats-officedocument.presentationml.tags+xml"/>
  <Override PartName="/ppt/notesSlides/notesSlide52.xml" ContentType="application/vnd.openxmlformats-officedocument.presentationml.notesSlide+xml"/>
  <Override PartName="/ppt/tags/tag108.xml" ContentType="application/vnd.openxmlformats-officedocument.presentationml.tags+xml"/>
  <Override PartName="/ppt/notesSlides/notesSlide53.xml" ContentType="application/vnd.openxmlformats-officedocument.presentationml.notesSlide+xml"/>
  <Override PartName="/ppt/tags/tag109.xml" ContentType="application/vnd.openxmlformats-officedocument.presentationml.tags+xml"/>
  <Override PartName="/ppt/notesSlides/notesSlide54.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ags/tag110.xml" ContentType="application/vnd.openxmlformats-officedocument.presentationml.tags+xml"/>
  <Override PartName="/ppt/notesSlides/notesSlide55.xml" ContentType="application/vnd.openxmlformats-officedocument.presentationml.notesSlide+xml"/>
  <Override PartName="/ppt/notesSlides/notesSlide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258" r:id="rId3"/>
  </p:sldMasterIdLst>
  <p:notesMasterIdLst>
    <p:notesMasterId r:id="rId60"/>
  </p:notesMasterIdLst>
  <p:sldIdLst>
    <p:sldId id="258" r:id="rId4"/>
    <p:sldId id="1751" r:id="rId5"/>
    <p:sldId id="325" r:id="rId6"/>
    <p:sldId id="1750" r:id="rId7"/>
    <p:sldId id="1757" r:id="rId8"/>
    <p:sldId id="1758" r:id="rId9"/>
    <p:sldId id="1760" r:id="rId10"/>
    <p:sldId id="1759" r:id="rId11"/>
    <p:sldId id="1761" r:id="rId12"/>
    <p:sldId id="1762" r:id="rId13"/>
    <p:sldId id="1763" r:id="rId14"/>
    <p:sldId id="1764" r:id="rId15"/>
    <p:sldId id="1765" r:id="rId16"/>
    <p:sldId id="1766" r:id="rId17"/>
    <p:sldId id="1768" r:id="rId18"/>
    <p:sldId id="1769" r:id="rId19"/>
    <p:sldId id="1770" r:id="rId20"/>
    <p:sldId id="1754" r:id="rId21"/>
    <p:sldId id="1773" r:id="rId22"/>
    <p:sldId id="1819" r:id="rId23"/>
    <p:sldId id="1821" r:id="rId24"/>
    <p:sldId id="1820" r:id="rId25"/>
    <p:sldId id="1781" r:id="rId26"/>
    <p:sldId id="1783" r:id="rId27"/>
    <p:sldId id="1782" r:id="rId28"/>
    <p:sldId id="1822" r:id="rId29"/>
    <p:sldId id="1824" r:id="rId30"/>
    <p:sldId id="1825" r:id="rId31"/>
    <p:sldId id="1826" r:id="rId32"/>
    <p:sldId id="1772" r:id="rId33"/>
    <p:sldId id="1756" r:id="rId34"/>
    <p:sldId id="1774" r:id="rId35"/>
    <p:sldId id="1784" r:id="rId36"/>
    <p:sldId id="1786" r:id="rId37"/>
    <p:sldId id="1789" r:id="rId38"/>
    <p:sldId id="1678" r:id="rId39"/>
    <p:sldId id="1799" r:id="rId40"/>
    <p:sldId id="1813" r:id="rId41"/>
    <p:sldId id="1814" r:id="rId42"/>
    <p:sldId id="1800" r:id="rId43"/>
    <p:sldId id="1801" r:id="rId44"/>
    <p:sldId id="1802" r:id="rId45"/>
    <p:sldId id="1812" r:id="rId46"/>
    <p:sldId id="1803" r:id="rId47"/>
    <p:sldId id="1805" r:id="rId48"/>
    <p:sldId id="1815" r:id="rId49"/>
    <p:sldId id="1806" r:id="rId50"/>
    <p:sldId id="1808" r:id="rId51"/>
    <p:sldId id="1807" r:id="rId52"/>
    <p:sldId id="1811" r:id="rId53"/>
    <p:sldId id="1816" r:id="rId54"/>
    <p:sldId id="1809" r:id="rId55"/>
    <p:sldId id="1810" r:id="rId56"/>
    <p:sldId id="1817" r:id="rId57"/>
    <p:sldId id="1818" r:id="rId58"/>
    <p:sldId id="1827" r:id="rId59"/>
  </p:sldIdLst>
  <p:sldSz cx="12192000" cy="6858000"/>
  <p:notesSz cx="7772400" cy="10058400"/>
  <p:custDataLst>
    <p:tags r:id="rId61"/>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odule 4: Introducing Forecasting" id="{4435AA00-829A-40C3-8DCB-FB9ACA7400F3}">
          <p14:sldIdLst>
            <p14:sldId id="258"/>
          </p14:sldIdLst>
        </p14:section>
        <p14:section name="Introduction" id="{76B5C9E1-C14E-4F0D-9DDE-62043A2E240B}">
          <p14:sldIdLst>
            <p14:sldId id="1751"/>
            <p14:sldId id="325"/>
          </p14:sldIdLst>
        </p14:section>
        <p14:section name="Section 1: Forecasting overview" id="{F6ADBA28-EC45-4FF4-82D0-BCF611628D52}">
          <p14:sldIdLst>
            <p14:sldId id="1750"/>
            <p14:sldId id="1757"/>
            <p14:sldId id="1758"/>
          </p14:sldIdLst>
        </p14:section>
        <p14:section name="Section 2: Processing time series data" id="{EB7DEE20-CF6B-4949-AD9F-57A60430D9A5}">
          <p14:sldIdLst>
            <p14:sldId id="1760"/>
            <p14:sldId id="1759"/>
            <p14:sldId id="1761"/>
            <p14:sldId id="1762"/>
            <p14:sldId id="1763"/>
            <p14:sldId id="1764"/>
            <p14:sldId id="1765"/>
            <p14:sldId id="1766"/>
            <p14:sldId id="1768"/>
            <p14:sldId id="1769"/>
            <p14:sldId id="1770"/>
            <p14:sldId id="1754"/>
          </p14:sldIdLst>
        </p14:section>
        <p14:section name="Section 3: Using Amazon Forecast" id="{781F8DC8-CBE9-44B5-81F7-93B1880858EC}">
          <p14:sldIdLst>
            <p14:sldId id="1773"/>
            <p14:sldId id="1819"/>
            <p14:sldId id="1821"/>
            <p14:sldId id="1820"/>
            <p14:sldId id="1781"/>
            <p14:sldId id="1783"/>
            <p14:sldId id="1782"/>
            <p14:sldId id="1822"/>
            <p14:sldId id="1824"/>
            <p14:sldId id="1825"/>
            <p14:sldId id="1826"/>
            <p14:sldId id="1772"/>
            <p14:sldId id="1756"/>
          </p14:sldIdLst>
        </p14:section>
        <p14:section name="Module wrap-up" id="{FF92FF6D-5C4A-427B-8471-87D9F1C15538}">
          <p14:sldIdLst>
            <p14:sldId id="1774"/>
            <p14:sldId id="1784"/>
            <p14:sldId id="1786"/>
            <p14:sldId id="1789"/>
            <p14:sldId id="1678"/>
          </p14:sldIdLst>
        </p14:section>
        <p14:section name="Image source files" id="{A361ED46-CB3F-4567-8306-66E1DFE7B252}">
          <p14:sldIdLst>
            <p14:sldId id="1799"/>
            <p14:sldId id="1813"/>
            <p14:sldId id="1814"/>
            <p14:sldId id="1800"/>
            <p14:sldId id="1801"/>
            <p14:sldId id="1802"/>
            <p14:sldId id="1812"/>
            <p14:sldId id="1803"/>
            <p14:sldId id="1805"/>
            <p14:sldId id="1815"/>
            <p14:sldId id="1806"/>
            <p14:sldId id="1808"/>
            <p14:sldId id="1807"/>
            <p14:sldId id="1811"/>
            <p14:sldId id="1816"/>
            <p14:sldId id="1809"/>
            <p14:sldId id="1810"/>
            <p14:sldId id="1817"/>
            <p14:sldId id="1818"/>
            <p14:sldId id="1827"/>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tading, Katrina" initials="SK" lastIdx="60" clrIdx="0">
    <p:extLst>
      <p:ext uri="{19B8F6BF-5375-455C-9EA6-DF929625EA0E}">
        <p15:presenceInfo xmlns:p15="http://schemas.microsoft.com/office/powerpoint/2012/main" userId="S-1-5-21-1407069837-2091007605-538272213-31813507" providerId="AD"/>
      </p:ext>
    </p:extLst>
  </p:cmAuthor>
  <p:cmAuthor id="2" name="Matt Scheffler" initials="MS" lastIdx="3" clrIdx="1">
    <p:extLst>
      <p:ext uri="{19B8F6BF-5375-455C-9EA6-DF929625EA0E}">
        <p15:presenceInfo xmlns:p15="http://schemas.microsoft.com/office/powerpoint/2012/main" userId="Matt Scheffler" providerId="None"/>
      </p:ext>
    </p:extLst>
  </p:cmAuthor>
  <p:cmAuthor id="3" name="Libby Riker" initials="LR" lastIdx="5" clrIdx="2">
    <p:extLst>
      <p:ext uri="{19B8F6BF-5375-455C-9EA6-DF929625EA0E}">
        <p15:presenceInfo xmlns:p15="http://schemas.microsoft.com/office/powerpoint/2012/main" userId="S::Libby.riker@pulselearning.com::8079dd0b-d10b-4453-9104-4df5bec11108" providerId="AD"/>
      </p:ext>
    </p:extLst>
  </p:cmAuthor>
  <p:cmAuthor id="4" name="Raymond, Patty" initials="RP" lastIdx="14" clrIdx="3">
    <p:extLst>
      <p:ext uri="{19B8F6BF-5375-455C-9EA6-DF929625EA0E}">
        <p15:presenceInfo xmlns:p15="http://schemas.microsoft.com/office/powerpoint/2012/main" userId="S-1-5-21-1407069837-2091007605-538272213-29355854" providerId="AD"/>
      </p:ext>
    </p:extLst>
  </p:cmAuthor>
  <p:cmAuthor id="5" name="Bryan, Kellie" initials="BK" lastIdx="20" clrIdx="4">
    <p:extLst>
      <p:ext uri="{19B8F6BF-5375-455C-9EA6-DF929625EA0E}">
        <p15:presenceInfo xmlns:p15="http://schemas.microsoft.com/office/powerpoint/2012/main" userId="S-1-5-21-1407069837-2091007605-538272213-34905485" providerId="AD"/>
      </p:ext>
    </p:extLst>
  </p:cmAuthor>
  <p:cmAuthor id="6" name="Mauer, Margaretha" initials="MM" lastIdx="5" clrIdx="5">
    <p:extLst>
      <p:ext uri="{19B8F6BF-5375-455C-9EA6-DF929625EA0E}">
        <p15:presenceInfo xmlns:p15="http://schemas.microsoft.com/office/powerpoint/2012/main" userId="S-1-5-21-1407069837-2091007605-538272213-3246210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32F3E"/>
    <a:srgbClr val="846FEB"/>
    <a:srgbClr val="0A6A26"/>
    <a:srgbClr val="B06A48"/>
    <a:srgbClr val="197956"/>
    <a:srgbClr val="1C97BE"/>
    <a:srgbClr val="E6E6E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078" autoAdjust="0"/>
    <p:restoredTop sz="74468" autoAdjust="0"/>
  </p:normalViewPr>
  <p:slideViewPr>
    <p:cSldViewPr snapToGrid="0" showGuides="1">
      <p:cViewPr varScale="1">
        <p:scale>
          <a:sx n="81" d="100"/>
          <a:sy n="81" d="100"/>
        </p:scale>
        <p:origin x="1014" y="96"/>
      </p:cViewPr>
      <p:guideLst/>
    </p:cSldViewPr>
  </p:slideViewPr>
  <p:notesTextViewPr>
    <p:cViewPr>
      <p:scale>
        <a:sx n="125" d="100"/>
        <a:sy n="125" d="100"/>
      </p:scale>
      <p:origin x="0" y="0"/>
    </p:cViewPr>
  </p:notesTextViewPr>
  <p:notesViewPr>
    <p:cSldViewPr snapToGrid="0" showGuides="1">
      <p:cViewPr varScale="1">
        <p:scale>
          <a:sx n="87" d="100"/>
          <a:sy n="87" d="100"/>
        </p:scale>
        <p:origin x="6086" y="72"/>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55" Type="http://schemas.openxmlformats.org/officeDocument/2006/relationships/slide" Target="slides/slide52.xml"/><Relationship Id="rId63" Type="http://schemas.openxmlformats.org/officeDocument/2006/relationships/presProps" Target="presProps.xml"/><Relationship Id="rId7" Type="http://schemas.openxmlformats.org/officeDocument/2006/relationships/slide" Target="slides/slide4.xml"/><Relationship Id="rId2" Type="http://schemas.openxmlformats.org/officeDocument/2006/relationships/customXml" Target="../customXml/item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slide" Target="slides/slide55.xml"/><Relationship Id="rId66" Type="http://schemas.openxmlformats.org/officeDocument/2006/relationships/tableStyles" Target="tableStyles.xml"/><Relationship Id="rId5" Type="http://schemas.openxmlformats.org/officeDocument/2006/relationships/slide" Target="slides/slide2.xml"/><Relationship Id="rId61" Type="http://schemas.openxmlformats.org/officeDocument/2006/relationships/tags" Target="tags/tag1.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viewProps" Target="viewProps.xml"/><Relationship Id="rId8" Type="http://schemas.openxmlformats.org/officeDocument/2006/relationships/slide" Target="slides/slide5.xml"/><Relationship Id="rId51" Type="http://schemas.openxmlformats.org/officeDocument/2006/relationships/slide" Target="slides/slide48.xml"/><Relationship Id="rId3" Type="http://schemas.openxmlformats.org/officeDocument/2006/relationships/slideMaster" Target="slideMasters/slideMaster1.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notesMaster" Target="notesMasters/notesMaster1.xml"/><Relationship Id="rId65"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128" b="1" i="0" u="none" strike="noStrike" kern="1200" cap="all" spc="120" normalizeH="0" baseline="0">
                <a:solidFill>
                  <a:srgbClr val="232F3E"/>
                </a:solidFill>
                <a:latin typeface="+mn-lt"/>
                <a:ea typeface="+mn-ea"/>
                <a:cs typeface="+mn-cs"/>
              </a:defRPr>
            </a:pPr>
            <a:r>
              <a:rPr lang="en-US" dirty="0">
                <a:solidFill>
                  <a:srgbClr val="232F3E"/>
                </a:solidFill>
              </a:rPr>
              <a:t>Test Results</a:t>
            </a:r>
          </a:p>
        </c:rich>
      </c:tx>
      <c:overlay val="0"/>
      <c:spPr>
        <a:noFill/>
        <a:ln>
          <a:noFill/>
        </a:ln>
        <a:effectLst/>
      </c:spPr>
      <c:txPr>
        <a:bodyPr rot="0" spcFirstLastPara="1" vertOverflow="ellipsis" vert="horz" wrap="square" anchor="ctr" anchorCtr="1"/>
        <a:lstStyle/>
        <a:p>
          <a:pPr>
            <a:defRPr sz="2128" b="1" i="0" u="none" strike="noStrike" kern="1200" cap="all" spc="120" normalizeH="0" baseline="0">
              <a:solidFill>
                <a:srgbClr val="232F3E"/>
              </a:solidFill>
              <a:latin typeface="+mn-lt"/>
              <a:ea typeface="+mn-ea"/>
              <a:cs typeface="+mn-cs"/>
            </a:defRPr>
          </a:pPr>
          <a:endParaRPr lang="en-US"/>
        </a:p>
      </c:txPr>
    </c:title>
    <c:autoTitleDeleted val="0"/>
    <c:plotArea>
      <c:layout/>
      <c:lineChart>
        <c:grouping val="standard"/>
        <c:varyColors val="0"/>
        <c:ser>
          <c:idx val="1"/>
          <c:order val="1"/>
          <c:tx>
            <c:strRef>
              <c:f>Sheet2!$B$1</c:f>
              <c:strCache>
                <c:ptCount val="1"/>
                <c:pt idx="0">
                  <c:v>Actual result</c:v>
                </c:pt>
              </c:strCache>
            </c:strRef>
          </c:tx>
          <c:spPr>
            <a:ln w="22225" cap="rnd">
              <a:solidFill>
                <a:schemeClr val="accent5"/>
              </a:solidFill>
              <a:round/>
            </a:ln>
            <a:effectLst/>
          </c:spPr>
          <c:marker>
            <c:symbol val="square"/>
            <c:size val="6"/>
            <c:spPr>
              <a:solidFill>
                <a:schemeClr val="accent5"/>
              </a:solidFill>
              <a:ln w="9525">
                <a:solidFill>
                  <a:schemeClr val="accent5"/>
                </a:solidFill>
                <a:round/>
              </a:ln>
              <a:effectLst/>
            </c:spPr>
          </c:marker>
          <c:dLbls>
            <c:spPr>
              <a:noFill/>
              <a:ln>
                <a:noFill/>
              </a:ln>
              <a:effectLst/>
            </c:spPr>
            <c:txPr>
              <a:bodyPr rot="0" spcFirstLastPara="1" vertOverflow="ellipsis" vert="horz" wrap="square" lIns="38100" tIns="19050" rIns="38100" bIns="19050" anchor="ctr" anchorCtr="1">
                <a:spAutoFit/>
              </a:bodyPr>
              <a:lstStyle/>
              <a:p>
                <a:pPr>
                  <a:defRPr sz="1600" b="0" i="0" u="none" strike="noStrike" kern="1200" baseline="0">
                    <a:solidFill>
                      <a:srgbClr val="232F3E"/>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errBars>
            <c:errDir val="y"/>
            <c:errBarType val="both"/>
            <c:errValType val="stdErr"/>
            <c:noEndCap val="0"/>
            <c:spPr>
              <a:noFill/>
              <a:ln w="9525">
                <a:solidFill>
                  <a:schemeClr val="tx1">
                    <a:lumMod val="65000"/>
                    <a:lumOff val="35000"/>
                  </a:schemeClr>
                </a:solidFill>
                <a:round/>
              </a:ln>
              <a:effectLst/>
            </c:spPr>
          </c:errBars>
          <c:val>
            <c:numRef>
              <c:f>Sheet2!$B$2:$B$5</c:f>
              <c:numCache>
                <c:formatCode>General</c:formatCode>
                <c:ptCount val="4"/>
                <c:pt idx="0">
                  <c:v>2</c:v>
                </c:pt>
                <c:pt idx="1">
                  <c:v>4</c:v>
                </c:pt>
                <c:pt idx="2">
                  <c:v>8</c:v>
                </c:pt>
                <c:pt idx="3">
                  <c:v>16</c:v>
                </c:pt>
              </c:numCache>
            </c:numRef>
          </c:val>
          <c:smooth val="0"/>
          <c:extLst>
            <c:ext xmlns:c16="http://schemas.microsoft.com/office/drawing/2014/chart" uri="{C3380CC4-5D6E-409C-BE32-E72D297353CC}">
              <c16:uniqueId val="{00000000-80BA-44FF-890B-E3BF084E8A40}"/>
            </c:ext>
          </c:extLst>
        </c:ser>
        <c:ser>
          <c:idx val="2"/>
          <c:order val="2"/>
          <c:tx>
            <c:strRef>
              <c:f>Sheet2!$C$1</c:f>
              <c:strCache>
                <c:ptCount val="1"/>
                <c:pt idx="0">
                  <c:v>Prediction</c:v>
                </c:pt>
              </c:strCache>
            </c:strRef>
          </c:tx>
          <c:spPr>
            <a:ln w="22225" cap="rnd">
              <a:solidFill>
                <a:schemeClr val="accent4"/>
              </a:solidFill>
              <a:round/>
            </a:ln>
            <a:effectLst/>
          </c:spPr>
          <c:marker>
            <c:symbol val="triangle"/>
            <c:size val="6"/>
            <c:spPr>
              <a:solidFill>
                <a:schemeClr val="accent4"/>
              </a:solidFill>
              <a:ln w="9525">
                <a:solidFill>
                  <a:schemeClr val="accent4"/>
                </a:solidFill>
                <a:round/>
              </a:ln>
              <a:effectLst/>
            </c:spPr>
          </c:marker>
          <c:dLbls>
            <c:spPr>
              <a:noFill/>
              <a:ln>
                <a:noFill/>
              </a:ln>
              <a:effectLst/>
            </c:spPr>
            <c:txPr>
              <a:bodyPr rot="0" spcFirstLastPara="1" vertOverflow="ellipsis" vert="horz" wrap="square" lIns="38100" tIns="19050" rIns="38100" bIns="19050" anchor="ctr" anchorCtr="1">
                <a:spAutoFit/>
              </a:bodyPr>
              <a:lstStyle/>
              <a:p>
                <a:pPr>
                  <a:defRPr sz="1600" b="0" i="0" u="none" strike="noStrike" kern="1200" baseline="0">
                    <a:solidFill>
                      <a:srgbClr val="232F3E"/>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errBars>
            <c:errDir val="y"/>
            <c:errBarType val="both"/>
            <c:errValType val="stdErr"/>
            <c:noEndCap val="0"/>
            <c:spPr>
              <a:noFill/>
              <a:ln w="9525">
                <a:solidFill>
                  <a:schemeClr val="tx1">
                    <a:lumMod val="65000"/>
                    <a:lumOff val="35000"/>
                  </a:schemeClr>
                </a:solidFill>
                <a:round/>
              </a:ln>
              <a:effectLst/>
            </c:spPr>
          </c:errBars>
          <c:val>
            <c:numRef>
              <c:f>Sheet2!$C$2:$C$5</c:f>
              <c:numCache>
                <c:formatCode>General</c:formatCode>
                <c:ptCount val="4"/>
                <c:pt idx="0">
                  <c:v>4</c:v>
                </c:pt>
                <c:pt idx="1">
                  <c:v>8</c:v>
                </c:pt>
                <c:pt idx="2">
                  <c:v>12</c:v>
                </c:pt>
                <c:pt idx="3">
                  <c:v>28</c:v>
                </c:pt>
              </c:numCache>
            </c:numRef>
          </c:val>
          <c:smooth val="0"/>
          <c:extLst>
            <c:ext xmlns:c16="http://schemas.microsoft.com/office/drawing/2014/chart" uri="{C3380CC4-5D6E-409C-BE32-E72D297353CC}">
              <c16:uniqueId val="{00000001-80BA-44FF-890B-E3BF084E8A40}"/>
            </c:ext>
          </c:extLst>
        </c:ser>
        <c:dLbls>
          <c:dLblPos val="ctr"/>
          <c:showLegendKey val="0"/>
          <c:showVal val="1"/>
          <c:showCatName val="0"/>
          <c:showSerName val="0"/>
          <c:showPercent val="0"/>
          <c:showBubbleSize val="0"/>
        </c:dLbls>
        <c:marker val="1"/>
        <c:smooth val="0"/>
        <c:axId val="1965341839"/>
        <c:axId val="1864750607"/>
        <c:extLst>
          <c:ext xmlns:c15="http://schemas.microsoft.com/office/drawing/2012/chart" uri="{02D57815-91ED-43cb-92C2-25804820EDAC}">
            <c15:filteredLineSeries>
              <c15:ser>
                <c:idx val="0"/>
                <c:order val="0"/>
                <c:tx>
                  <c:strRef>
                    <c:extLst>
                      <c:ext uri="{02D57815-91ED-43cb-92C2-25804820EDAC}">
                        <c15:formulaRef>
                          <c15:sqref>Sheet2!$A$1</c15:sqref>
                        </c15:formulaRef>
                      </c:ext>
                    </c:extLst>
                    <c:strCache>
                      <c:ptCount val="1"/>
                      <c:pt idx="0">
                        <c:v>Test </c:v>
                      </c:pt>
                    </c:strCache>
                  </c:strRef>
                </c:tx>
                <c:spPr>
                  <a:ln w="22225" cap="rnd">
                    <a:solidFill>
                      <a:schemeClr val="accent6"/>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50000"/>
                              <a:lumOff val="50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uri="{CE6537A1-D6FC-4f65-9D91-7224C49458BB}">
                      <c15:showLeaderLines val="1"/>
                      <c15:leaderLines>
                        <c:spPr>
                          <a:ln w="9525">
                            <a:solidFill>
                              <a:schemeClr val="tx1">
                                <a:lumMod val="35000"/>
                                <a:lumOff val="65000"/>
                              </a:schemeClr>
                            </a:solidFill>
                          </a:ln>
                          <a:effectLst/>
                        </c:spPr>
                      </c15:leaderLines>
                    </c:ext>
                  </c:extLst>
                </c:dLbls>
                <c:val>
                  <c:numRef>
                    <c:extLst>
                      <c:ext uri="{02D57815-91ED-43cb-92C2-25804820EDAC}">
                        <c15:formulaRef>
                          <c15:sqref>Sheet2!$A$2:$A$5</c15:sqref>
                        </c15:formulaRef>
                      </c:ext>
                    </c:extLst>
                    <c:numCache>
                      <c:formatCode>General</c:formatCode>
                      <c:ptCount val="4"/>
                      <c:pt idx="0">
                        <c:v>1</c:v>
                      </c:pt>
                      <c:pt idx="1">
                        <c:v>2</c:v>
                      </c:pt>
                      <c:pt idx="2">
                        <c:v>3</c:v>
                      </c:pt>
                      <c:pt idx="3">
                        <c:v>4</c:v>
                      </c:pt>
                    </c:numCache>
                  </c:numRef>
                </c:val>
                <c:smooth val="0"/>
                <c:extLst>
                  <c:ext xmlns:c16="http://schemas.microsoft.com/office/drawing/2014/chart" uri="{C3380CC4-5D6E-409C-BE32-E72D297353CC}">
                    <c16:uniqueId val="{00000002-80BA-44FF-890B-E3BF084E8A40}"/>
                  </c:ext>
                </c:extLst>
              </c15:ser>
            </c15:filteredLineSeries>
          </c:ext>
        </c:extLst>
      </c:lineChart>
      <c:catAx>
        <c:axId val="1965341839"/>
        <c:scaling>
          <c:orientation val="minMax"/>
        </c:scaling>
        <c:delete val="0"/>
        <c:axPos val="b"/>
        <c:majorGridlines>
          <c:spPr>
            <a:ln w="9525" cap="flat" cmpd="sng" algn="ctr">
              <a:solidFill>
                <a:schemeClr val="tx1">
                  <a:lumMod val="15000"/>
                  <a:lumOff val="85000"/>
                </a:schemeClr>
              </a:solidFill>
              <a:round/>
            </a:ln>
            <a:effectLst/>
          </c:spPr>
        </c:majorGridlines>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600" b="0" i="0" u="none" strike="noStrike" kern="1200" cap="all" spc="120" normalizeH="0" baseline="0">
                <a:solidFill>
                  <a:srgbClr val="232F3E"/>
                </a:solidFill>
                <a:latin typeface="+mn-lt"/>
                <a:ea typeface="+mn-ea"/>
                <a:cs typeface="+mn-cs"/>
              </a:defRPr>
            </a:pPr>
            <a:endParaRPr lang="en-US"/>
          </a:p>
        </c:txPr>
        <c:crossAx val="1864750607"/>
        <c:crosses val="autoZero"/>
        <c:auto val="1"/>
        <c:lblAlgn val="ctr"/>
        <c:lblOffset val="100"/>
        <c:noMultiLvlLbl val="0"/>
      </c:catAx>
      <c:valAx>
        <c:axId val="1864750607"/>
        <c:scaling>
          <c:orientation val="minMax"/>
        </c:scaling>
        <c:delete val="0"/>
        <c:axPos val="l"/>
        <c:numFmt formatCode="General" sourceLinked="1"/>
        <c:majorTickMark val="none"/>
        <c:minorTickMark val="none"/>
        <c:tickLblPos val="nextTo"/>
        <c:spPr>
          <a:noFill/>
          <a:ln w="9525" cap="flat" cmpd="sng" algn="ctr">
            <a:solidFill>
              <a:schemeClr val="dk1">
                <a:lumMod val="15000"/>
                <a:lumOff val="85000"/>
              </a:schemeClr>
            </a:solidFill>
            <a:round/>
          </a:ln>
          <a:effectLst/>
        </c:spPr>
        <c:txPr>
          <a:bodyPr rot="-60000000" spcFirstLastPara="1" vertOverflow="ellipsis" vert="horz" wrap="square" anchor="ctr" anchorCtr="1"/>
          <a:lstStyle/>
          <a:p>
            <a:pPr>
              <a:defRPr sz="1600" b="0" i="0" u="none" strike="noStrike" kern="1200" baseline="0">
                <a:solidFill>
                  <a:srgbClr val="232F3E"/>
                </a:solidFill>
                <a:latin typeface="+mn-lt"/>
                <a:ea typeface="+mn-ea"/>
                <a:cs typeface="+mn-cs"/>
              </a:defRPr>
            </a:pPr>
            <a:endParaRPr lang="en-US"/>
          </a:p>
        </c:txPr>
        <c:crossAx val="1965341839"/>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1600" b="0" i="0" u="none" strike="noStrike" kern="1200" baseline="0">
              <a:solidFill>
                <a:srgbClr val="232F3E"/>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39">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064"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50000"/>
        <a:lumOff val="50000"/>
      </a:schemeClr>
    </cs:fontRef>
    <cs:defRPr sz="1197" b="0" i="0" u="none" strike="noStrike" kern="1200" baseline="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064"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1197" kern="1200"/>
  </cs:valueAxis>
  <cs:wall>
    <cs:lnRef idx="0"/>
    <cs:fillRef idx="0"/>
    <cs:effectRef idx="0"/>
    <cs:fontRef idx="minor">
      <a:schemeClr val="dk1"/>
    </cs:fontRef>
  </cs:wall>
</cs:chartStyle>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9C0D070-FA10-4785-BDAE-CF84005C15D4}" type="doc">
      <dgm:prSet loTypeId="urn:microsoft.com/office/officeart/2005/8/layout/radial6" loCatId="cycle" qsTypeId="urn:microsoft.com/office/officeart/2005/8/quickstyle/simple1" qsCatId="simple" csTypeId="urn:microsoft.com/office/officeart/2005/8/colors/colorful5" csCatId="colorful" phldr="1"/>
      <dgm:spPr/>
      <dgm:t>
        <a:bodyPr/>
        <a:lstStyle/>
        <a:p>
          <a:endParaRPr lang="en-US"/>
        </a:p>
      </dgm:t>
    </dgm:pt>
    <dgm:pt modelId="{FD86E646-442F-4FC9-ACC3-DB22B37AEB06}">
      <dgm:prSet phldrT="[Text]" custT="1"/>
      <dgm:spPr>
        <a:xfrm>
          <a:off x="1870453" y="1606727"/>
          <a:ext cx="1762955" cy="1762955"/>
        </a:xfrm>
        <a:prstGeom prst="ellipse">
          <a:avLst/>
        </a:prstGeom>
      </dgm:spPr>
      <dgm:t>
        <a:bodyPr/>
        <a:lstStyle/>
        <a:p>
          <a:pPr>
            <a:buNone/>
          </a:pPr>
          <a:r>
            <a:rPr lang="en-US" sz="2400" dirty="0">
              <a:solidFill>
                <a:srgbClr val="232F3E"/>
              </a:solidFill>
              <a:latin typeface="+mn-lt"/>
              <a:ea typeface="+mn-ea"/>
              <a:cs typeface="+mn-cs"/>
            </a:rPr>
            <a:t>Algorithm</a:t>
          </a:r>
        </a:p>
      </dgm:t>
    </dgm:pt>
    <dgm:pt modelId="{0FDAF8CD-DA4F-4032-825C-2D4CEA55295D}" type="parTrans" cxnId="{78BDD6E8-7D0C-48E0-9565-5018AEB0F770}">
      <dgm:prSet/>
      <dgm:spPr/>
      <dgm:t>
        <a:bodyPr/>
        <a:lstStyle/>
        <a:p>
          <a:endParaRPr lang="en-US">
            <a:latin typeface="+mn-lt"/>
          </a:endParaRPr>
        </a:p>
      </dgm:t>
    </dgm:pt>
    <dgm:pt modelId="{4DCF2230-05F8-4C76-8A98-741054EDF619}" type="sibTrans" cxnId="{78BDD6E8-7D0C-48E0-9565-5018AEB0F770}">
      <dgm:prSet/>
      <dgm:spPr/>
      <dgm:t>
        <a:bodyPr/>
        <a:lstStyle/>
        <a:p>
          <a:endParaRPr lang="en-US">
            <a:latin typeface="+mn-lt"/>
          </a:endParaRPr>
        </a:p>
      </dgm:t>
    </dgm:pt>
    <dgm:pt modelId="{93BC736F-05E8-4A69-92A9-7306E213A804}">
      <dgm:prSet phldrT="[Text]" custT="1"/>
      <dgm:spPr>
        <a:xfrm>
          <a:off x="2134896" y="16"/>
          <a:ext cx="1234069" cy="1234069"/>
        </a:xfrm>
        <a:prstGeom prst="ellipse">
          <a:avLst/>
        </a:prstGeom>
        <a:solidFill>
          <a:schemeClr val="accent5"/>
        </a:solidFill>
        <a:ln>
          <a:noFill/>
        </a:ln>
      </dgm:spPr>
      <dgm:t>
        <a:bodyPr/>
        <a:lstStyle/>
        <a:p>
          <a:pPr>
            <a:buNone/>
          </a:pPr>
          <a:r>
            <a:rPr lang="en-US" sz="1600" dirty="0">
              <a:latin typeface="+mn-lt"/>
              <a:ea typeface="+mn-ea"/>
              <a:cs typeface="+mn-cs"/>
            </a:rPr>
            <a:t>ARIMA</a:t>
          </a:r>
        </a:p>
      </dgm:t>
    </dgm:pt>
    <dgm:pt modelId="{BDF61091-0058-4CF6-8D91-4B3976D487C4}" type="parTrans" cxnId="{06F473DF-2EC7-4106-A361-F8D3F9DA4975}">
      <dgm:prSet/>
      <dgm:spPr/>
      <dgm:t>
        <a:bodyPr/>
        <a:lstStyle/>
        <a:p>
          <a:endParaRPr lang="en-US">
            <a:latin typeface="+mn-lt"/>
          </a:endParaRPr>
        </a:p>
      </dgm:t>
    </dgm:pt>
    <dgm:pt modelId="{661A0391-8718-4D77-AA4D-756BBEAAD2E8}" type="sibTrans" cxnId="{06F473DF-2EC7-4106-A361-F8D3F9DA4975}">
      <dgm:prSet/>
      <dgm:spPr>
        <a:xfrm>
          <a:off x="836350" y="572624"/>
          <a:ext cx="3831161" cy="3831161"/>
        </a:xfrm>
        <a:prstGeom prst="blockArc">
          <a:avLst>
            <a:gd name="adj1" fmla="val 16200000"/>
            <a:gd name="adj2" fmla="val 20520000"/>
            <a:gd name="adj3" fmla="val 4638"/>
          </a:avLst>
        </a:prstGeom>
      </dgm:spPr>
      <dgm:t>
        <a:bodyPr/>
        <a:lstStyle/>
        <a:p>
          <a:endParaRPr lang="en-US">
            <a:latin typeface="+mn-lt"/>
          </a:endParaRPr>
        </a:p>
      </dgm:t>
    </dgm:pt>
    <dgm:pt modelId="{E76768F7-C677-4B86-8C97-F67AC7CF1E75}">
      <dgm:prSet phldrT="[Text]" custT="1"/>
      <dgm:spPr>
        <a:xfrm>
          <a:off x="3914470" y="1292952"/>
          <a:ext cx="1234069" cy="1234069"/>
        </a:xfrm>
        <a:prstGeom prst="ellipse">
          <a:avLst/>
        </a:prstGeom>
        <a:solidFill>
          <a:schemeClr val="accent5"/>
        </a:solidFill>
        <a:ln>
          <a:noFill/>
        </a:ln>
      </dgm:spPr>
      <dgm:t>
        <a:bodyPr/>
        <a:lstStyle/>
        <a:p>
          <a:pPr>
            <a:buNone/>
          </a:pPr>
          <a:r>
            <a:rPr lang="en-US" sz="1600" dirty="0">
              <a:latin typeface="+mn-lt"/>
              <a:ea typeface="+mn-ea"/>
              <a:cs typeface="+mn-cs"/>
            </a:rPr>
            <a:t>DeepAR+</a:t>
          </a:r>
        </a:p>
      </dgm:t>
    </dgm:pt>
    <dgm:pt modelId="{4192D928-D567-41FF-9D28-3708B62D01D2}" type="parTrans" cxnId="{B367586E-9979-4AE8-A27F-DEE2526E0416}">
      <dgm:prSet/>
      <dgm:spPr/>
      <dgm:t>
        <a:bodyPr/>
        <a:lstStyle/>
        <a:p>
          <a:endParaRPr lang="en-US">
            <a:latin typeface="+mn-lt"/>
          </a:endParaRPr>
        </a:p>
      </dgm:t>
    </dgm:pt>
    <dgm:pt modelId="{7739225E-CF64-4E36-9098-4B70ACF4C85E}" type="sibTrans" cxnId="{B367586E-9979-4AE8-A27F-DEE2526E0416}">
      <dgm:prSet/>
      <dgm:spPr>
        <a:xfrm>
          <a:off x="836350" y="572624"/>
          <a:ext cx="3831161" cy="3831161"/>
        </a:xfrm>
        <a:prstGeom prst="blockArc">
          <a:avLst>
            <a:gd name="adj1" fmla="val 20520000"/>
            <a:gd name="adj2" fmla="val 3240000"/>
            <a:gd name="adj3" fmla="val 4638"/>
          </a:avLst>
        </a:prstGeom>
        <a:solidFill>
          <a:schemeClr val="accent5"/>
        </a:solidFill>
      </dgm:spPr>
      <dgm:t>
        <a:bodyPr/>
        <a:lstStyle/>
        <a:p>
          <a:endParaRPr lang="en-US">
            <a:latin typeface="+mn-lt"/>
          </a:endParaRPr>
        </a:p>
      </dgm:t>
    </dgm:pt>
    <dgm:pt modelId="{957AB86A-FB96-4EE2-AE2C-F5B63558D411}">
      <dgm:prSet phldrT="[Text]" custT="1"/>
      <dgm:spPr>
        <a:xfrm>
          <a:off x="3234733" y="3384967"/>
          <a:ext cx="1234069" cy="1234069"/>
        </a:xfrm>
        <a:prstGeom prst="ellipse">
          <a:avLst/>
        </a:prstGeom>
        <a:solidFill>
          <a:schemeClr val="accent5"/>
        </a:solidFill>
        <a:ln>
          <a:noFill/>
        </a:ln>
      </dgm:spPr>
      <dgm:t>
        <a:bodyPr/>
        <a:lstStyle/>
        <a:p>
          <a:pPr>
            <a:buNone/>
          </a:pPr>
          <a:r>
            <a:rPr lang="en-US" sz="1600" dirty="0">
              <a:latin typeface="+mn-lt"/>
              <a:ea typeface="+mn-ea"/>
              <a:cs typeface="+mn-cs"/>
            </a:rPr>
            <a:t>ETS</a:t>
          </a:r>
        </a:p>
      </dgm:t>
    </dgm:pt>
    <dgm:pt modelId="{EC2B13AA-C6FD-4D33-859F-FA510762359A}" type="parTrans" cxnId="{59C74455-DF20-499F-8C3C-F5532891C78B}">
      <dgm:prSet/>
      <dgm:spPr/>
      <dgm:t>
        <a:bodyPr/>
        <a:lstStyle/>
        <a:p>
          <a:endParaRPr lang="en-US">
            <a:latin typeface="+mn-lt"/>
          </a:endParaRPr>
        </a:p>
      </dgm:t>
    </dgm:pt>
    <dgm:pt modelId="{F5C1825A-2E62-469B-B5C6-67C860A7DBBE}" type="sibTrans" cxnId="{59C74455-DF20-499F-8C3C-F5532891C78B}">
      <dgm:prSet/>
      <dgm:spPr>
        <a:xfrm>
          <a:off x="836350" y="572624"/>
          <a:ext cx="3831161" cy="3831161"/>
        </a:xfrm>
        <a:prstGeom prst="blockArc">
          <a:avLst>
            <a:gd name="adj1" fmla="val 3240000"/>
            <a:gd name="adj2" fmla="val 7560000"/>
            <a:gd name="adj3" fmla="val 4638"/>
          </a:avLst>
        </a:prstGeom>
      </dgm:spPr>
      <dgm:t>
        <a:bodyPr/>
        <a:lstStyle/>
        <a:p>
          <a:endParaRPr lang="en-US">
            <a:latin typeface="+mn-lt"/>
          </a:endParaRPr>
        </a:p>
      </dgm:t>
    </dgm:pt>
    <dgm:pt modelId="{5DB0675B-9D6A-424F-84D1-BBEE8CC0C920}">
      <dgm:prSet phldrT="[Text]" custT="1"/>
      <dgm:spPr>
        <a:xfrm>
          <a:off x="1035059" y="3384967"/>
          <a:ext cx="1234069" cy="1234069"/>
        </a:xfrm>
        <a:prstGeom prst="ellipse">
          <a:avLst/>
        </a:prstGeom>
        <a:solidFill>
          <a:schemeClr val="accent5"/>
        </a:solidFill>
        <a:ln>
          <a:noFill/>
        </a:ln>
      </dgm:spPr>
      <dgm:t>
        <a:bodyPr/>
        <a:lstStyle/>
        <a:p>
          <a:pPr>
            <a:buNone/>
          </a:pPr>
          <a:r>
            <a:rPr lang="en-US" sz="1600" dirty="0">
              <a:latin typeface="+mn-lt"/>
              <a:ea typeface="+mn-ea"/>
              <a:cs typeface="+mn-cs"/>
            </a:rPr>
            <a:t>NPTS</a:t>
          </a:r>
        </a:p>
      </dgm:t>
    </dgm:pt>
    <dgm:pt modelId="{7AAC3594-FC1B-4447-A238-36AA63CD5436}" type="parTrans" cxnId="{D1CA76EA-4D98-4368-A1D8-70031D053048}">
      <dgm:prSet/>
      <dgm:spPr/>
      <dgm:t>
        <a:bodyPr/>
        <a:lstStyle/>
        <a:p>
          <a:endParaRPr lang="en-US">
            <a:latin typeface="+mn-lt"/>
          </a:endParaRPr>
        </a:p>
      </dgm:t>
    </dgm:pt>
    <dgm:pt modelId="{ABECB1FE-F38D-4B59-AF77-121C87BC689A}" type="sibTrans" cxnId="{D1CA76EA-4D98-4368-A1D8-70031D053048}">
      <dgm:prSet/>
      <dgm:spPr>
        <a:xfrm>
          <a:off x="836350" y="572624"/>
          <a:ext cx="3831161" cy="3831161"/>
        </a:xfrm>
        <a:prstGeom prst="blockArc">
          <a:avLst>
            <a:gd name="adj1" fmla="val 7560000"/>
            <a:gd name="adj2" fmla="val 11880000"/>
            <a:gd name="adj3" fmla="val 4638"/>
          </a:avLst>
        </a:prstGeom>
      </dgm:spPr>
      <dgm:t>
        <a:bodyPr/>
        <a:lstStyle/>
        <a:p>
          <a:endParaRPr lang="en-US">
            <a:latin typeface="+mn-lt"/>
          </a:endParaRPr>
        </a:p>
      </dgm:t>
    </dgm:pt>
    <dgm:pt modelId="{D559CE39-75B8-4CFA-977D-F0BAD9516612}">
      <dgm:prSet phldrT="[Text]" custT="1"/>
      <dgm:spPr>
        <a:xfrm>
          <a:off x="355322" y="1292952"/>
          <a:ext cx="1234069" cy="1234069"/>
        </a:xfrm>
        <a:prstGeom prst="ellipse">
          <a:avLst/>
        </a:prstGeom>
        <a:solidFill>
          <a:schemeClr val="accent5"/>
        </a:solidFill>
        <a:ln>
          <a:noFill/>
        </a:ln>
      </dgm:spPr>
      <dgm:t>
        <a:bodyPr/>
        <a:lstStyle/>
        <a:p>
          <a:pPr>
            <a:buNone/>
          </a:pPr>
          <a:r>
            <a:rPr lang="en-US" sz="1600" dirty="0">
              <a:latin typeface="+mn-lt"/>
              <a:ea typeface="+mn-ea"/>
              <a:cs typeface="+mn-cs"/>
            </a:rPr>
            <a:t>Prophet</a:t>
          </a:r>
        </a:p>
      </dgm:t>
    </dgm:pt>
    <dgm:pt modelId="{4AE6186E-2D6B-47DD-8E9B-D9EF4CCBB086}" type="parTrans" cxnId="{09D2EAF4-0636-4488-AF8A-E36F57735721}">
      <dgm:prSet/>
      <dgm:spPr/>
      <dgm:t>
        <a:bodyPr/>
        <a:lstStyle/>
        <a:p>
          <a:endParaRPr lang="en-US">
            <a:latin typeface="+mn-lt"/>
          </a:endParaRPr>
        </a:p>
      </dgm:t>
    </dgm:pt>
    <dgm:pt modelId="{682E6569-4408-455E-A233-FF235CD074CF}" type="sibTrans" cxnId="{09D2EAF4-0636-4488-AF8A-E36F57735721}">
      <dgm:prSet/>
      <dgm:spPr>
        <a:xfrm>
          <a:off x="836350" y="572624"/>
          <a:ext cx="3831161" cy="3831161"/>
        </a:xfrm>
        <a:prstGeom prst="blockArc">
          <a:avLst>
            <a:gd name="adj1" fmla="val 11880000"/>
            <a:gd name="adj2" fmla="val 16200000"/>
            <a:gd name="adj3" fmla="val 4638"/>
          </a:avLst>
        </a:prstGeom>
      </dgm:spPr>
      <dgm:t>
        <a:bodyPr/>
        <a:lstStyle/>
        <a:p>
          <a:endParaRPr lang="en-US">
            <a:latin typeface="+mn-lt"/>
          </a:endParaRPr>
        </a:p>
      </dgm:t>
    </dgm:pt>
    <dgm:pt modelId="{00F955DA-2DEE-4224-86F2-F926008ECA80}" type="pres">
      <dgm:prSet presAssocID="{F9C0D070-FA10-4785-BDAE-CF84005C15D4}" presName="Name0" presStyleCnt="0">
        <dgm:presLayoutVars>
          <dgm:chMax val="1"/>
          <dgm:dir/>
          <dgm:animLvl val="ctr"/>
          <dgm:resizeHandles val="exact"/>
        </dgm:presLayoutVars>
      </dgm:prSet>
      <dgm:spPr/>
    </dgm:pt>
    <dgm:pt modelId="{632835D8-7CA1-4134-94B9-73E79A91BEAA}" type="pres">
      <dgm:prSet presAssocID="{FD86E646-442F-4FC9-ACC3-DB22B37AEB06}" presName="centerShape" presStyleLbl="node0" presStyleIdx="0" presStyleCnt="1" custScaleX="117484" custScaleY="114313"/>
      <dgm:spPr/>
    </dgm:pt>
    <dgm:pt modelId="{575E36E5-DAF6-4C7B-9AE9-CFE4A7C6A8D1}" type="pres">
      <dgm:prSet presAssocID="{93BC736F-05E8-4A69-92A9-7306E213A804}" presName="node" presStyleLbl="node1" presStyleIdx="0" presStyleCnt="5" custScaleX="117484" custScaleY="114313">
        <dgm:presLayoutVars>
          <dgm:bulletEnabled val="1"/>
        </dgm:presLayoutVars>
      </dgm:prSet>
      <dgm:spPr/>
    </dgm:pt>
    <dgm:pt modelId="{7FC673CA-26A1-4168-ACE5-071225C4772A}" type="pres">
      <dgm:prSet presAssocID="{93BC736F-05E8-4A69-92A9-7306E213A804}" presName="dummy" presStyleCnt="0"/>
      <dgm:spPr/>
    </dgm:pt>
    <dgm:pt modelId="{B7625B6C-175D-433F-BB9F-89E7F9A608A7}" type="pres">
      <dgm:prSet presAssocID="{661A0391-8718-4D77-AA4D-756BBEAAD2E8}" presName="sibTrans" presStyleLbl="sibTrans2D1" presStyleIdx="0" presStyleCnt="5"/>
      <dgm:spPr/>
    </dgm:pt>
    <dgm:pt modelId="{B2424DF7-4ADE-4E86-9E38-12AFED207F77}" type="pres">
      <dgm:prSet presAssocID="{E76768F7-C677-4B86-8C97-F67AC7CF1E75}" presName="node" presStyleLbl="node1" presStyleIdx="1" presStyleCnt="5" custScaleX="117484" custScaleY="114313">
        <dgm:presLayoutVars>
          <dgm:bulletEnabled val="1"/>
        </dgm:presLayoutVars>
      </dgm:prSet>
      <dgm:spPr/>
    </dgm:pt>
    <dgm:pt modelId="{6ED4F3BA-2C54-4EBD-83D7-D77506932063}" type="pres">
      <dgm:prSet presAssocID="{E76768F7-C677-4B86-8C97-F67AC7CF1E75}" presName="dummy" presStyleCnt="0"/>
      <dgm:spPr/>
    </dgm:pt>
    <dgm:pt modelId="{73F05D9E-D2B4-4523-961C-1A0C34367642}" type="pres">
      <dgm:prSet presAssocID="{7739225E-CF64-4E36-9098-4B70ACF4C85E}" presName="sibTrans" presStyleLbl="sibTrans2D1" presStyleIdx="1" presStyleCnt="5"/>
      <dgm:spPr/>
    </dgm:pt>
    <dgm:pt modelId="{B367CB3C-B197-4B0D-9041-B3F100EA1559}" type="pres">
      <dgm:prSet presAssocID="{957AB86A-FB96-4EE2-AE2C-F5B63558D411}" presName="node" presStyleLbl="node1" presStyleIdx="2" presStyleCnt="5" custScaleX="117484" custScaleY="114313">
        <dgm:presLayoutVars>
          <dgm:bulletEnabled val="1"/>
        </dgm:presLayoutVars>
      </dgm:prSet>
      <dgm:spPr/>
    </dgm:pt>
    <dgm:pt modelId="{D1F37748-C8E5-4707-A2CC-44CE42BAB855}" type="pres">
      <dgm:prSet presAssocID="{957AB86A-FB96-4EE2-AE2C-F5B63558D411}" presName="dummy" presStyleCnt="0"/>
      <dgm:spPr/>
    </dgm:pt>
    <dgm:pt modelId="{507601CD-8592-423C-B8D9-9129C63EB2CE}" type="pres">
      <dgm:prSet presAssocID="{F5C1825A-2E62-469B-B5C6-67C860A7DBBE}" presName="sibTrans" presStyleLbl="sibTrans2D1" presStyleIdx="2" presStyleCnt="5"/>
      <dgm:spPr/>
    </dgm:pt>
    <dgm:pt modelId="{3AE421FD-0FD8-4634-9A09-DB946A409172}" type="pres">
      <dgm:prSet presAssocID="{5DB0675B-9D6A-424F-84D1-BBEE8CC0C920}" presName="node" presStyleLbl="node1" presStyleIdx="3" presStyleCnt="5" custScaleX="117484" custScaleY="114313">
        <dgm:presLayoutVars>
          <dgm:bulletEnabled val="1"/>
        </dgm:presLayoutVars>
      </dgm:prSet>
      <dgm:spPr/>
    </dgm:pt>
    <dgm:pt modelId="{7D4090CE-D741-4FFA-8754-7D38FEBB4117}" type="pres">
      <dgm:prSet presAssocID="{5DB0675B-9D6A-424F-84D1-BBEE8CC0C920}" presName="dummy" presStyleCnt="0"/>
      <dgm:spPr/>
    </dgm:pt>
    <dgm:pt modelId="{CE4D3DB5-8384-449B-A4A2-9D21E24D8587}" type="pres">
      <dgm:prSet presAssocID="{ABECB1FE-F38D-4B59-AF77-121C87BC689A}" presName="sibTrans" presStyleLbl="sibTrans2D1" presStyleIdx="3" presStyleCnt="5"/>
      <dgm:spPr/>
    </dgm:pt>
    <dgm:pt modelId="{5DFD5CDA-E2CD-4A53-B4C8-3AC9060C3573}" type="pres">
      <dgm:prSet presAssocID="{D559CE39-75B8-4CFA-977D-F0BAD9516612}" presName="node" presStyleLbl="node1" presStyleIdx="4" presStyleCnt="5" custScaleX="117484" custScaleY="114313">
        <dgm:presLayoutVars>
          <dgm:bulletEnabled val="1"/>
        </dgm:presLayoutVars>
      </dgm:prSet>
      <dgm:spPr/>
    </dgm:pt>
    <dgm:pt modelId="{C00B4969-82F1-42D9-9C2A-5269D92ABA42}" type="pres">
      <dgm:prSet presAssocID="{D559CE39-75B8-4CFA-977D-F0BAD9516612}" presName="dummy" presStyleCnt="0"/>
      <dgm:spPr/>
    </dgm:pt>
    <dgm:pt modelId="{44ECA3A9-CF04-40EA-82A4-C1A13DBC8D71}" type="pres">
      <dgm:prSet presAssocID="{682E6569-4408-455E-A233-FF235CD074CF}" presName="sibTrans" presStyleLbl="sibTrans2D1" presStyleIdx="4" presStyleCnt="5"/>
      <dgm:spPr/>
    </dgm:pt>
  </dgm:ptLst>
  <dgm:cxnLst>
    <dgm:cxn modelId="{B4A56906-10E5-4EBC-9BC5-EAB163338E8D}" type="presOf" srcId="{7739225E-CF64-4E36-9098-4B70ACF4C85E}" destId="{73F05D9E-D2B4-4523-961C-1A0C34367642}" srcOrd="0" destOrd="0" presId="urn:microsoft.com/office/officeart/2005/8/layout/radial6"/>
    <dgm:cxn modelId="{AF84125C-ED28-4261-9C05-C6CE4119FC4E}" type="presOf" srcId="{93BC736F-05E8-4A69-92A9-7306E213A804}" destId="{575E36E5-DAF6-4C7B-9AE9-CFE4A7C6A8D1}" srcOrd="0" destOrd="0" presId="urn:microsoft.com/office/officeart/2005/8/layout/radial6"/>
    <dgm:cxn modelId="{D092D65F-4C69-4A2F-97C8-3A3DC97DAA2F}" type="presOf" srcId="{F5C1825A-2E62-469B-B5C6-67C860A7DBBE}" destId="{507601CD-8592-423C-B8D9-9129C63EB2CE}" srcOrd="0" destOrd="0" presId="urn:microsoft.com/office/officeart/2005/8/layout/radial6"/>
    <dgm:cxn modelId="{A9134B61-0175-40EA-A956-B28FDF532A62}" type="presOf" srcId="{ABECB1FE-F38D-4B59-AF77-121C87BC689A}" destId="{CE4D3DB5-8384-449B-A4A2-9D21E24D8587}" srcOrd="0" destOrd="0" presId="urn:microsoft.com/office/officeart/2005/8/layout/radial6"/>
    <dgm:cxn modelId="{BE9C3B44-2595-4381-A071-B3EEC209577C}" type="presOf" srcId="{FD86E646-442F-4FC9-ACC3-DB22B37AEB06}" destId="{632835D8-7CA1-4134-94B9-73E79A91BEAA}" srcOrd="0" destOrd="0" presId="urn:microsoft.com/office/officeart/2005/8/layout/radial6"/>
    <dgm:cxn modelId="{B367586E-9979-4AE8-A27F-DEE2526E0416}" srcId="{FD86E646-442F-4FC9-ACC3-DB22B37AEB06}" destId="{E76768F7-C677-4B86-8C97-F67AC7CF1E75}" srcOrd="1" destOrd="0" parTransId="{4192D928-D567-41FF-9D28-3708B62D01D2}" sibTransId="{7739225E-CF64-4E36-9098-4B70ACF4C85E}"/>
    <dgm:cxn modelId="{0FA8EE4F-71AE-4997-AB3E-DE59A3F1F0C1}" type="presOf" srcId="{F9C0D070-FA10-4785-BDAE-CF84005C15D4}" destId="{00F955DA-2DEE-4224-86F2-F926008ECA80}" srcOrd="0" destOrd="0" presId="urn:microsoft.com/office/officeart/2005/8/layout/radial6"/>
    <dgm:cxn modelId="{59C74455-DF20-499F-8C3C-F5532891C78B}" srcId="{FD86E646-442F-4FC9-ACC3-DB22B37AEB06}" destId="{957AB86A-FB96-4EE2-AE2C-F5B63558D411}" srcOrd="2" destOrd="0" parTransId="{EC2B13AA-C6FD-4D33-859F-FA510762359A}" sibTransId="{F5C1825A-2E62-469B-B5C6-67C860A7DBBE}"/>
    <dgm:cxn modelId="{39F8F699-E7C8-433D-AF68-FC3EC94DFE65}" type="presOf" srcId="{957AB86A-FB96-4EE2-AE2C-F5B63558D411}" destId="{B367CB3C-B197-4B0D-9041-B3F100EA1559}" srcOrd="0" destOrd="0" presId="urn:microsoft.com/office/officeart/2005/8/layout/radial6"/>
    <dgm:cxn modelId="{2E4378D2-40F0-4BB5-9F45-D4AF373D9BFC}" type="presOf" srcId="{D559CE39-75B8-4CFA-977D-F0BAD9516612}" destId="{5DFD5CDA-E2CD-4A53-B4C8-3AC9060C3573}" srcOrd="0" destOrd="0" presId="urn:microsoft.com/office/officeart/2005/8/layout/radial6"/>
    <dgm:cxn modelId="{0B5D79D4-C20A-4CAA-9CC3-92531798852B}" type="presOf" srcId="{682E6569-4408-455E-A233-FF235CD074CF}" destId="{44ECA3A9-CF04-40EA-82A4-C1A13DBC8D71}" srcOrd="0" destOrd="0" presId="urn:microsoft.com/office/officeart/2005/8/layout/radial6"/>
    <dgm:cxn modelId="{701A0BD6-DC86-41CA-94FB-1B8DFC983518}" type="presOf" srcId="{E76768F7-C677-4B86-8C97-F67AC7CF1E75}" destId="{B2424DF7-4ADE-4E86-9E38-12AFED207F77}" srcOrd="0" destOrd="0" presId="urn:microsoft.com/office/officeart/2005/8/layout/radial6"/>
    <dgm:cxn modelId="{280FBADE-AF15-4203-A43A-CC92C4F021F7}" type="presOf" srcId="{5DB0675B-9D6A-424F-84D1-BBEE8CC0C920}" destId="{3AE421FD-0FD8-4634-9A09-DB946A409172}" srcOrd="0" destOrd="0" presId="urn:microsoft.com/office/officeart/2005/8/layout/radial6"/>
    <dgm:cxn modelId="{06F473DF-2EC7-4106-A361-F8D3F9DA4975}" srcId="{FD86E646-442F-4FC9-ACC3-DB22B37AEB06}" destId="{93BC736F-05E8-4A69-92A9-7306E213A804}" srcOrd="0" destOrd="0" parTransId="{BDF61091-0058-4CF6-8D91-4B3976D487C4}" sibTransId="{661A0391-8718-4D77-AA4D-756BBEAAD2E8}"/>
    <dgm:cxn modelId="{78BDD6E8-7D0C-48E0-9565-5018AEB0F770}" srcId="{F9C0D070-FA10-4785-BDAE-CF84005C15D4}" destId="{FD86E646-442F-4FC9-ACC3-DB22B37AEB06}" srcOrd="0" destOrd="0" parTransId="{0FDAF8CD-DA4F-4032-825C-2D4CEA55295D}" sibTransId="{4DCF2230-05F8-4C76-8A98-741054EDF619}"/>
    <dgm:cxn modelId="{D1CA76EA-4D98-4368-A1D8-70031D053048}" srcId="{FD86E646-442F-4FC9-ACC3-DB22B37AEB06}" destId="{5DB0675B-9D6A-424F-84D1-BBEE8CC0C920}" srcOrd="3" destOrd="0" parTransId="{7AAC3594-FC1B-4447-A238-36AA63CD5436}" sibTransId="{ABECB1FE-F38D-4B59-AF77-121C87BC689A}"/>
    <dgm:cxn modelId="{09D2EAF4-0636-4488-AF8A-E36F57735721}" srcId="{FD86E646-442F-4FC9-ACC3-DB22B37AEB06}" destId="{D559CE39-75B8-4CFA-977D-F0BAD9516612}" srcOrd="4" destOrd="0" parTransId="{4AE6186E-2D6B-47DD-8E9B-D9EF4CCBB086}" sibTransId="{682E6569-4408-455E-A233-FF235CD074CF}"/>
    <dgm:cxn modelId="{1B9BE7FC-2570-49E6-833E-B923AD3F6E09}" type="presOf" srcId="{661A0391-8718-4D77-AA4D-756BBEAAD2E8}" destId="{B7625B6C-175D-433F-BB9F-89E7F9A608A7}" srcOrd="0" destOrd="0" presId="urn:microsoft.com/office/officeart/2005/8/layout/radial6"/>
    <dgm:cxn modelId="{825022E9-DF68-4AB8-9635-82C77B67B8D6}" type="presParOf" srcId="{00F955DA-2DEE-4224-86F2-F926008ECA80}" destId="{632835D8-7CA1-4134-94B9-73E79A91BEAA}" srcOrd="0" destOrd="0" presId="urn:microsoft.com/office/officeart/2005/8/layout/radial6"/>
    <dgm:cxn modelId="{84EA56EB-3743-4135-8D0F-A8B778A38960}" type="presParOf" srcId="{00F955DA-2DEE-4224-86F2-F926008ECA80}" destId="{575E36E5-DAF6-4C7B-9AE9-CFE4A7C6A8D1}" srcOrd="1" destOrd="0" presId="urn:microsoft.com/office/officeart/2005/8/layout/radial6"/>
    <dgm:cxn modelId="{39ABA8E8-8D44-4B28-B9C3-5B3E8C7C1789}" type="presParOf" srcId="{00F955DA-2DEE-4224-86F2-F926008ECA80}" destId="{7FC673CA-26A1-4168-ACE5-071225C4772A}" srcOrd="2" destOrd="0" presId="urn:microsoft.com/office/officeart/2005/8/layout/radial6"/>
    <dgm:cxn modelId="{C8923E22-A82B-4D86-BEC9-B5C28F2EB518}" type="presParOf" srcId="{00F955DA-2DEE-4224-86F2-F926008ECA80}" destId="{B7625B6C-175D-433F-BB9F-89E7F9A608A7}" srcOrd="3" destOrd="0" presId="urn:microsoft.com/office/officeart/2005/8/layout/radial6"/>
    <dgm:cxn modelId="{54A50F2B-A9F9-474A-A998-3ECB683775A2}" type="presParOf" srcId="{00F955DA-2DEE-4224-86F2-F926008ECA80}" destId="{B2424DF7-4ADE-4E86-9E38-12AFED207F77}" srcOrd="4" destOrd="0" presId="urn:microsoft.com/office/officeart/2005/8/layout/radial6"/>
    <dgm:cxn modelId="{8AAA284A-587A-4AD9-A43E-20FA896E6154}" type="presParOf" srcId="{00F955DA-2DEE-4224-86F2-F926008ECA80}" destId="{6ED4F3BA-2C54-4EBD-83D7-D77506932063}" srcOrd="5" destOrd="0" presId="urn:microsoft.com/office/officeart/2005/8/layout/radial6"/>
    <dgm:cxn modelId="{473DD5D1-CF7D-4399-8746-577C85F14E03}" type="presParOf" srcId="{00F955DA-2DEE-4224-86F2-F926008ECA80}" destId="{73F05D9E-D2B4-4523-961C-1A0C34367642}" srcOrd="6" destOrd="0" presId="urn:microsoft.com/office/officeart/2005/8/layout/radial6"/>
    <dgm:cxn modelId="{A6C68367-2F92-4354-93B0-643A320CDD88}" type="presParOf" srcId="{00F955DA-2DEE-4224-86F2-F926008ECA80}" destId="{B367CB3C-B197-4B0D-9041-B3F100EA1559}" srcOrd="7" destOrd="0" presId="urn:microsoft.com/office/officeart/2005/8/layout/radial6"/>
    <dgm:cxn modelId="{241FA0E4-EB09-404E-8D99-D8298C75FCAA}" type="presParOf" srcId="{00F955DA-2DEE-4224-86F2-F926008ECA80}" destId="{D1F37748-C8E5-4707-A2CC-44CE42BAB855}" srcOrd="8" destOrd="0" presId="urn:microsoft.com/office/officeart/2005/8/layout/radial6"/>
    <dgm:cxn modelId="{160A9322-DE72-407D-8A2E-DDCB782C710D}" type="presParOf" srcId="{00F955DA-2DEE-4224-86F2-F926008ECA80}" destId="{507601CD-8592-423C-B8D9-9129C63EB2CE}" srcOrd="9" destOrd="0" presId="urn:microsoft.com/office/officeart/2005/8/layout/radial6"/>
    <dgm:cxn modelId="{9129A5BE-3E6D-4529-ABC1-EA1B9EA69DC8}" type="presParOf" srcId="{00F955DA-2DEE-4224-86F2-F926008ECA80}" destId="{3AE421FD-0FD8-4634-9A09-DB946A409172}" srcOrd="10" destOrd="0" presId="urn:microsoft.com/office/officeart/2005/8/layout/radial6"/>
    <dgm:cxn modelId="{DC6BDB5F-B7BF-4A42-BB6B-0C0A27562220}" type="presParOf" srcId="{00F955DA-2DEE-4224-86F2-F926008ECA80}" destId="{7D4090CE-D741-4FFA-8754-7D38FEBB4117}" srcOrd="11" destOrd="0" presId="urn:microsoft.com/office/officeart/2005/8/layout/radial6"/>
    <dgm:cxn modelId="{A65D34A7-0A0F-4F6E-A551-91F7B2657AAA}" type="presParOf" srcId="{00F955DA-2DEE-4224-86F2-F926008ECA80}" destId="{CE4D3DB5-8384-449B-A4A2-9D21E24D8587}" srcOrd="12" destOrd="0" presId="urn:microsoft.com/office/officeart/2005/8/layout/radial6"/>
    <dgm:cxn modelId="{FD0A0A2A-E1A0-4301-9400-EE0E847C9F63}" type="presParOf" srcId="{00F955DA-2DEE-4224-86F2-F926008ECA80}" destId="{5DFD5CDA-E2CD-4A53-B4C8-3AC9060C3573}" srcOrd="13" destOrd="0" presId="urn:microsoft.com/office/officeart/2005/8/layout/radial6"/>
    <dgm:cxn modelId="{873D60C9-C8DE-41B7-B62B-FCA64FE90699}" type="presParOf" srcId="{00F955DA-2DEE-4224-86F2-F926008ECA80}" destId="{C00B4969-82F1-42D9-9C2A-5269D92ABA42}" srcOrd="14" destOrd="0" presId="urn:microsoft.com/office/officeart/2005/8/layout/radial6"/>
    <dgm:cxn modelId="{049BD071-7C49-4255-9960-AC9361282983}" type="presParOf" srcId="{00F955DA-2DEE-4224-86F2-F926008ECA80}" destId="{44ECA3A9-CF04-40EA-82A4-C1A13DBC8D71}" srcOrd="15" destOrd="0" presId="urn:microsoft.com/office/officeart/2005/8/layout/radial6"/>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C99D3C4-CC5B-44EE-954C-0F69F1A03B3B}" type="doc">
      <dgm:prSet loTypeId="urn:microsoft.com/office/officeart/2005/8/layout/equation2" loCatId="relationship" qsTypeId="urn:microsoft.com/office/officeart/2005/8/quickstyle/simple1" qsCatId="simple" csTypeId="urn:microsoft.com/office/officeart/2005/8/colors/accent1_2" csCatId="accent1" phldr="1"/>
      <dgm:spPr/>
    </dgm:pt>
    <dgm:pt modelId="{1289B801-B52A-4437-B3A8-2AD2BD9604D4}">
      <dgm:prSet phldrT="[Text]" custT="1"/>
      <dgm:spPr>
        <a:xfrm>
          <a:off x="1334821" y="70"/>
          <a:ext cx="1353418" cy="1353418"/>
        </a:xfrm>
        <a:prstGeom prst="ellipse">
          <a:avLst/>
        </a:prstGeom>
        <a:solidFill>
          <a:srgbClr val="232F3E">
            <a:hueOff val="0"/>
            <a:satOff val="0"/>
            <a:lumOff val="0"/>
            <a:alphaOff val="0"/>
          </a:srgbClr>
        </a:solidFill>
        <a:ln w="12700" cap="flat" cmpd="sng" algn="ctr">
          <a:noFill/>
          <a:prstDash val="solid"/>
          <a:miter lim="800000"/>
        </a:ln>
        <a:effectLst/>
      </dgm:spPr>
      <dgm:t>
        <a:bodyPr/>
        <a:lstStyle/>
        <a:p>
          <a:pPr>
            <a:buNone/>
          </a:pPr>
          <a:r>
            <a:rPr lang="en-US" sz="1600" dirty="0">
              <a:solidFill>
                <a:srgbClr val="FFFFFF"/>
              </a:solidFill>
              <a:latin typeface="+mn-lt"/>
              <a:ea typeface="+mn-ea"/>
              <a:cs typeface="+mn-cs"/>
            </a:rPr>
            <a:t>Predictor</a:t>
          </a:r>
          <a:endParaRPr lang="en-US" sz="1400" dirty="0">
            <a:solidFill>
              <a:srgbClr val="FFFFFF"/>
            </a:solidFill>
            <a:latin typeface="+mn-lt"/>
            <a:ea typeface="+mn-ea"/>
            <a:cs typeface="+mn-cs"/>
          </a:endParaRPr>
        </a:p>
      </dgm:t>
      <dgm:extLst>
        <a:ext uri="{E40237B7-FDA0-4F09-8148-C483321AD2D9}">
          <dgm14:cNvPr xmlns:dgm14="http://schemas.microsoft.com/office/drawing/2010/diagram" id="0" name="">
            <a:extLst>
              <a:ext uri="{C183D7F6-B498-43B3-948B-1728B52AA6E4}">
                <adec:decorative xmlns:adec="http://schemas.microsoft.com/office/drawing/2017/decorative" val="1"/>
              </a:ext>
            </a:extLst>
          </dgm14:cNvPr>
        </a:ext>
      </dgm:extLst>
    </dgm:pt>
    <dgm:pt modelId="{D675F4A4-95D8-449E-8DCE-338C289172E2}" type="parTrans" cxnId="{DF756157-E039-490D-87B5-85B0BB5AF8DB}">
      <dgm:prSet/>
      <dgm:spPr/>
      <dgm:t>
        <a:bodyPr/>
        <a:lstStyle/>
        <a:p>
          <a:endParaRPr lang="en-US">
            <a:latin typeface="+mn-lt"/>
          </a:endParaRPr>
        </a:p>
      </dgm:t>
    </dgm:pt>
    <dgm:pt modelId="{EB0F3450-C2F3-4ED1-B6EE-623BC8927DFD}" type="sibTrans" cxnId="{DF756157-E039-490D-87B5-85B0BB5AF8DB}">
      <dgm:prSet/>
      <dgm:spPr>
        <a:xfrm>
          <a:off x="1850815" y="1398488"/>
          <a:ext cx="321429" cy="321429"/>
        </a:xfrm>
        <a:prstGeom prst="mathPlus">
          <a:avLst/>
        </a:prstGeom>
        <a:solidFill>
          <a:srgbClr val="232F3E">
            <a:tint val="60000"/>
            <a:hueOff val="0"/>
            <a:satOff val="0"/>
            <a:lumOff val="0"/>
            <a:alphaOff val="0"/>
          </a:srgbClr>
        </a:solidFill>
        <a:ln>
          <a:noFill/>
        </a:ln>
        <a:effectLst/>
      </dgm:spPr>
      <dgm:t>
        <a:bodyPr/>
        <a:lstStyle/>
        <a:p>
          <a:pPr>
            <a:buNone/>
          </a:pPr>
          <a:endParaRPr lang="en-US" dirty="0">
            <a:solidFill>
              <a:srgbClr val="FFFFFF"/>
            </a:solidFill>
            <a:latin typeface="+mn-lt"/>
            <a:ea typeface="+mn-ea"/>
            <a:cs typeface="+mn-cs"/>
          </a:endParaRPr>
        </a:p>
      </dgm:t>
      <dgm:extLst>
        <a:ext uri="{E40237B7-FDA0-4F09-8148-C483321AD2D9}">
          <dgm14:cNvPr xmlns:dgm14="http://schemas.microsoft.com/office/drawing/2010/diagram" id="0" name="">
            <a:extLst>
              <a:ext uri="{C183D7F6-B498-43B3-948B-1728B52AA6E4}">
                <adec:decorative xmlns:adec="http://schemas.microsoft.com/office/drawing/2017/decorative" val="1"/>
              </a:ext>
            </a:extLst>
          </dgm14:cNvPr>
        </a:ext>
      </dgm:extLst>
    </dgm:pt>
    <dgm:pt modelId="{528DC558-FA77-4561-8B80-0E32F93121D3}">
      <dgm:prSet phldrT="[Text]" custT="1"/>
      <dgm:spPr>
        <a:xfrm>
          <a:off x="1334821" y="1764918"/>
          <a:ext cx="1353418" cy="1353418"/>
        </a:xfrm>
        <a:prstGeom prst="ellipse">
          <a:avLst/>
        </a:prstGeom>
        <a:solidFill>
          <a:srgbClr val="232F3E">
            <a:hueOff val="0"/>
            <a:satOff val="0"/>
            <a:lumOff val="0"/>
            <a:alphaOff val="0"/>
          </a:srgbClr>
        </a:solidFill>
        <a:ln w="12700" cap="flat" cmpd="sng" algn="ctr">
          <a:noFill/>
          <a:prstDash val="solid"/>
          <a:miter lim="800000"/>
        </a:ln>
        <a:effectLst/>
      </dgm:spPr>
      <dgm:t>
        <a:bodyPr lIns="0" rIns="0"/>
        <a:lstStyle/>
        <a:p>
          <a:pPr>
            <a:buNone/>
          </a:pPr>
          <a:r>
            <a:rPr lang="en-US" sz="1600" dirty="0">
              <a:solidFill>
                <a:srgbClr val="FFFFFF"/>
              </a:solidFill>
              <a:latin typeface="+mn-lt"/>
              <a:ea typeface="+mn-ea"/>
              <a:cs typeface="+mn-cs"/>
            </a:rPr>
            <a:t>Algorithm</a:t>
          </a:r>
          <a:endParaRPr lang="en-US" sz="1400" dirty="0">
            <a:solidFill>
              <a:srgbClr val="FFFFFF"/>
            </a:solidFill>
            <a:latin typeface="+mn-lt"/>
            <a:ea typeface="+mn-ea"/>
            <a:cs typeface="+mn-cs"/>
          </a:endParaRPr>
        </a:p>
      </dgm:t>
      <dgm:extLst>
        <a:ext uri="{E40237B7-FDA0-4F09-8148-C483321AD2D9}">
          <dgm14:cNvPr xmlns:dgm14="http://schemas.microsoft.com/office/drawing/2010/diagram" id="0" name="">
            <a:extLst>
              <a:ext uri="{C183D7F6-B498-43B3-948B-1728B52AA6E4}">
                <adec:decorative xmlns:adec="http://schemas.microsoft.com/office/drawing/2017/decorative" val="1"/>
              </a:ext>
            </a:extLst>
          </dgm14:cNvPr>
        </a:ext>
      </dgm:extLst>
    </dgm:pt>
    <dgm:pt modelId="{42F99991-5E2E-4C37-A569-2A2C7A190E96}" type="parTrans" cxnId="{F47BEBFF-74A9-4B28-8D75-9C81E7737C16}">
      <dgm:prSet/>
      <dgm:spPr/>
      <dgm:t>
        <a:bodyPr/>
        <a:lstStyle/>
        <a:p>
          <a:endParaRPr lang="en-US">
            <a:latin typeface="+mn-lt"/>
          </a:endParaRPr>
        </a:p>
      </dgm:t>
    </dgm:pt>
    <dgm:pt modelId="{A9B73E4D-8EA5-4812-80F4-DF0E60CFE718}" type="sibTrans" cxnId="{F47BEBFF-74A9-4B28-8D75-9C81E7737C16}">
      <dgm:prSet/>
      <dgm:spPr>
        <a:xfrm>
          <a:off x="2771367" y="1456124"/>
          <a:ext cx="176232" cy="206158"/>
        </a:xfrm>
        <a:prstGeom prst="rightArrow">
          <a:avLst>
            <a:gd name="adj1" fmla="val 60000"/>
            <a:gd name="adj2" fmla="val 50000"/>
          </a:avLst>
        </a:prstGeom>
        <a:solidFill>
          <a:srgbClr val="232F3E">
            <a:tint val="60000"/>
            <a:hueOff val="0"/>
            <a:satOff val="0"/>
            <a:lumOff val="0"/>
            <a:alphaOff val="0"/>
          </a:srgbClr>
        </a:solidFill>
        <a:ln>
          <a:noFill/>
        </a:ln>
        <a:effectLst/>
      </dgm:spPr>
      <dgm:t>
        <a:bodyPr/>
        <a:lstStyle/>
        <a:p>
          <a:pPr>
            <a:buNone/>
          </a:pPr>
          <a:endParaRPr lang="en-US" dirty="0">
            <a:solidFill>
              <a:srgbClr val="FFFFFF"/>
            </a:solidFill>
            <a:latin typeface="+mn-lt"/>
            <a:ea typeface="+mn-ea"/>
            <a:cs typeface="+mn-cs"/>
          </a:endParaRPr>
        </a:p>
      </dgm:t>
      <dgm:extLst>
        <a:ext uri="{E40237B7-FDA0-4F09-8148-C483321AD2D9}">
          <dgm14:cNvPr xmlns:dgm14="http://schemas.microsoft.com/office/drawing/2010/diagram" id="0" name="">
            <a:extLst>
              <a:ext uri="{C183D7F6-B498-43B3-948B-1728B52AA6E4}">
                <adec:decorative xmlns:adec="http://schemas.microsoft.com/office/drawing/2017/decorative" val="1"/>
              </a:ext>
            </a:extLst>
          </dgm14:cNvPr>
        </a:ext>
      </dgm:extLst>
    </dgm:pt>
    <dgm:pt modelId="{5868EB67-7BF7-45EA-B978-147A429CEE28}">
      <dgm:prSet phldrT="[Text]"/>
      <dgm:spPr>
        <a:xfrm>
          <a:off x="3020752" y="710380"/>
          <a:ext cx="1697646" cy="1697646"/>
        </a:xfrm>
        <a:prstGeom prst="ellipse">
          <a:avLst/>
        </a:prstGeom>
        <a:solidFill>
          <a:srgbClr val="232F3E">
            <a:hueOff val="0"/>
            <a:satOff val="0"/>
            <a:lumOff val="0"/>
            <a:alphaOff val="0"/>
          </a:srgbClr>
        </a:solidFill>
        <a:ln w="12700" cap="flat" cmpd="sng" algn="ctr">
          <a:noFill/>
          <a:prstDash val="solid"/>
          <a:miter lim="800000"/>
        </a:ln>
        <a:effectLst/>
      </dgm:spPr>
      <dgm:t>
        <a:bodyPr/>
        <a:lstStyle/>
        <a:p>
          <a:pPr>
            <a:buNone/>
          </a:pPr>
          <a:r>
            <a:rPr lang="en-US" dirty="0">
              <a:solidFill>
                <a:srgbClr val="FFFFFF"/>
              </a:solidFill>
              <a:latin typeface="+mn-lt"/>
              <a:ea typeface="+mn-ea"/>
              <a:cs typeface="+mn-cs"/>
            </a:rPr>
            <a:t>Model</a:t>
          </a:r>
        </a:p>
      </dgm:t>
      <dgm:extLst>
        <a:ext uri="{E40237B7-FDA0-4F09-8148-C483321AD2D9}">
          <dgm14:cNvPr xmlns:dgm14="http://schemas.microsoft.com/office/drawing/2010/diagram" id="0" name="">
            <a:extLst>
              <a:ext uri="{C183D7F6-B498-43B3-948B-1728B52AA6E4}">
                <adec:decorative xmlns:adec="http://schemas.microsoft.com/office/drawing/2017/decorative" val="1"/>
              </a:ext>
            </a:extLst>
          </dgm14:cNvPr>
        </a:ext>
      </dgm:extLst>
    </dgm:pt>
    <dgm:pt modelId="{6F6A1810-71ED-4151-9611-7CC28085C12F}" type="parTrans" cxnId="{BCB6D468-9781-49CA-85BA-9EC96D7830F3}">
      <dgm:prSet/>
      <dgm:spPr/>
      <dgm:t>
        <a:bodyPr/>
        <a:lstStyle/>
        <a:p>
          <a:endParaRPr lang="en-US">
            <a:latin typeface="+mn-lt"/>
          </a:endParaRPr>
        </a:p>
      </dgm:t>
    </dgm:pt>
    <dgm:pt modelId="{C3C1595E-30E9-40DC-93F7-CC3516D22117}" type="sibTrans" cxnId="{BCB6D468-9781-49CA-85BA-9EC96D7830F3}">
      <dgm:prSet/>
      <dgm:spPr/>
      <dgm:t>
        <a:bodyPr/>
        <a:lstStyle/>
        <a:p>
          <a:endParaRPr lang="en-US">
            <a:latin typeface="+mn-lt"/>
          </a:endParaRPr>
        </a:p>
      </dgm:t>
    </dgm:pt>
    <dgm:pt modelId="{E605E691-0393-4094-A516-A8EF28B2FBAE}" type="pres">
      <dgm:prSet presAssocID="{AC99D3C4-CC5B-44EE-954C-0F69F1A03B3B}" presName="Name0" presStyleCnt="0">
        <dgm:presLayoutVars>
          <dgm:dir/>
          <dgm:resizeHandles val="exact"/>
        </dgm:presLayoutVars>
      </dgm:prSet>
      <dgm:spPr/>
    </dgm:pt>
    <dgm:pt modelId="{EF91CFB2-46AC-48E2-BB6E-46F8DCBE3DB4}" type="pres">
      <dgm:prSet presAssocID="{AC99D3C4-CC5B-44EE-954C-0F69F1A03B3B}" presName="vNodes" presStyleCnt="0"/>
      <dgm:spPr/>
    </dgm:pt>
    <dgm:pt modelId="{2BE4307F-F9F2-44D6-997F-0A3B80C66745}" type="pres">
      <dgm:prSet presAssocID="{1289B801-B52A-4437-B3A8-2AD2BD9604D4}" presName="node" presStyleLbl="node1" presStyleIdx="0" presStyleCnt="3" custScaleX="244216" custScaleY="244216">
        <dgm:presLayoutVars>
          <dgm:bulletEnabled val="1"/>
        </dgm:presLayoutVars>
      </dgm:prSet>
      <dgm:spPr/>
    </dgm:pt>
    <dgm:pt modelId="{767BDC7E-6F4C-4F30-8703-2B41D9747BAF}" type="pres">
      <dgm:prSet presAssocID="{EB0F3450-C2F3-4ED1-B6EE-623BC8927DFD}" presName="spacerT" presStyleCnt="0"/>
      <dgm:spPr/>
    </dgm:pt>
    <dgm:pt modelId="{8C193DFF-F26C-4F31-B077-19135646570D}" type="pres">
      <dgm:prSet presAssocID="{EB0F3450-C2F3-4ED1-B6EE-623BC8927DFD}" presName="sibTrans" presStyleLbl="sibTrans2D1" presStyleIdx="0" presStyleCnt="2"/>
      <dgm:spPr/>
    </dgm:pt>
    <dgm:pt modelId="{D554A8E3-AED4-4812-9337-74A099F4417C}" type="pres">
      <dgm:prSet presAssocID="{EB0F3450-C2F3-4ED1-B6EE-623BC8927DFD}" presName="spacerB" presStyleCnt="0"/>
      <dgm:spPr/>
    </dgm:pt>
    <dgm:pt modelId="{8222ED28-7CA9-44A2-ABF3-4DFD392E991A}" type="pres">
      <dgm:prSet presAssocID="{528DC558-FA77-4561-8B80-0E32F93121D3}" presName="node" presStyleLbl="node1" presStyleIdx="1" presStyleCnt="3" custScaleX="244216" custScaleY="244216">
        <dgm:presLayoutVars>
          <dgm:bulletEnabled val="1"/>
        </dgm:presLayoutVars>
      </dgm:prSet>
      <dgm:spPr/>
    </dgm:pt>
    <dgm:pt modelId="{F23878BC-04D2-4DAA-B772-930C6BBE1491}" type="pres">
      <dgm:prSet presAssocID="{AC99D3C4-CC5B-44EE-954C-0F69F1A03B3B}" presName="sibTransLast" presStyleLbl="sibTrans2D1" presStyleIdx="1" presStyleCnt="2"/>
      <dgm:spPr/>
    </dgm:pt>
    <dgm:pt modelId="{26603ACE-095C-4D29-8534-95DE893738F0}" type="pres">
      <dgm:prSet presAssocID="{AC99D3C4-CC5B-44EE-954C-0F69F1A03B3B}" presName="connectorText" presStyleLbl="sibTrans2D1" presStyleIdx="1" presStyleCnt="2"/>
      <dgm:spPr/>
    </dgm:pt>
    <dgm:pt modelId="{C867DB0E-0C0F-4106-8B0A-5FCC38E2E591}" type="pres">
      <dgm:prSet presAssocID="{AC99D3C4-CC5B-44EE-954C-0F69F1A03B3B}" presName="lastNode" presStyleLbl="node1" presStyleIdx="2" presStyleCnt="3" custScaleX="153165" custScaleY="153165">
        <dgm:presLayoutVars>
          <dgm:bulletEnabled val="1"/>
        </dgm:presLayoutVars>
      </dgm:prSet>
      <dgm:spPr/>
    </dgm:pt>
  </dgm:ptLst>
  <dgm:cxnLst>
    <dgm:cxn modelId="{D707BA1F-3ACD-4C52-8387-F08A363E3CB9}" type="presOf" srcId="{5868EB67-7BF7-45EA-B978-147A429CEE28}" destId="{C867DB0E-0C0F-4106-8B0A-5FCC38E2E591}" srcOrd="0" destOrd="0" presId="urn:microsoft.com/office/officeart/2005/8/layout/equation2"/>
    <dgm:cxn modelId="{BCB6D468-9781-49CA-85BA-9EC96D7830F3}" srcId="{AC99D3C4-CC5B-44EE-954C-0F69F1A03B3B}" destId="{5868EB67-7BF7-45EA-B978-147A429CEE28}" srcOrd="2" destOrd="0" parTransId="{6F6A1810-71ED-4151-9611-7CC28085C12F}" sibTransId="{C3C1595E-30E9-40DC-93F7-CC3516D22117}"/>
    <dgm:cxn modelId="{46D51753-278F-4665-A41A-4378D50FBBC9}" type="presOf" srcId="{A9B73E4D-8EA5-4812-80F4-DF0E60CFE718}" destId="{26603ACE-095C-4D29-8534-95DE893738F0}" srcOrd="1" destOrd="0" presId="urn:microsoft.com/office/officeart/2005/8/layout/equation2"/>
    <dgm:cxn modelId="{DF756157-E039-490D-87B5-85B0BB5AF8DB}" srcId="{AC99D3C4-CC5B-44EE-954C-0F69F1A03B3B}" destId="{1289B801-B52A-4437-B3A8-2AD2BD9604D4}" srcOrd="0" destOrd="0" parTransId="{D675F4A4-95D8-449E-8DCE-338C289172E2}" sibTransId="{EB0F3450-C2F3-4ED1-B6EE-623BC8927DFD}"/>
    <dgm:cxn modelId="{7FA0EB7F-596F-4ED1-8FA5-39ABB0868C5B}" type="presOf" srcId="{528DC558-FA77-4561-8B80-0E32F93121D3}" destId="{8222ED28-7CA9-44A2-ABF3-4DFD392E991A}" srcOrd="0" destOrd="0" presId="urn:microsoft.com/office/officeart/2005/8/layout/equation2"/>
    <dgm:cxn modelId="{11FAE6BE-B5F2-418A-92BF-CFB9A8F13C8A}" type="presOf" srcId="{EB0F3450-C2F3-4ED1-B6EE-623BC8927DFD}" destId="{8C193DFF-F26C-4F31-B077-19135646570D}" srcOrd="0" destOrd="0" presId="urn:microsoft.com/office/officeart/2005/8/layout/equation2"/>
    <dgm:cxn modelId="{7D594AD9-7FC6-49BD-B2EA-80FCACEAAC9C}" type="presOf" srcId="{A9B73E4D-8EA5-4812-80F4-DF0E60CFE718}" destId="{F23878BC-04D2-4DAA-B772-930C6BBE1491}" srcOrd="0" destOrd="0" presId="urn:microsoft.com/office/officeart/2005/8/layout/equation2"/>
    <dgm:cxn modelId="{4D62E2E1-CE3B-45E1-B81D-2554254F1218}" type="presOf" srcId="{1289B801-B52A-4437-B3A8-2AD2BD9604D4}" destId="{2BE4307F-F9F2-44D6-997F-0A3B80C66745}" srcOrd="0" destOrd="0" presId="urn:microsoft.com/office/officeart/2005/8/layout/equation2"/>
    <dgm:cxn modelId="{7C1B53F3-ACFF-4CBF-9EC1-BBC5A78005A2}" type="presOf" srcId="{AC99D3C4-CC5B-44EE-954C-0F69F1A03B3B}" destId="{E605E691-0393-4094-A516-A8EF28B2FBAE}" srcOrd="0" destOrd="0" presId="urn:microsoft.com/office/officeart/2005/8/layout/equation2"/>
    <dgm:cxn modelId="{F47BEBFF-74A9-4B28-8D75-9C81E7737C16}" srcId="{AC99D3C4-CC5B-44EE-954C-0F69F1A03B3B}" destId="{528DC558-FA77-4561-8B80-0E32F93121D3}" srcOrd="1" destOrd="0" parTransId="{42F99991-5E2E-4C37-A569-2A2C7A190E96}" sibTransId="{A9B73E4D-8EA5-4812-80F4-DF0E60CFE718}"/>
    <dgm:cxn modelId="{6CBF9488-255A-4E72-AE59-22F409FB41A8}" type="presParOf" srcId="{E605E691-0393-4094-A516-A8EF28B2FBAE}" destId="{EF91CFB2-46AC-48E2-BB6E-46F8DCBE3DB4}" srcOrd="0" destOrd="0" presId="urn:microsoft.com/office/officeart/2005/8/layout/equation2"/>
    <dgm:cxn modelId="{8BFA83E5-D1F5-4DC3-8141-21E51BAB40CC}" type="presParOf" srcId="{EF91CFB2-46AC-48E2-BB6E-46F8DCBE3DB4}" destId="{2BE4307F-F9F2-44D6-997F-0A3B80C66745}" srcOrd="0" destOrd="0" presId="urn:microsoft.com/office/officeart/2005/8/layout/equation2"/>
    <dgm:cxn modelId="{89E75EE5-1C1B-4C70-90EC-D17907A37AFF}" type="presParOf" srcId="{EF91CFB2-46AC-48E2-BB6E-46F8DCBE3DB4}" destId="{767BDC7E-6F4C-4F30-8703-2B41D9747BAF}" srcOrd="1" destOrd="0" presId="urn:microsoft.com/office/officeart/2005/8/layout/equation2"/>
    <dgm:cxn modelId="{DD46F873-5C9C-4FCC-A07D-92C5D71A31DC}" type="presParOf" srcId="{EF91CFB2-46AC-48E2-BB6E-46F8DCBE3DB4}" destId="{8C193DFF-F26C-4F31-B077-19135646570D}" srcOrd="2" destOrd="0" presId="urn:microsoft.com/office/officeart/2005/8/layout/equation2"/>
    <dgm:cxn modelId="{DDF1C2FE-1FBC-4806-8EE6-DE341413AAD3}" type="presParOf" srcId="{EF91CFB2-46AC-48E2-BB6E-46F8DCBE3DB4}" destId="{D554A8E3-AED4-4812-9337-74A099F4417C}" srcOrd="3" destOrd="0" presId="urn:microsoft.com/office/officeart/2005/8/layout/equation2"/>
    <dgm:cxn modelId="{B9CECA48-FB8F-4A26-8593-C356005D3829}" type="presParOf" srcId="{EF91CFB2-46AC-48E2-BB6E-46F8DCBE3DB4}" destId="{8222ED28-7CA9-44A2-ABF3-4DFD392E991A}" srcOrd="4" destOrd="0" presId="urn:microsoft.com/office/officeart/2005/8/layout/equation2"/>
    <dgm:cxn modelId="{EAFC45F7-4C5E-4C66-8C9E-315DF26B0BC3}" type="presParOf" srcId="{E605E691-0393-4094-A516-A8EF28B2FBAE}" destId="{F23878BC-04D2-4DAA-B772-930C6BBE1491}" srcOrd="1" destOrd="0" presId="urn:microsoft.com/office/officeart/2005/8/layout/equation2"/>
    <dgm:cxn modelId="{C56C7E8C-EAF7-4092-BA53-ECDA6254B699}" type="presParOf" srcId="{F23878BC-04D2-4DAA-B772-930C6BBE1491}" destId="{26603ACE-095C-4D29-8534-95DE893738F0}" srcOrd="0" destOrd="0" presId="urn:microsoft.com/office/officeart/2005/8/layout/equation2"/>
    <dgm:cxn modelId="{A3667A1F-0AC2-4DC0-8EFB-3F5FC01252C1}" type="presParOf" srcId="{E605E691-0393-4094-A516-A8EF28B2FBAE}" destId="{C867DB0E-0C0F-4106-8B0A-5FCC38E2E591}" srcOrd="2" destOrd="0" presId="urn:microsoft.com/office/officeart/2005/8/layout/equation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4ECA3A9-CF04-40EA-82A4-C1A13DBC8D71}">
      <dsp:nvSpPr>
        <dsp:cNvPr id="0" name=""/>
        <dsp:cNvSpPr/>
      </dsp:nvSpPr>
      <dsp:spPr>
        <a:xfrm>
          <a:off x="836350" y="587992"/>
          <a:ext cx="3831161" cy="3831161"/>
        </a:xfrm>
        <a:prstGeom prst="blockArc">
          <a:avLst>
            <a:gd name="adj1" fmla="val 11880000"/>
            <a:gd name="adj2" fmla="val 16200000"/>
            <a:gd name="adj3" fmla="val 4638"/>
          </a:avLst>
        </a:prstGeom>
        <a:solidFill>
          <a:schemeClr val="accent5">
            <a:hueOff val="-693819"/>
            <a:satOff val="9613"/>
            <a:lumOff val="6274"/>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CE4D3DB5-8384-449B-A4A2-9D21E24D8587}">
      <dsp:nvSpPr>
        <dsp:cNvPr id="0" name=""/>
        <dsp:cNvSpPr/>
      </dsp:nvSpPr>
      <dsp:spPr>
        <a:xfrm>
          <a:off x="836350" y="587992"/>
          <a:ext cx="3831161" cy="3831161"/>
        </a:xfrm>
        <a:prstGeom prst="blockArc">
          <a:avLst>
            <a:gd name="adj1" fmla="val 7560000"/>
            <a:gd name="adj2" fmla="val 11880000"/>
            <a:gd name="adj3" fmla="val 4638"/>
          </a:avLst>
        </a:prstGeom>
        <a:solidFill>
          <a:schemeClr val="accent5">
            <a:hueOff val="-520364"/>
            <a:satOff val="7210"/>
            <a:lumOff val="4705"/>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507601CD-8592-423C-B8D9-9129C63EB2CE}">
      <dsp:nvSpPr>
        <dsp:cNvPr id="0" name=""/>
        <dsp:cNvSpPr/>
      </dsp:nvSpPr>
      <dsp:spPr>
        <a:xfrm>
          <a:off x="836350" y="587992"/>
          <a:ext cx="3831161" cy="3831161"/>
        </a:xfrm>
        <a:prstGeom prst="blockArc">
          <a:avLst>
            <a:gd name="adj1" fmla="val 3240000"/>
            <a:gd name="adj2" fmla="val 7560000"/>
            <a:gd name="adj3" fmla="val 4638"/>
          </a:avLst>
        </a:prstGeom>
        <a:solidFill>
          <a:schemeClr val="accent5">
            <a:hueOff val="-346909"/>
            <a:satOff val="4807"/>
            <a:lumOff val="3137"/>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73F05D9E-D2B4-4523-961C-1A0C34367642}">
      <dsp:nvSpPr>
        <dsp:cNvPr id="0" name=""/>
        <dsp:cNvSpPr/>
      </dsp:nvSpPr>
      <dsp:spPr>
        <a:xfrm>
          <a:off x="836350" y="587992"/>
          <a:ext cx="3831161" cy="3831161"/>
        </a:xfrm>
        <a:prstGeom prst="blockArc">
          <a:avLst>
            <a:gd name="adj1" fmla="val 20520000"/>
            <a:gd name="adj2" fmla="val 3240000"/>
            <a:gd name="adj3" fmla="val 4638"/>
          </a:avLst>
        </a:prstGeom>
        <a:solidFill>
          <a:schemeClr val="accent5"/>
        </a:solidFill>
        <a:ln>
          <a:noFill/>
        </a:ln>
        <a:effectLst/>
      </dsp:spPr>
      <dsp:style>
        <a:lnRef idx="0">
          <a:scrgbClr r="0" g="0" b="0"/>
        </a:lnRef>
        <a:fillRef idx="1">
          <a:scrgbClr r="0" g="0" b="0"/>
        </a:fillRef>
        <a:effectRef idx="0">
          <a:scrgbClr r="0" g="0" b="0"/>
        </a:effectRef>
        <a:fontRef idx="minor">
          <a:schemeClr val="lt1"/>
        </a:fontRef>
      </dsp:style>
    </dsp:sp>
    <dsp:sp modelId="{B7625B6C-175D-433F-BB9F-89E7F9A608A7}">
      <dsp:nvSpPr>
        <dsp:cNvPr id="0" name=""/>
        <dsp:cNvSpPr/>
      </dsp:nvSpPr>
      <dsp:spPr>
        <a:xfrm>
          <a:off x="836350" y="587992"/>
          <a:ext cx="3831161" cy="3831161"/>
        </a:xfrm>
        <a:prstGeom prst="blockArc">
          <a:avLst>
            <a:gd name="adj1" fmla="val 16200000"/>
            <a:gd name="adj2" fmla="val 20520000"/>
            <a:gd name="adj3" fmla="val 4638"/>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632835D8-7CA1-4134-94B9-73E79A91BEAA}">
      <dsp:nvSpPr>
        <dsp:cNvPr id="0" name=""/>
        <dsp:cNvSpPr/>
      </dsp:nvSpPr>
      <dsp:spPr>
        <a:xfrm>
          <a:off x="1716335" y="1495929"/>
          <a:ext cx="2071190" cy="2015287"/>
        </a:xfrm>
        <a:prstGeom prst="ellipse">
          <a:avLst/>
        </a:prstGeom>
        <a:solidFill>
          <a:schemeClr val="accent4">
            <a:hueOff val="0"/>
            <a:satOff val="0"/>
            <a:lumOff val="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en-US" sz="2400" kern="1200" dirty="0">
              <a:solidFill>
                <a:srgbClr val="232F3E"/>
              </a:solidFill>
              <a:latin typeface="+mn-lt"/>
              <a:ea typeface="+mn-ea"/>
              <a:cs typeface="+mn-cs"/>
            </a:rPr>
            <a:t>Algorithm</a:t>
          </a:r>
        </a:p>
      </dsp:txBody>
      <dsp:txXfrm>
        <a:off x="2019654" y="1791061"/>
        <a:ext cx="1464552" cy="1425023"/>
      </dsp:txXfrm>
    </dsp:sp>
    <dsp:sp modelId="{575E36E5-DAF6-4C7B-9AE9-CFE4A7C6A8D1}">
      <dsp:nvSpPr>
        <dsp:cNvPr id="0" name=""/>
        <dsp:cNvSpPr/>
      </dsp:nvSpPr>
      <dsp:spPr>
        <a:xfrm>
          <a:off x="2027014" y="-72931"/>
          <a:ext cx="1449833" cy="1410701"/>
        </a:xfrm>
        <a:prstGeom prst="ellipse">
          <a:avLst/>
        </a:prstGeom>
        <a:solidFill>
          <a:schemeClr val="accent5"/>
        </a:solidFill>
        <a:ln w="10795"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kern="1200" dirty="0">
              <a:latin typeface="+mn-lt"/>
              <a:ea typeface="+mn-ea"/>
              <a:cs typeface="+mn-cs"/>
            </a:rPr>
            <a:t>ARIMA</a:t>
          </a:r>
        </a:p>
      </dsp:txBody>
      <dsp:txXfrm>
        <a:off x="2239337" y="133661"/>
        <a:ext cx="1025187" cy="997517"/>
      </dsp:txXfrm>
    </dsp:sp>
    <dsp:sp modelId="{B2424DF7-4ADE-4E86-9E38-12AFED207F77}">
      <dsp:nvSpPr>
        <dsp:cNvPr id="0" name=""/>
        <dsp:cNvSpPr/>
      </dsp:nvSpPr>
      <dsp:spPr>
        <a:xfrm>
          <a:off x="3806587" y="1220004"/>
          <a:ext cx="1449833" cy="1410701"/>
        </a:xfrm>
        <a:prstGeom prst="ellipse">
          <a:avLst/>
        </a:prstGeom>
        <a:solidFill>
          <a:schemeClr val="accent5"/>
        </a:solidFill>
        <a:ln w="10795"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kern="1200" dirty="0">
              <a:latin typeface="+mn-lt"/>
              <a:ea typeface="+mn-ea"/>
              <a:cs typeface="+mn-cs"/>
            </a:rPr>
            <a:t>DeepAR+</a:t>
          </a:r>
        </a:p>
      </dsp:txBody>
      <dsp:txXfrm>
        <a:off x="4018910" y="1426596"/>
        <a:ext cx="1025187" cy="997517"/>
      </dsp:txXfrm>
    </dsp:sp>
    <dsp:sp modelId="{B367CB3C-B197-4B0D-9041-B3F100EA1559}">
      <dsp:nvSpPr>
        <dsp:cNvPr id="0" name=""/>
        <dsp:cNvSpPr/>
      </dsp:nvSpPr>
      <dsp:spPr>
        <a:xfrm>
          <a:off x="3126851" y="3312018"/>
          <a:ext cx="1449833" cy="1410701"/>
        </a:xfrm>
        <a:prstGeom prst="ellipse">
          <a:avLst/>
        </a:prstGeom>
        <a:solidFill>
          <a:schemeClr val="accent5"/>
        </a:solidFill>
        <a:ln w="10795"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kern="1200" dirty="0">
              <a:latin typeface="+mn-lt"/>
              <a:ea typeface="+mn-ea"/>
              <a:cs typeface="+mn-cs"/>
            </a:rPr>
            <a:t>ETS</a:t>
          </a:r>
        </a:p>
      </dsp:txBody>
      <dsp:txXfrm>
        <a:off x="3339174" y="3518610"/>
        <a:ext cx="1025187" cy="997517"/>
      </dsp:txXfrm>
    </dsp:sp>
    <dsp:sp modelId="{3AE421FD-0FD8-4634-9A09-DB946A409172}">
      <dsp:nvSpPr>
        <dsp:cNvPr id="0" name=""/>
        <dsp:cNvSpPr/>
      </dsp:nvSpPr>
      <dsp:spPr>
        <a:xfrm>
          <a:off x="927177" y="3312018"/>
          <a:ext cx="1449833" cy="1410701"/>
        </a:xfrm>
        <a:prstGeom prst="ellipse">
          <a:avLst/>
        </a:prstGeom>
        <a:solidFill>
          <a:schemeClr val="accent5"/>
        </a:solidFill>
        <a:ln w="10795"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kern="1200" dirty="0">
              <a:latin typeface="+mn-lt"/>
              <a:ea typeface="+mn-ea"/>
              <a:cs typeface="+mn-cs"/>
            </a:rPr>
            <a:t>NPTS</a:t>
          </a:r>
        </a:p>
      </dsp:txBody>
      <dsp:txXfrm>
        <a:off x="1139500" y="3518610"/>
        <a:ext cx="1025187" cy="997517"/>
      </dsp:txXfrm>
    </dsp:sp>
    <dsp:sp modelId="{5DFD5CDA-E2CD-4A53-B4C8-3AC9060C3573}">
      <dsp:nvSpPr>
        <dsp:cNvPr id="0" name=""/>
        <dsp:cNvSpPr/>
      </dsp:nvSpPr>
      <dsp:spPr>
        <a:xfrm>
          <a:off x="247440" y="1220004"/>
          <a:ext cx="1449833" cy="1410701"/>
        </a:xfrm>
        <a:prstGeom prst="ellipse">
          <a:avLst/>
        </a:prstGeom>
        <a:solidFill>
          <a:schemeClr val="accent5"/>
        </a:solidFill>
        <a:ln w="10795"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kern="1200" dirty="0">
              <a:latin typeface="+mn-lt"/>
              <a:ea typeface="+mn-ea"/>
              <a:cs typeface="+mn-cs"/>
            </a:rPr>
            <a:t>Prophet</a:t>
          </a:r>
        </a:p>
      </dsp:txBody>
      <dsp:txXfrm>
        <a:off x="459763" y="1426596"/>
        <a:ext cx="1025187" cy="99751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BE4307F-F9F2-44D6-997F-0A3B80C66745}">
      <dsp:nvSpPr>
        <dsp:cNvPr id="0" name=""/>
        <dsp:cNvSpPr/>
      </dsp:nvSpPr>
      <dsp:spPr>
        <a:xfrm>
          <a:off x="1334821" y="70"/>
          <a:ext cx="1353418" cy="1353418"/>
        </a:xfrm>
        <a:prstGeom prst="ellipse">
          <a:avLst/>
        </a:prstGeom>
        <a:solidFill>
          <a:srgbClr val="232F3E">
            <a:hueOff val="0"/>
            <a:satOff val="0"/>
            <a:lumOff val="0"/>
            <a:alphaOff val="0"/>
          </a:srgb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kern="1200" dirty="0">
              <a:solidFill>
                <a:srgbClr val="FFFFFF"/>
              </a:solidFill>
              <a:latin typeface="+mn-lt"/>
              <a:ea typeface="+mn-ea"/>
              <a:cs typeface="+mn-cs"/>
            </a:rPr>
            <a:t>Predictor</a:t>
          </a:r>
          <a:endParaRPr lang="en-US" sz="1400" kern="1200" dirty="0">
            <a:solidFill>
              <a:srgbClr val="FFFFFF"/>
            </a:solidFill>
            <a:latin typeface="+mn-lt"/>
            <a:ea typeface="+mn-ea"/>
            <a:cs typeface="+mn-cs"/>
          </a:endParaRPr>
        </a:p>
      </dsp:txBody>
      <dsp:txXfrm>
        <a:off x="1533024" y="198273"/>
        <a:ext cx="957012" cy="957012"/>
      </dsp:txXfrm>
    </dsp:sp>
    <dsp:sp modelId="{8C193DFF-F26C-4F31-B077-19135646570D}">
      <dsp:nvSpPr>
        <dsp:cNvPr id="0" name=""/>
        <dsp:cNvSpPr/>
      </dsp:nvSpPr>
      <dsp:spPr>
        <a:xfrm>
          <a:off x="1850815" y="1398488"/>
          <a:ext cx="321429" cy="321429"/>
        </a:xfrm>
        <a:prstGeom prst="mathPlus">
          <a:avLst/>
        </a:prstGeom>
        <a:solidFill>
          <a:srgbClr val="232F3E">
            <a:tint val="60000"/>
            <a:hueOff val="0"/>
            <a:satOff val="0"/>
            <a:lumOff val="0"/>
            <a:alphaOff val="0"/>
          </a:srgb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dirty="0">
            <a:solidFill>
              <a:srgbClr val="FFFFFF"/>
            </a:solidFill>
            <a:latin typeface="+mn-lt"/>
            <a:ea typeface="+mn-ea"/>
            <a:cs typeface="+mn-cs"/>
          </a:endParaRPr>
        </a:p>
      </dsp:txBody>
      <dsp:txXfrm>
        <a:off x="1893420" y="1521402"/>
        <a:ext cx="236219" cy="75601"/>
      </dsp:txXfrm>
    </dsp:sp>
    <dsp:sp modelId="{8222ED28-7CA9-44A2-ABF3-4DFD392E991A}">
      <dsp:nvSpPr>
        <dsp:cNvPr id="0" name=""/>
        <dsp:cNvSpPr/>
      </dsp:nvSpPr>
      <dsp:spPr>
        <a:xfrm>
          <a:off x="1334821" y="1764918"/>
          <a:ext cx="1353418" cy="1353418"/>
        </a:xfrm>
        <a:prstGeom prst="ellipse">
          <a:avLst/>
        </a:prstGeom>
        <a:solidFill>
          <a:srgbClr val="232F3E">
            <a:hueOff val="0"/>
            <a:satOff val="0"/>
            <a:lumOff val="0"/>
            <a:alphaOff val="0"/>
          </a:srgb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20320" rIns="0" bIns="20320" numCol="1" spcCol="1270" anchor="ctr" anchorCtr="0">
          <a:noAutofit/>
        </a:bodyPr>
        <a:lstStyle/>
        <a:p>
          <a:pPr marL="0" lvl="0" indent="0" algn="ctr" defTabSz="711200">
            <a:lnSpc>
              <a:spcPct val="90000"/>
            </a:lnSpc>
            <a:spcBef>
              <a:spcPct val="0"/>
            </a:spcBef>
            <a:spcAft>
              <a:spcPct val="35000"/>
            </a:spcAft>
            <a:buNone/>
          </a:pPr>
          <a:r>
            <a:rPr lang="en-US" sz="1600" kern="1200" dirty="0">
              <a:solidFill>
                <a:srgbClr val="FFFFFF"/>
              </a:solidFill>
              <a:latin typeface="+mn-lt"/>
              <a:ea typeface="+mn-ea"/>
              <a:cs typeface="+mn-cs"/>
            </a:rPr>
            <a:t>Algorithm</a:t>
          </a:r>
          <a:endParaRPr lang="en-US" sz="1400" kern="1200" dirty="0">
            <a:solidFill>
              <a:srgbClr val="FFFFFF"/>
            </a:solidFill>
            <a:latin typeface="+mn-lt"/>
            <a:ea typeface="+mn-ea"/>
            <a:cs typeface="+mn-cs"/>
          </a:endParaRPr>
        </a:p>
      </dsp:txBody>
      <dsp:txXfrm>
        <a:off x="1533024" y="1963121"/>
        <a:ext cx="957012" cy="957012"/>
      </dsp:txXfrm>
    </dsp:sp>
    <dsp:sp modelId="{F23878BC-04D2-4DAA-B772-930C6BBE1491}">
      <dsp:nvSpPr>
        <dsp:cNvPr id="0" name=""/>
        <dsp:cNvSpPr/>
      </dsp:nvSpPr>
      <dsp:spPr>
        <a:xfrm>
          <a:off x="2771367" y="1456124"/>
          <a:ext cx="176232" cy="206158"/>
        </a:xfrm>
        <a:prstGeom prst="rightArrow">
          <a:avLst>
            <a:gd name="adj1" fmla="val 60000"/>
            <a:gd name="adj2" fmla="val 50000"/>
          </a:avLst>
        </a:prstGeom>
        <a:solidFill>
          <a:srgbClr val="232F3E">
            <a:tint val="60000"/>
            <a:hueOff val="0"/>
            <a:satOff val="0"/>
            <a:lumOff val="0"/>
            <a:alphaOff val="0"/>
          </a:srgb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en-US" sz="800" kern="1200" dirty="0">
            <a:solidFill>
              <a:srgbClr val="FFFFFF"/>
            </a:solidFill>
            <a:latin typeface="+mn-lt"/>
            <a:ea typeface="+mn-ea"/>
            <a:cs typeface="+mn-cs"/>
          </a:endParaRPr>
        </a:p>
      </dsp:txBody>
      <dsp:txXfrm>
        <a:off x="2771367" y="1497356"/>
        <a:ext cx="123362" cy="123694"/>
      </dsp:txXfrm>
    </dsp:sp>
    <dsp:sp modelId="{C867DB0E-0C0F-4106-8B0A-5FCC38E2E591}">
      <dsp:nvSpPr>
        <dsp:cNvPr id="0" name=""/>
        <dsp:cNvSpPr/>
      </dsp:nvSpPr>
      <dsp:spPr>
        <a:xfrm>
          <a:off x="3020752" y="710380"/>
          <a:ext cx="1697646" cy="1697646"/>
        </a:xfrm>
        <a:prstGeom prst="ellipse">
          <a:avLst/>
        </a:prstGeom>
        <a:solidFill>
          <a:srgbClr val="232F3E">
            <a:hueOff val="0"/>
            <a:satOff val="0"/>
            <a:lumOff val="0"/>
            <a:alphaOff val="0"/>
          </a:srgb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9370" tIns="39370" rIns="39370" bIns="39370" numCol="1" spcCol="1270" anchor="ctr" anchorCtr="0">
          <a:noAutofit/>
        </a:bodyPr>
        <a:lstStyle/>
        <a:p>
          <a:pPr marL="0" lvl="0" indent="0" algn="ctr" defTabSz="1377950">
            <a:lnSpc>
              <a:spcPct val="90000"/>
            </a:lnSpc>
            <a:spcBef>
              <a:spcPct val="0"/>
            </a:spcBef>
            <a:spcAft>
              <a:spcPct val="35000"/>
            </a:spcAft>
            <a:buNone/>
          </a:pPr>
          <a:r>
            <a:rPr lang="en-US" sz="3100" kern="1200" dirty="0">
              <a:solidFill>
                <a:srgbClr val="FFFFFF"/>
              </a:solidFill>
              <a:latin typeface="+mn-lt"/>
              <a:ea typeface="+mn-ea"/>
              <a:cs typeface="+mn-cs"/>
            </a:rPr>
            <a:t>Model</a:t>
          </a:r>
        </a:p>
      </dsp:txBody>
      <dsp:txXfrm>
        <a:off x="3269367" y="958995"/>
        <a:ext cx="1200416" cy="1200416"/>
      </dsp:txXfrm>
    </dsp:sp>
  </dsp:spTree>
</dsp:drawing>
</file>

<file path=ppt/diagrams/layout1.xml><?xml version="1.0" encoding="utf-8"?>
<dgm:layoutDef xmlns:dgm="http://schemas.openxmlformats.org/drawingml/2006/diagram" xmlns:a="http://schemas.openxmlformats.org/drawingml/2006/main" uniqueId="urn:microsoft.com/office/officeart/2005/8/layout/radial6">
  <dgm:title val=""/>
  <dgm:desc val=""/>
  <dgm:catLst>
    <dgm:cat type="cycle" pri="9000"/>
    <dgm:cat type="relationship" pri="2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choose name="Name3">
          <dgm:if name="Name4" axis="ch ch" ptType="node node" st="1 1" cnt="1 0" func="cnt" op="lte" val="1">
            <dgm:alg type="cycle">
              <dgm:param type="stAng" val="90"/>
              <dgm:param type="spanAng" val="360"/>
              <dgm:param type="ctrShpMap" val="fNode"/>
            </dgm:alg>
          </dgm:if>
          <dgm:else name="Name5">
            <dgm:alg type="cycle">
              <dgm:param type="stAng" val="0"/>
              <dgm:param type="spanAng" val="360"/>
              <dgm:param type="ctrShpMap" val="fNode"/>
            </dgm:alg>
          </dgm:else>
        </dgm:choose>
      </dgm:if>
      <dgm:else name="Name6">
        <dgm:choose name="Name7">
          <dgm:if name="Name8" axis="ch ch" ptType="node node" st="1 1" cnt="1 0" func="cnt" op="lte" val="1">
            <dgm:alg type="cycle">
              <dgm:param type="stAng" val="-90"/>
              <dgm:param type="spanAng" val="360"/>
              <dgm:param type="ctrShpMap" val="fNode"/>
            </dgm:alg>
          </dgm:if>
          <dgm:else name="Name9">
            <dgm:alg type="cycle">
              <dgm:param type="stAng" val="0"/>
              <dgm:param type="spanAng" val="-360"/>
              <dgm:param type="ctrShpMap" val="fNode"/>
            </dgm:alg>
          </dgm:else>
        </dgm:choose>
      </dgm:else>
    </dgm:choose>
    <dgm:shape xmlns:r="http://schemas.openxmlformats.org/officeDocument/2006/relationships" r:blip="">
      <dgm:adjLst/>
    </dgm:shape>
    <dgm:presOf/>
    <dgm:choose name="Name10">
      <dgm:if name="Name11" func="var" arg="dir" op="equ" val="norm">
        <dgm:choose name="Name12">
          <dgm:if name="Name13"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des" forName="oneNode" refType="primFontSz" refFor="ch" refForName="centerShape" op="lte" fact="0.95"/>
              <dgm:constr type="diam" for="ch" forName="singleconn" refType="diam" op="equ" fact="-1"/>
              <dgm:constr type="h" for="ch" forName="singleconn" refType="w" refFor="ch" refForName="oneComp" fact="0.24"/>
              <dgm:constr type="w" for="ch" forName="dummya" refType="w" refFor="ch" refForName="oneComp" op="equ"/>
              <dgm:constr type="w" for="ch" forName="dummyb" refType="w" refFor="ch" refForName="oneComp" op="equ"/>
              <dgm:constr type="w" for="ch" forName="dummyc" refType="w" refFor="ch" refForName="oneComp" op="equ"/>
            </dgm:constrLst>
          </dgm:if>
          <dgm:else name="Name14">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forName="sibTrans" refType="diam" op="equ"/>
              <dgm:constr type="h" for="ch" forName="sibTrans" refType="w" refFor="ch" refForName="node" fact="0.24"/>
              <dgm:constr type="w" for="ch" forName="dummy" val="1"/>
            </dgm:constrLst>
          </dgm:else>
        </dgm:choose>
      </dgm:if>
      <dgm:else name="Name15">
        <dgm:choose name="Name16">
          <dgm:if name="Name17"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ch" forName="oneNode" refType="primFontSz" refFor="ch" refForName="centerShape" op="lte" fact="0.95"/>
              <dgm:constr type="diam" for="ch" forName="singleconn" refType="diam"/>
              <dgm:constr type="h" for="ch" forName="singleconn" refType="w" refFor="ch" refForName="oneComp" fact="0.24"/>
              <dgm:constr type="diam" for="ch" refType="diam" op="equ"/>
              <dgm:constr type="w" for="ch" forName="dummya" refType="w" refFor="ch" refForName="oneComp" op="equ"/>
              <dgm:constr type="w" for="ch" forName="dummyb" refType="w" refFor="ch" refForName="oneComp" op="equ"/>
              <dgm:constr type="w" for="ch" forName="dummyc" refType="w" refFor="ch" refForName="oneComp" op="equ"/>
            </dgm:constrLst>
          </dgm:if>
          <dgm:else name="Name18">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ptType="sibTrans" refType="diam" fact="-1"/>
              <dgm:constr type="h" for="ch" forName="sibTrans" refType="w" refFor="ch" refForName="node" fact="0.24"/>
              <dgm:constr type="diam" for="ch" refType="diam" op="equ" fact="-1"/>
              <dgm:constr type="w" for="ch" forName="dummy" val="1"/>
            </dgm:constrLst>
          </dgm:else>
        </dgm:choose>
      </dgm:else>
    </dgm:choose>
    <dgm:ruleLst>
      <dgm:rule type="diam" val="INF" fact="NaN" max="NaN"/>
    </dgm:ruleLst>
    <dgm:forEach name="Name19"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20" axis="ch">
        <dgm:forEach name="Name21" axis="self" ptType="node">
          <dgm:choose name="Name22">
            <dgm:if name="Name23" axis="par ch" ptType="node node" func="cnt" op="gt" val="1">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dummy">
                <dgm:alg type="sp"/>
                <dgm:shape xmlns:r="http://schemas.openxmlformats.org/officeDocument/2006/relationships" r:blip="">
                  <dgm:adjLst/>
                </dgm:shape>
                <dgm:presOf/>
                <dgm:constrLst>
                  <dgm:constr type="h" refType="w"/>
                </dgm:constrLst>
                <dgm:ruleLst/>
              </dgm:layoutNode>
              <dgm:forEach name="sibTransForEach" axis="followSib" ptType="sibTrans" hideLastTrans="0" cnt="1">
                <dgm:layoutNode name="sibTrans" styleLbl="sibTrans2D1">
                  <dgm:alg type="conn">
                    <dgm:param type="connRout" val="curve"/>
                    <dgm:param type="begPts" val="ctr"/>
                    <dgm:param type="endPts" val="ctr"/>
                    <dgm:param type="begSty" val="noArr"/>
                    <dgm:param type="endSty" val="noArr"/>
                    <dgm:param type="dstNode" val="node"/>
                  </dgm:alg>
                  <dgm:shape xmlns:r="http://schemas.openxmlformats.org/officeDocument/2006/relationships" type="conn" r:blip="" zOrderOff="-999">
                    <dgm:adjLst/>
                  </dgm:shape>
                  <dgm:presOf axis="self"/>
                  <dgm:constrLst>
                    <dgm:constr type="begPad"/>
                    <dgm:constr type="endPad"/>
                  </dgm:constrLst>
                  <dgm:ruleLst/>
                </dgm:layoutNode>
              </dgm:forEach>
            </dgm:if>
            <dgm:if name="Name24" axis="par ch" ptType="node node" func="cnt" op="equ" val="1">
              <dgm:layoutNode name="oneComp">
                <dgm:alg type="composite">
                  <dgm:param type="ar" val="1"/>
                </dgm:alg>
                <dgm:shape xmlns:r="http://schemas.openxmlformats.org/officeDocument/2006/relationships" r:blip="">
                  <dgm:adjLst/>
                </dgm:shape>
                <dgm:presOf/>
                <dgm:constrLst>
                  <dgm:constr type="h" refType="w"/>
                  <dgm:constr type="l" for="ch" forName="dummyConnPt" refType="w" fact="0.5"/>
                  <dgm:constr type="t" for="ch" forName="dummyConnPt" refType="w" fact="0.5"/>
                  <dgm:constr type="l" for="ch" forName="oneNode"/>
                  <dgm:constr type="t" for="ch" forName="oneNode"/>
                  <dgm:constr type="h" for="ch" forName="oneNode" refType="h"/>
                  <dgm:constr type="w" for="ch" forName="oneNode" refType="w"/>
                </dgm:constrLst>
                <dgm:ruleLst/>
                <dgm:layoutNode name="dummyConnPt" styleLbl="node1">
                  <dgm:alg type="sp"/>
                  <dgm:shape xmlns:r="http://schemas.openxmlformats.org/officeDocument/2006/relationships" r:blip="">
                    <dgm:adjLst/>
                  </dgm:shape>
                  <dgm:presOf/>
                  <dgm:constrLst>
                    <dgm:constr type="w" val="1"/>
                    <dgm:constr type="h" val="1"/>
                  </dgm:constrLst>
                  <dgm:ruleLst/>
                </dgm:layoutNode>
                <dgm:layoutNode name="on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dgm:layoutNode name="dummya">
                <dgm:alg type="sp"/>
                <dgm:shape xmlns:r="http://schemas.openxmlformats.org/officeDocument/2006/relationships" r:blip="">
                  <dgm:adjLst/>
                </dgm:shape>
                <dgm:presOf/>
                <dgm:constrLst>
                  <dgm:constr type="h" refType="w"/>
                </dgm:constrLst>
                <dgm:ruleLst/>
              </dgm:layoutNode>
              <dgm:layoutNode name="dummyb">
                <dgm:alg type="sp"/>
                <dgm:shape xmlns:r="http://schemas.openxmlformats.org/officeDocument/2006/relationships" r:blip="">
                  <dgm:adjLst/>
                </dgm:shape>
                <dgm:presOf/>
                <dgm:constrLst>
                  <dgm:constr type="h" refType="w"/>
                </dgm:constrLst>
                <dgm:ruleLst/>
              </dgm:layoutNode>
              <dgm:layoutNode name="dummyc">
                <dgm:alg type="sp"/>
                <dgm:shape xmlns:r="http://schemas.openxmlformats.org/officeDocument/2006/relationships" r:blip="">
                  <dgm:adjLst/>
                </dgm:shape>
                <dgm:presOf/>
                <dgm:constrLst>
                  <dgm:constr type="h" refType="w"/>
                </dgm:constrLst>
                <dgm:ruleLst/>
              </dgm:layoutNode>
              <dgm:forEach name="sibTransForEach1" axis="followSib" ptType="sibTrans" hideLastTrans="0" cnt="1">
                <dgm:layoutNode name="singleconn" styleLbl="sibTrans2D1">
                  <dgm:alg type="conn">
                    <dgm:param type="connRout" val="longCurve"/>
                    <dgm:param type="begPts" val="bCtr"/>
                    <dgm:param type="endPts" val="tCtr"/>
                    <dgm:param type="begSty" val="noArr"/>
                    <dgm:param type="endSty" val="noArr"/>
                    <dgm:param type="srcNode" val="dummyConnPt"/>
                    <dgm:param type="dstNode" val="dummyConnPt"/>
                  </dgm:alg>
                  <dgm:shape xmlns:r="http://schemas.openxmlformats.org/officeDocument/2006/relationships" type="conn" r:blip="" zOrderOff="-999">
                    <dgm:adjLst/>
                  </dgm:shape>
                  <dgm:presOf axis="self"/>
                  <dgm:constrLst>
                    <dgm:constr type="begPad"/>
                    <dgm:constr type="endPad"/>
                  </dgm:constrLst>
                  <dgm:ruleLst/>
                </dgm:layoutNode>
              </dgm:forEach>
            </dgm:if>
            <dgm:else name="Name25"/>
          </dgm:choose>
        </dgm:forEach>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equation2">
  <dgm:title val=""/>
  <dgm:desc val=""/>
  <dgm:catLst>
    <dgm:cat type="relationship" pri="18000"/>
    <dgm:cat type="process" pri="26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linDir" val="fromL"/>
          <dgm:param type="fallback" val="2D"/>
        </dgm:alg>
      </dgm:if>
      <dgm:else name="Name3">
        <dgm:alg type="lin">
          <dgm:param type="linDir" val="fromR"/>
          <dgm:param type="fallback" val="2D"/>
        </dgm:alg>
      </dgm:else>
    </dgm:choose>
    <dgm:shape xmlns:r="http://schemas.openxmlformats.org/officeDocument/2006/relationships" r:blip="">
      <dgm:adjLst/>
    </dgm:shape>
    <dgm:presOf/>
    <dgm:choose name="Name4">
      <dgm:if name="Name5" axis="ch" ptType="node" func="cnt" op="gte" val="3">
        <dgm:constrLst>
          <dgm:constr type="h" for="des" forName="node" refType="w" fact="0.5"/>
          <dgm:constr type="w" for="ch" forName="lastNode" refType="w"/>
          <dgm:constr type="w" for="des" forName="node" refType="h" refFor="des" refForName="node"/>
          <dgm:constr type="w" for="ch" forName="sibTransLast" refType="h" refFor="des" refForName="node" fact="0.6"/>
          <dgm:constr type="h" for="des" forName="sibTrans" refType="h" refFor="des" refForName="node" op="equ" fact="0.58"/>
          <dgm:constr type="w" for="des" forName="sibTrans" refType="h" refFor="des" refForName="sibTrans" op="equ"/>
          <dgm:constr type="primFontSz" for="ch" forName="lastNode" op="equ" val="65"/>
          <dgm:constr type="primFontSz" for="des" forName="node" op="equ" val="65"/>
          <dgm:constr type="primFontSz" for="des" forName="sibTrans" val="55"/>
          <dgm:constr type="primFontSz" for="des" forName="sibTrans" refType="primFontSz" refFor="des" refForName="node" op="lte" fact="0.8"/>
          <dgm:constr type="primFontSz" for="des" forName="connectorText" refType="primFontSz" refFor="des" refForName="node" op="lte" fact="0.8"/>
          <dgm:constr type="primFontSz" for="des" forName="connectorText" refType="primFontSz" refFor="des" refForName="sibTrans" op="equ"/>
          <dgm:constr type="h" for="des" forName="spacerT" refType="h" refFor="des" refForName="sibTrans" fact="0.14"/>
          <dgm:constr type="h" for="des" forName="spacerB" refType="h" refFor="des" refForName="sibTrans" fact="0.14"/>
        </dgm:constrLst>
      </dgm:if>
      <dgm:else name="Name6">
        <dgm:constrLst>
          <dgm:constr type="h" for="des" forName="node" refType="w"/>
          <dgm:constr type="w" for="ch" forName="lastNode" refType="w"/>
          <dgm:constr type="w" for="des" forName="node" refType="h" refFor="des" refForName="node"/>
          <dgm:constr type="w" for="ch" forName="sibTransLast" refType="h" refFor="des" refForName="node" fact="0.6"/>
          <dgm:constr type="h" for="des" forName="sibTrans" refType="h" refFor="des" refForName="node" op="equ" fact="0.58"/>
          <dgm:constr type="w" for="des" forName="sibTrans" refType="h" refFor="des" refForName="sibTrans" op="equ"/>
          <dgm:constr type="primFontSz" for="des" forName="node" val="65"/>
          <dgm:constr type="primFontSz" for="ch" forName="lastNode" refType="primFontSz" refFor="des" refForName="node" op="equ"/>
          <dgm:constr type="primFontSz" for="des" forName="sibTrans" val="55"/>
          <dgm:constr type="primFontSz" for="des" forName="connectorText" refType="primFontSz" refFor="des" refForName="node" op="lte" fact="0.8"/>
          <dgm:constr type="primFontSz" for="des" forName="connectorText" refType="primFontSz" refFor="des" refForName="sibTrans" op="equ"/>
          <dgm:constr type="h" for="des" forName="spacerT" refType="h" refFor="des" refForName="sibTrans" fact="0.14"/>
          <dgm:constr type="h" for="des" forName="spacerB" refType="h" refFor="des" refForName="sibTrans" fact="0.14"/>
        </dgm:constrLst>
      </dgm:else>
    </dgm:choose>
    <dgm:ruleLst/>
    <dgm:choose name="Name7">
      <dgm:if name="Name8" axis="ch" ptType="node" func="cnt" op="gte" val="1">
        <dgm:layoutNode name="vNodes">
          <dgm:alg type="lin">
            <dgm:param type="linDir" val="fromT"/>
            <dgm:param type="fallback" val="2D"/>
          </dgm:alg>
          <dgm:shape xmlns:r="http://schemas.openxmlformats.org/officeDocument/2006/relationships" r:blip="">
            <dgm:adjLst/>
          </dgm:shape>
          <dgm:presOf/>
          <dgm:constrLst/>
          <dgm:ruleLst/>
          <dgm:forEach name="Name9" axis="ch" ptType="node">
            <dgm:choose name="Name10">
              <dgm:if name="Name11" axis="self" func="revPos" op="neq" val="1">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choose name="Name12">
                  <dgm:if name="Name13" axis="self" ptType="node" func="revPos" op="gt" val="2">
                    <dgm:forEach name="sibTransForEach" axis="followSib" ptType="sibTrans" cnt="1">
                      <dgm:layoutNode name="spacerT">
                        <dgm:alg type="sp"/>
                        <dgm:shape xmlns:r="http://schemas.openxmlformats.org/officeDocument/2006/relationships" r:blip="">
                          <dgm:adjLst/>
                        </dgm:shape>
                        <dgm:presOf axis="self"/>
                        <dgm:constrLst/>
                        <dgm:ruleLst/>
                      </dgm:layoutNode>
                      <dgm:layoutNode name="sibTrans">
                        <dgm:alg type="tx"/>
                        <dgm:shape xmlns:r="http://schemas.openxmlformats.org/officeDocument/2006/relationships" type="mathPlus" r:blip="">
                          <dgm:adjLst/>
                        </dgm:shape>
                        <dgm:presOf axis="self"/>
                        <dgm:constrLst>
                          <dgm:constr type="h" refType="w"/>
                          <dgm:constr type="lMarg"/>
                          <dgm:constr type="rMarg"/>
                          <dgm:constr type="tMarg"/>
                          <dgm:constr type="bMarg"/>
                        </dgm:constrLst>
                        <dgm:ruleLst>
                          <dgm:rule type="primFontSz" val="5" fact="NaN" max="NaN"/>
                        </dgm:ruleLst>
                      </dgm:layoutNode>
                      <dgm:layoutNode name="spacerB">
                        <dgm:alg type="sp"/>
                        <dgm:shape xmlns:r="http://schemas.openxmlformats.org/officeDocument/2006/relationships" r:blip="">
                          <dgm:adjLst/>
                        </dgm:shape>
                        <dgm:presOf axis="self"/>
                        <dgm:constrLst/>
                        <dgm:ruleLst/>
                      </dgm:layoutNode>
                    </dgm:forEach>
                  </dgm:if>
                  <dgm:else name="Name14"/>
                </dgm:choose>
              </dgm:if>
              <dgm:else name="Name15"/>
            </dgm:choose>
          </dgm:forEach>
        </dgm:layoutNode>
        <dgm:choose name="Name16">
          <dgm:if name="Name17" axis="ch" ptType="node" func="cnt" op="gt" val="1">
            <dgm:layoutNode name="sibTransLast">
              <dgm:alg type="conn">
                <dgm:param type="begPts" val="auto"/>
                <dgm:param type="endPts" val="auto"/>
                <dgm:param type="srcNode" val="vNodes"/>
                <dgm:param type="dstNode" val="lastNode"/>
              </dgm:alg>
              <dgm:shape xmlns:r="http://schemas.openxmlformats.org/officeDocument/2006/relationships" type="conn" r:blip="">
                <dgm:adjLst/>
              </dgm:shape>
              <dgm:presOf axis="ch" ptType="sibTrans" st="-1" cnt="1"/>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ch desOrSelf" ptType="sibTrans sibTrans" st="-1 1" cnt="1 0"/>
                <dgm:constrLst>
                  <dgm:constr type="lMarg"/>
                  <dgm:constr type="rMarg"/>
                  <dgm:constr type="tMarg"/>
                  <dgm:constr type="bMarg"/>
                </dgm:constrLst>
                <dgm:ruleLst>
                  <dgm:rule type="primFontSz" val="5" fact="NaN" max="NaN"/>
                </dgm:ruleLst>
              </dgm:layoutNode>
            </dgm:layoutNode>
          </dgm:if>
          <dgm:else name="Name18"/>
        </dgm:choose>
        <dgm:layoutNode name="lastNode">
          <dgm:varLst>
            <dgm:bulletEnabled val="1"/>
          </dgm:varLst>
          <dgm:alg type="tx">
            <dgm:param type="txAnchorVertCh" val="mid"/>
          </dgm:alg>
          <dgm:shape xmlns:r="http://schemas.openxmlformats.org/officeDocument/2006/relationships" type="ellipse" r:blip="">
            <dgm:adjLst/>
          </dgm:shape>
          <dgm:presOf axis="ch desOrSelf" ptType="node node" st="-1 1" cnt="1 0"/>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if>
      <dgm:else name="Name19"/>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1143000" y="635000"/>
            <a:ext cx="5486400" cy="3086822"/>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317500" y="3810000"/>
            <a:ext cx="7112000" cy="558800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15890323"/>
      </p:ext>
    </p:extLst>
  </p:cSld>
  <p:clrMap bg1="lt1" tx1="dk1" bg2="lt2" tx2="dk2" accent1="accent1" accent2="accent2" accent3="accent3" accent4="accent4" accent5="accent5" accent6="accent6" hlink="hlink" folHlink="folHlink"/>
  <p:notesStyle>
    <a:lvl1pPr marL="0" algn="l" defTabSz="914400" rtl="0" eaLnBrk="1" latinLnBrk="0" hangingPunct="1">
      <a:spcBef>
        <a:spcPts val="0"/>
      </a:spcBef>
      <a:spcAft>
        <a:spcPts val="0"/>
      </a:spcAft>
      <a:defRPr sz="1200" kern="1200">
        <a:solidFill>
          <a:schemeClr val="tx1"/>
        </a:solidFill>
        <a:latin typeface="+mn-lt"/>
        <a:ea typeface="+mn-ea"/>
        <a:cs typeface="+mn-cs"/>
      </a:defRPr>
    </a:lvl1pPr>
    <a:lvl2pPr marL="457200" algn="l" defTabSz="914400" rtl="0" eaLnBrk="1" latinLnBrk="0" hangingPunct="1">
      <a:spcBef>
        <a:spcPts val="0"/>
      </a:spcBef>
      <a:spcAft>
        <a:spcPts val="0"/>
      </a:spcAft>
      <a:defRPr sz="1200" kern="1200">
        <a:solidFill>
          <a:schemeClr val="tx1"/>
        </a:solidFill>
        <a:latin typeface="+mn-lt"/>
        <a:ea typeface="+mn-ea"/>
        <a:cs typeface="+mn-cs"/>
      </a:defRPr>
    </a:lvl2pPr>
    <a:lvl3pPr marL="914400" algn="l" defTabSz="914400" rtl="0" eaLnBrk="1" latinLnBrk="0" hangingPunct="1">
      <a:spcBef>
        <a:spcPts val="0"/>
      </a:spcBef>
      <a:spcAft>
        <a:spcPts val="0"/>
      </a:spcAft>
      <a:defRPr sz="1200" kern="1200">
        <a:solidFill>
          <a:schemeClr val="tx1"/>
        </a:solidFill>
        <a:latin typeface="+mn-lt"/>
        <a:ea typeface="+mn-ea"/>
        <a:cs typeface="+mn-cs"/>
      </a:defRPr>
    </a:lvl3pPr>
    <a:lvl4pPr marL="1371600" algn="l" defTabSz="914400" rtl="0" eaLnBrk="1" latinLnBrk="0" hangingPunct="1">
      <a:spcBef>
        <a:spcPts val="0"/>
      </a:spcBef>
      <a:spcAft>
        <a:spcPts val="0"/>
      </a:spcAft>
      <a:defRPr sz="1200" kern="1200">
        <a:solidFill>
          <a:schemeClr val="tx1"/>
        </a:solidFill>
        <a:latin typeface="+mn-lt"/>
        <a:ea typeface="+mn-ea"/>
        <a:cs typeface="+mn-cs"/>
      </a:defRPr>
    </a:lvl4pPr>
    <a:lvl5pPr marL="1828800" algn="l" defTabSz="914400" rtl="0" eaLnBrk="1" latinLnBrk="0" hangingPunct="1">
      <a:spcBef>
        <a:spcPts val="0"/>
      </a:spcBef>
      <a:spcAft>
        <a:spcPts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3" Type="http://schemas.openxmlformats.org/officeDocument/2006/relationships/hyperlink" Target="https://pandas.pydata.org/pandas-docs/stable/user_guide/timeseries.html" TargetMode="External"/><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3" Type="http://schemas.openxmlformats.org/officeDocument/2006/relationships/hyperlink" Target="https://docs.aws.amazon.com/sagemaker/latest/dg/canvas.html" TargetMode="External"/><Relationship Id="rId2" Type="http://schemas.openxmlformats.org/officeDocument/2006/relationships/slide" Target="../slides/slide35.xml"/><Relationship Id="rId1" Type="http://schemas.openxmlformats.org/officeDocument/2006/relationships/notesMaster" Target="../notesMasters/notesMaster1.xml"/><Relationship Id="rId4" Type="http://schemas.openxmlformats.org/officeDocument/2006/relationships/hyperlink" Target="https://aws.amazon.com/sagemaker/canvas/" TargetMode="Externa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3" Type="http://schemas.openxmlformats.org/officeDocument/2006/relationships/hyperlink" Target="https://www.svds.com/tbt-avoiding-common-mistakes-time-series-analysis/" TargetMode="External"/><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3" Type="http://schemas.openxmlformats.org/officeDocument/2006/relationships/hyperlink" Target="https://docs.aws.amazon.com/forecast/latest/dg/howitworks-domains-ds-types.html" TargetMode="External"/><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3" Type="http://schemas.openxmlformats.org/officeDocument/2006/relationships/hyperlink" Target="https://docs.aws.amazon.com/forecast/latest/dg/aws-forecast-choosing-recipes.html" TargetMode="External"/><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a:xfrm>
            <a:off x="317500" y="3810000"/>
            <a:ext cx="7112000" cy="53975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Welcome to Module 4: Introduction to Forecasting.</a:t>
            </a:r>
          </a:p>
        </p:txBody>
      </p:sp>
    </p:spTree>
    <p:extLst>
      <p:ext uri="{BB962C8B-B14F-4D97-AF65-F5344CB8AC3E}">
        <p14:creationId xmlns:p14="http://schemas.microsoft.com/office/powerpoint/2010/main" val="11714462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This module includes the following sections:</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Forecasting overview</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Processing time series data</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Using Amazon SageMaker Canvas to create a forecast model</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Module wrap-up</a:t>
            </a:r>
          </a:p>
          <a:p>
            <a:pPr marL="0" lvl="0" indent="0">
              <a:buFont typeface="Arial" panose="020B0604020202020204" pitchFamily="34" charset="0"/>
              <a:buNone/>
            </a:pPr>
            <a:endParaRPr lang="en-US" sz="1200" kern="1200" dirty="0">
              <a:solidFill>
                <a:schemeClr val="tx1"/>
              </a:solidFill>
              <a:effectLst/>
              <a:latin typeface="+mn-lt"/>
              <a:ea typeface="+mn-ea"/>
              <a:cs typeface="+mn-cs"/>
            </a:endParaRPr>
          </a:p>
          <a:p>
            <a:r>
              <a:rPr lang="en-US" b="0" i="0" dirty="0">
                <a:solidFill>
                  <a:srgbClr val="1D1C1D"/>
                </a:solidFill>
                <a:effectLst/>
                <a:latin typeface="Slack-Lato"/>
              </a:rPr>
              <a:t>The module also includes a simulation where you will learn how to use Amazon SageMaker Canvas to work with time series data.</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Finally, you will be asked to complete a knowledge check that will test your understanding of key concepts covered in this module.</a:t>
            </a:r>
          </a:p>
          <a:p>
            <a:pPr marL="0" indent="0">
              <a:buFont typeface="Arial" panose="020B0604020202020204" pitchFamily="34" charset="0"/>
              <a:buNone/>
            </a:pPr>
            <a:endParaRPr lang="en-US" sz="120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802437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a:xfrm>
            <a:off x="317500" y="3810000"/>
            <a:ext cx="7112000" cy="5397500"/>
          </a:xfrm>
        </p:spPr>
        <p:txBody>
          <a:bodyPr/>
          <a:lstStyle/>
          <a:p>
            <a:r>
              <a:rPr lang="en-US" sz="1200" dirty="0"/>
              <a:t>After completing this module, you should be able to do the following:</a:t>
            </a:r>
          </a:p>
          <a:p>
            <a:pPr marL="171450" lvl="0" indent="-171450">
              <a:buFont typeface="Arial" panose="020B0604020202020204" pitchFamily="34" charset="0"/>
              <a:buChar char="•"/>
            </a:pPr>
            <a:r>
              <a:rPr lang="en-US" dirty="0"/>
              <a:t>Describe the business problems solved by using machine learning forecasting.</a:t>
            </a:r>
          </a:p>
          <a:p>
            <a:pPr marL="171450" lvl="0" indent="-171450">
              <a:buFont typeface="Arial" panose="020B0604020202020204" pitchFamily="34" charset="0"/>
              <a:buChar char="•"/>
            </a:pPr>
            <a:r>
              <a:rPr lang="en-US" dirty="0"/>
              <a:t>Describe the challenges of working with time series data.</a:t>
            </a:r>
          </a:p>
          <a:p>
            <a:pPr marL="171450" lvl="0" indent="-171450">
              <a:buFont typeface="Arial" panose="020B0604020202020204" pitchFamily="34" charset="0"/>
              <a:buChar char="•"/>
            </a:pPr>
            <a:r>
              <a:rPr lang="en-US" dirty="0"/>
              <a:t>List the steps that are required to generate a forecast by using Amazon </a:t>
            </a:r>
            <a:r>
              <a:rPr lang="en-US" dirty="0" err="1"/>
              <a:t>SageMaker</a:t>
            </a:r>
            <a:r>
              <a:rPr lang="en-US" dirty="0"/>
              <a:t> Canvas.</a:t>
            </a:r>
          </a:p>
          <a:p>
            <a:pPr marL="171450" lvl="0" indent="-171450">
              <a:buFont typeface="Arial" panose="020B0604020202020204" pitchFamily="34" charset="0"/>
              <a:buChar char="•"/>
            </a:pPr>
            <a:r>
              <a:rPr lang="en-US" dirty="0"/>
              <a:t>Use Amazon SageMaker Canvas to make an in-app prediction.</a:t>
            </a:r>
          </a:p>
        </p:txBody>
      </p:sp>
    </p:spTree>
    <p:extLst>
      <p:ext uri="{BB962C8B-B14F-4D97-AF65-F5344CB8AC3E}">
        <p14:creationId xmlns:p14="http://schemas.microsoft.com/office/powerpoint/2010/main" val="9214445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Introducing Section 1: Forecasting overview.</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You start with a review of what forecasting means and learn about some use cases for forecasting.</a:t>
            </a:r>
          </a:p>
          <a:p>
            <a:r>
              <a:rPr lang="en-US" sz="1200" kern="1200" dirty="0">
                <a:solidFill>
                  <a:schemeClr val="tx1"/>
                </a:solidFill>
                <a:effectLst/>
                <a:latin typeface="+mn-lt"/>
                <a:ea typeface="+mn-ea"/>
                <a:cs typeface="+mn-cs"/>
              </a:rPr>
              <a:t> </a:t>
            </a:r>
          </a:p>
        </p:txBody>
      </p:sp>
    </p:spTree>
    <p:extLst>
      <p:ext uri="{BB962C8B-B14F-4D97-AF65-F5344CB8AC3E}">
        <p14:creationId xmlns:p14="http://schemas.microsoft.com/office/powerpoint/2010/main" val="33952227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Forecasting is an important area of machine learning. It is important because so many opportunities for predicting future outcomes are based on historical data. Many of these opportunities involve a time component. Although the time component adds more information, it also makes time series problems more difficult to handle than other types of predictions.</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You can think of time series data as falling into two broad categories. The first type is </a:t>
            </a:r>
            <a:r>
              <a:rPr lang="en-US" sz="1200" i="1" kern="1200" dirty="0">
                <a:solidFill>
                  <a:schemeClr val="tx1"/>
                </a:solidFill>
                <a:effectLst/>
                <a:latin typeface="+mn-lt"/>
                <a:ea typeface="+mn-ea"/>
                <a:cs typeface="+mn-cs"/>
              </a:rPr>
              <a:t>univariate</a:t>
            </a:r>
            <a:r>
              <a:rPr lang="en-US" sz="1200" kern="1200" dirty="0">
                <a:solidFill>
                  <a:schemeClr val="tx1"/>
                </a:solidFill>
                <a:effectLst/>
                <a:latin typeface="+mn-lt"/>
                <a:ea typeface="+mn-ea"/>
                <a:cs typeface="+mn-cs"/>
              </a:rPr>
              <a:t>, which means that it has only one variable. The second type is </a:t>
            </a:r>
            <a:r>
              <a:rPr lang="en-US" sz="1200" i="1" kern="1200" dirty="0">
                <a:solidFill>
                  <a:schemeClr val="tx1"/>
                </a:solidFill>
                <a:effectLst/>
                <a:latin typeface="+mn-lt"/>
                <a:ea typeface="+mn-ea"/>
                <a:cs typeface="+mn-cs"/>
              </a:rPr>
              <a:t>multivariate</a:t>
            </a:r>
            <a:r>
              <a:rPr lang="en-US" sz="1200" kern="1200" dirty="0">
                <a:solidFill>
                  <a:schemeClr val="tx1"/>
                </a:solidFill>
                <a:effectLst/>
                <a:latin typeface="+mn-lt"/>
                <a:ea typeface="+mn-ea"/>
                <a:cs typeface="+mn-cs"/>
              </a:rPr>
              <a:t>, which means that it has more than one variable. In addition to these two categories, most time series datasets also follow one of the following patterns:</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Trend – A pattern that shows the values as they increase, decrease, or stay the same over time</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Seasonal – A repeating pattern that is based on the seasons in a year</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Cyclical – Some other form of a repeating pattern</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Irregular – Changes in the data over time that appear to be random or that have no discernable pattern</a:t>
            </a:r>
          </a:p>
          <a:p>
            <a:endParaRPr lang="en-US" b="0" dirty="0"/>
          </a:p>
        </p:txBody>
      </p:sp>
    </p:spTree>
    <p:extLst>
      <p:ext uri="{BB962C8B-B14F-4D97-AF65-F5344CB8AC3E}">
        <p14:creationId xmlns:p14="http://schemas.microsoft.com/office/powerpoint/2010/main" val="21994035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r>
              <a:rPr lang="en-US" dirty="0"/>
              <a:t>You can use forecasting for a range of domains. Some of the more common applications include:</a:t>
            </a:r>
          </a:p>
          <a:p>
            <a:pPr marL="171450" indent="-171450">
              <a:buFont typeface="Arial" panose="020B0604020202020204" pitchFamily="34" charset="0"/>
              <a:buChar char="•"/>
            </a:pPr>
            <a:r>
              <a:rPr lang="en-US" dirty="0"/>
              <a:t>Marketing applications, such as sales forecasting or demand projections.</a:t>
            </a:r>
          </a:p>
          <a:p>
            <a:pPr marL="171450" indent="-171450">
              <a:buFont typeface="Arial" panose="020B0604020202020204" pitchFamily="34" charset="0"/>
              <a:buChar char="•"/>
            </a:pPr>
            <a:r>
              <a:rPr lang="en-US" dirty="0"/>
              <a:t>Inventory management systems to anticipate required inventory levels. Often, this type of forecast includes information about delivery times.</a:t>
            </a:r>
          </a:p>
          <a:p>
            <a:pPr marL="171450" indent="-171450">
              <a:buFont typeface="Arial" panose="020B0604020202020204" pitchFamily="34" charset="0"/>
              <a:buChar char="•"/>
            </a:pPr>
            <a:r>
              <a:rPr lang="en-US" dirty="0"/>
              <a:t>Energy consumption to determine when and where energy is needed.</a:t>
            </a:r>
          </a:p>
          <a:p>
            <a:pPr marL="171450" indent="-171450">
              <a:buFont typeface="Arial" panose="020B0604020202020204" pitchFamily="34" charset="0"/>
              <a:buChar char="•"/>
            </a:pPr>
            <a:r>
              <a:rPr lang="en-US" dirty="0"/>
              <a:t>Weather forecasting systems for governments, and commercial applications such as agriculture.</a:t>
            </a:r>
          </a:p>
          <a:p>
            <a:pPr marL="0" indent="0">
              <a:buFont typeface="Arial" panose="020B0604020202020204" pitchFamily="34" charset="0"/>
              <a:buNone/>
            </a:pPr>
            <a:endParaRPr lang="en-US" dirty="0"/>
          </a:p>
        </p:txBody>
      </p:sp>
    </p:spTree>
    <p:extLst>
      <p:ext uri="{BB962C8B-B14F-4D97-AF65-F5344CB8AC3E}">
        <p14:creationId xmlns:p14="http://schemas.microsoft.com/office/powerpoint/2010/main" val="18900602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Introducing Section 2: Processing time series data.</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a:p>
            <a:r>
              <a:rPr lang="en-US" sz="1200" kern="1200" dirty="0">
                <a:solidFill>
                  <a:schemeClr val="tx1"/>
                </a:solidFill>
                <a:effectLst/>
                <a:latin typeface="+mn-lt"/>
                <a:ea typeface="+mn-ea"/>
                <a:cs typeface="+mn-cs"/>
              </a:rPr>
              <a:t>Working with time series data presents several unique challenges, which you will now review.</a:t>
            </a:r>
          </a:p>
        </p:txBody>
      </p:sp>
    </p:spTree>
    <p:extLst>
      <p:ext uri="{BB962C8B-B14F-4D97-AF65-F5344CB8AC3E}">
        <p14:creationId xmlns:p14="http://schemas.microsoft.com/office/powerpoint/2010/main" val="25322563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Time series data is captured in chronological sequence over a defined period of time. Introducing time into a machine learning model has a positive impact because the model can derive meaning from change in the data points over time. Time series data tends to be correlated, which means that a dependency exists between data points.</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Because you have a regression problem—and because regression assumes independence of data points—you must develop a method for handling data dependence. The purpose of this method is to increase the validity of the predictions.</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In addition to the time series data, you can add related data to augment a forecasting model. For example, for a prediction about retail sales, you might include information about the product being sold (such as item identification or sales price). This information is in addition to the number of units that are sold per time period.</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third type of data is metadata about the dataset. For example, for a retail dataset, you might want to include metadata to group results, like a brand name. Another example of metadata could be including a genre for music or videos.</a:t>
            </a:r>
          </a:p>
          <a:p>
            <a:endParaRPr lang="en-US" b="0" dirty="0"/>
          </a:p>
        </p:txBody>
      </p:sp>
    </p:spTree>
    <p:extLst>
      <p:ext uri="{BB962C8B-B14F-4D97-AF65-F5344CB8AC3E}">
        <p14:creationId xmlns:p14="http://schemas.microsoft.com/office/powerpoint/2010/main" val="4604970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more data that you have, the better. A challenge that you can expect with multiple data sources is the timestamp of the data. You find differences in the timestamp format, along with other challenges, such as incomplete data. You might be able to infer missing data in some cases. For example, imagine that you have some data that contains both the month and the day, but no year. Suppose that the data appears to sequence through the month numbers in the database, and repeats after 12. In that case, you can add the year if you know when the data started. You can infer future years, based on the order of the data.</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Much data is stored in Universal Coordinated Time (UTC) format, but not all data is in UTC. You should check whether the timestamp is local or universal time. </a:t>
            </a:r>
            <a:r>
              <a:rPr lang="en-US" sz="1200" b="0" i="0" kern="1200" dirty="0">
                <a:solidFill>
                  <a:srgbClr val="D1D2D3"/>
                </a:solidFill>
                <a:effectLst/>
                <a:latin typeface="Monaco"/>
                <a:ea typeface="+mn-ea"/>
                <a:cs typeface="+mn-cs"/>
              </a:rPr>
              <a:t>With</a:t>
            </a:r>
            <a:r>
              <a:rPr lang="en-US" b="0" i="0" dirty="0">
                <a:solidFill>
                  <a:srgbClr val="D1D2D3"/>
                </a:solidFill>
                <a:effectLst/>
                <a:latin typeface="Monaco"/>
              </a:rPr>
              <a:t> ML in general, it is good practice to standardize timestamps to UTC for consistency across time zones.</a:t>
            </a:r>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Sometimes the timestamp doesn’t represent the time that you think it does. For example, suppose you have a database of cars that were serviced at a garage. Does the timestamp indicate the time that the car arrived, was completed, or was picked up? Or does it indicate when the final entry was entered into the system?</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If you try to model hourly caloric intake of patients, but you have only daily data, then you must adjust your target timescale.</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You might not have a timestamp present in your data. You might have other ways to extrapolate a time series, depending on the data and domain. For example, you might have wavelength measurements or vectors in an image.</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Daylight savings time is different around the world. Because of daylight savings, some times occur twice a year in their time zones.</a:t>
            </a:r>
          </a:p>
          <a:p>
            <a:endParaRPr lang="en-US" dirty="0"/>
          </a:p>
        </p:txBody>
      </p:sp>
    </p:spTree>
    <p:extLst>
      <p:ext uri="{BB962C8B-B14F-4D97-AF65-F5344CB8AC3E}">
        <p14:creationId xmlns:p14="http://schemas.microsoft.com/office/powerpoint/2010/main" val="1463604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A common occurrence in real-world forecasting problems is missing values in the raw data. Missing values makes it harder for a model to generate a forecast. The primary example in retail is an out-of-stock situation in demand forecasting. If an item goes out of stock, the sales for the day will zero. If the forecast is generated based on those zero sales values, the forecast will be incorrect.</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Missing values can be marked as missing for various reasons. Missing values can occur because of no transaction, or possibly because of measurement errors. Maybe a service that monitored certain data was not working correctly, or the measurement could not occur correctly. </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The missing data can be calculated in several ways:</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Forward fill – Uses the last known value for the missing value.</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Moving average – Uses the average of the last known values to calculate the missing value.</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Backward fill – Uses the next known value after the missing value. Be aware that it is a potential danger to use the future to calculate the past, which is bad in forecasting. This practice is known as </a:t>
            </a:r>
            <a:r>
              <a:rPr lang="en-US" sz="1200" i="1" kern="1200" dirty="0">
                <a:solidFill>
                  <a:schemeClr val="tx1"/>
                </a:solidFill>
                <a:effectLst/>
                <a:latin typeface="+mn-lt"/>
                <a:ea typeface="+mn-ea"/>
                <a:cs typeface="+mn-cs"/>
              </a:rPr>
              <a:t>lookahead</a:t>
            </a:r>
            <a:r>
              <a:rPr lang="en-US" sz="1200" kern="1200" dirty="0">
                <a:solidFill>
                  <a:schemeClr val="tx1"/>
                </a:solidFill>
                <a:effectLst/>
                <a:latin typeface="+mn-lt"/>
                <a:ea typeface="+mn-ea"/>
                <a:cs typeface="+mn-cs"/>
              </a:rPr>
              <a:t>, and it should be avoided.</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Interpolation – Essentially uses an equation to calculate the missing value.</a:t>
            </a:r>
          </a:p>
          <a:p>
            <a:pPr marL="0" lvl="0" indent="0">
              <a:buFont typeface="Arial" panose="020B0604020202020204" pitchFamily="34" charset="0"/>
              <a:buNone/>
            </a:pP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You also have the choice to use a zero fill. This choice is often used in retail, a domain where missing sales data shouldn’t be calculated. The missing data represents no orders on that day. It would be wise to investigate why, but you don’t want to fill in the missing value in this case.</a:t>
            </a:r>
          </a:p>
          <a:p>
            <a:endParaRPr lang="en-US" dirty="0"/>
          </a:p>
        </p:txBody>
      </p:sp>
    </p:spTree>
    <p:extLst>
      <p:ext uri="{BB962C8B-B14F-4D97-AF65-F5344CB8AC3E}">
        <p14:creationId xmlns:p14="http://schemas.microsoft.com/office/powerpoint/2010/main" val="33090385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You might obtain data at different frequencies. For example, you might have sales data that includes the exact timestamp that the sale was recorded. However, the inventory data might contain only the year, month, and day of the inventory level. When you have data that is at a different frequency than other datasets, or isn’t compatible with your question, you might need to </a:t>
            </a:r>
            <a:r>
              <a:rPr lang="en-US" sz="1200" i="1" kern="1200" dirty="0">
                <a:solidFill>
                  <a:schemeClr val="tx1"/>
                </a:solidFill>
                <a:effectLst/>
                <a:latin typeface="+mn-lt"/>
                <a:ea typeface="+mn-ea"/>
                <a:cs typeface="+mn-cs"/>
              </a:rPr>
              <a:t>downsample</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Downsample means moving from a more finely grained time to a less finely grained time. This example converts an hourly dataset to a daily dataset.</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When you downsample, you must decide how to combine the values. In the case of sales data, summing the quantity makes the most sense. If the data is temperature, you might want to find the average. Understanding your data helps you decide what the best course of action is.</a:t>
            </a:r>
          </a:p>
        </p:txBody>
      </p:sp>
    </p:spTree>
    <p:extLst>
      <p:ext uri="{BB962C8B-B14F-4D97-AF65-F5344CB8AC3E}">
        <p14:creationId xmlns:p14="http://schemas.microsoft.com/office/powerpoint/2010/main" val="6146064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inverse of downsampling is upsampling. The problem with upsampling is that it’s difficult to achieve in most cases. Suppose that you wanted to upsample your sales data from daily sales to hourly sales. Unless you have some other data source to reference, you wouldn’t be able to change from daily to hourly sales. In some cases, you must use additional data or knowledge. For example, if you must match the frequency of another time series, you might have an irregular time series or specific domain knowledge that could help. In those cases, you must be careful of how you convert the data. For the retail example, the best that you can do is create a single order for the day at a specified hour. For temperature, you can copy the daily temperature into each of the hourly slots, or use some formula to calculate a curve.</a:t>
            </a:r>
          </a:p>
        </p:txBody>
      </p:sp>
    </p:spTree>
    <p:extLst>
      <p:ext uri="{BB962C8B-B14F-4D97-AF65-F5344CB8AC3E}">
        <p14:creationId xmlns:p14="http://schemas.microsoft.com/office/powerpoint/2010/main" val="315284975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Outliers can be a problem in data science. The same is true of time series data. </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If you examine sales data and you see an order with an unusually large quantity of items, you might not want to include that order in your forecast calculations. The order size might never be repeated. Removing these outliers and anomalies is known as </a:t>
            </a:r>
            <a:r>
              <a:rPr lang="en-US" sz="1200" i="1" kern="1200" dirty="0">
                <a:solidFill>
                  <a:schemeClr val="tx1"/>
                </a:solidFill>
                <a:effectLst/>
                <a:latin typeface="+mn-lt"/>
                <a:ea typeface="+mn-ea"/>
                <a:cs typeface="+mn-cs"/>
              </a:rPr>
              <a:t>smoothing</a:t>
            </a:r>
            <a:r>
              <a:rPr lang="en-US" sz="1200" kern="1200" dirty="0">
                <a:solidFill>
                  <a:schemeClr val="tx1"/>
                </a:solidFill>
                <a:effectLst/>
                <a:latin typeface="+mn-lt"/>
                <a:ea typeface="+mn-ea"/>
                <a:cs typeface="+mn-cs"/>
              </a:rPr>
              <a:t>.</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Smoothing your data can help you deal with outliers and other anomalies. You might consider smoothing for the following reasons.</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Data preparation – Removing error values and outliers</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Visualization – Reducing noise in a plot</a:t>
            </a:r>
          </a:p>
          <a:p>
            <a:pPr marL="171450" indent="-171450">
              <a:buFont typeface="Arial" panose="020B0604020202020204" pitchFamily="34" charset="0"/>
              <a:buChar char="•"/>
            </a:pP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Understand why you are smoothing the data and the impact that it might have. You might want the outcome to be reduced noise and to create a better model. However, it’s equally important to consider these questions: Could your smoothing compromise the model? Does the model expect noisy data? Can you also smooth the data in production?</a:t>
            </a:r>
          </a:p>
          <a:p>
            <a:endParaRPr lang="en-US" dirty="0"/>
          </a:p>
        </p:txBody>
      </p:sp>
    </p:spTree>
    <p:extLst>
      <p:ext uri="{BB962C8B-B14F-4D97-AF65-F5344CB8AC3E}">
        <p14:creationId xmlns:p14="http://schemas.microsoft.com/office/powerpoint/2010/main" val="196072678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Seasonality in data is any kind of repeating observation where the frequency of the observation is stable. For example, in sales you typically see higher sales at the end of a quarter, and into Q4. Consumer retail exhibits this pattern even more in Q4. Be aware that data can have multiple types of seasonality in the same dataset.</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Many times, you might want to incorporate seasonality information into your forecast. Localized holidays are a good example for sales.</a:t>
            </a:r>
          </a:p>
          <a:p>
            <a:endParaRPr lang="en-US" dirty="0"/>
          </a:p>
        </p:txBody>
      </p:sp>
    </p:spTree>
    <p:extLst>
      <p:ext uri="{BB962C8B-B14F-4D97-AF65-F5344CB8AC3E}">
        <p14:creationId xmlns:p14="http://schemas.microsoft.com/office/powerpoint/2010/main" val="293213067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It is important to know how stable a system is. The level of stability, or </a:t>
            </a:r>
            <a:r>
              <a:rPr lang="en-US" sz="1200" i="1" kern="1200" dirty="0">
                <a:solidFill>
                  <a:schemeClr val="tx1"/>
                </a:solidFill>
                <a:effectLst/>
                <a:latin typeface="+mn-lt"/>
                <a:ea typeface="+mn-ea"/>
                <a:cs typeface="+mn-cs"/>
              </a:rPr>
              <a:t>stationarity</a:t>
            </a:r>
            <a:r>
              <a:rPr lang="en-US" sz="1200" kern="1200" dirty="0">
                <a:solidFill>
                  <a:schemeClr val="tx1"/>
                </a:solidFill>
                <a:effectLst/>
                <a:latin typeface="+mn-lt"/>
                <a:ea typeface="+mn-ea"/>
                <a:cs typeface="+mn-cs"/>
              </a:rPr>
              <a:t>, can tell you how much you should expect the system’s past behavior to inform future behavior. A system with low stability is not good for predicting the future. </a:t>
            </a:r>
            <a:r>
              <a:rPr lang="en-US" sz="1200" b="0" i="0" kern="1200" dirty="0">
                <a:solidFill>
                  <a:srgbClr val="D1D2D3"/>
                </a:solidFill>
                <a:effectLst/>
                <a:latin typeface="Monaco"/>
                <a:ea typeface="+mn-ea"/>
                <a:cs typeface="+mn-cs"/>
              </a:rPr>
              <a:t>A</a:t>
            </a:r>
            <a:r>
              <a:rPr lang="en-US" b="0" i="0" dirty="0">
                <a:solidFill>
                  <a:srgbClr val="D1D2D3"/>
                </a:solidFill>
                <a:effectLst/>
                <a:latin typeface="Monaco"/>
              </a:rPr>
              <a:t> stationary time series has constant statistical properties </a:t>
            </a:r>
            <a:r>
              <a:rPr lang="en-US" b="0" i="0">
                <a:solidFill>
                  <a:srgbClr val="D1D2D3"/>
                </a:solidFill>
                <a:effectLst/>
                <a:latin typeface="Monaco"/>
              </a:rPr>
              <a:t>over time, which is </a:t>
            </a:r>
            <a:r>
              <a:rPr lang="en-US" b="0" i="0" dirty="0">
                <a:solidFill>
                  <a:srgbClr val="D1D2D3"/>
                </a:solidFill>
                <a:effectLst/>
                <a:latin typeface="Monaco"/>
              </a:rPr>
              <a:t>important for forecasting.</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Often, you will want to determine the trend for a time series. However, adjusting the series for the trend can make it difficult to compare the series with another series that was also adjusted for trend. The trends might dominate the values in the series, which can lead you to overestimate of the correlation between the two series. This phenomenon was shown in the previous topic. </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Autocorrelation is one of the special problems that you face with time series data. As you saw in other machine learning problems, the goal of building an ML model is to separate the signal from the noise. Autocorrelation is a form of noise because separate observations are not independent of each other. </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A time series with autocorrelation might overstate the accuracy of the model that is produced. Some of the algorithms that you see in this module can help correct for autocorrelation.</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Correlations do not mean causation. </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Be careful when you interpret your own data, and be cautious about correlations—you don’t want to act on correlations that have no real-world meaning. As an experiment, say that you generate two random time series datasets of numbers between 0 and 1. You will find that they have low correlation. However, if you introduce the same slope to both sets of data, you will see a strong correlation.</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These factors, along with seasonality, can influence the model that you select to produce your forecast. Some algorithms handle seasonality and autocorrelation, but others do not. </a:t>
            </a:r>
          </a:p>
          <a:p>
            <a:endParaRPr lang="en-US" b="0" dirty="0">
              <a:latin typeface="+mn-lt"/>
            </a:endParaRPr>
          </a:p>
        </p:txBody>
      </p:sp>
    </p:spTree>
    <p:extLst>
      <p:ext uri="{BB962C8B-B14F-4D97-AF65-F5344CB8AC3E}">
        <p14:creationId xmlns:p14="http://schemas.microsoft.com/office/powerpoint/2010/main" val="282269912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pandas library was developed with financial data analysis in mind. As such, it is good at handling time series data.</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You can set the index of your pandas </a:t>
            </a:r>
            <a:r>
              <a:rPr lang="en-US" sz="1200" kern="1200" dirty="0" err="1">
                <a:solidFill>
                  <a:schemeClr val="tx1"/>
                </a:solidFill>
                <a:effectLst/>
                <a:latin typeface="+mn-lt"/>
                <a:ea typeface="+mn-ea"/>
                <a:cs typeface="+mn-cs"/>
              </a:rPr>
              <a:t>DataFrame</a:t>
            </a:r>
            <a:r>
              <a:rPr lang="en-US" sz="1200" kern="1200" dirty="0">
                <a:solidFill>
                  <a:schemeClr val="tx1"/>
                </a:solidFill>
                <a:effectLst/>
                <a:latin typeface="+mn-lt"/>
                <a:ea typeface="+mn-ea"/>
                <a:cs typeface="+mn-cs"/>
              </a:rPr>
              <a:t> to be a </a:t>
            </a:r>
            <a:r>
              <a:rPr lang="en-US" sz="1200" i="1" kern="1200" dirty="0">
                <a:solidFill>
                  <a:schemeClr val="tx1"/>
                </a:solidFill>
                <a:effectLst/>
                <a:latin typeface="+mn-lt"/>
                <a:ea typeface="+mn-ea"/>
                <a:cs typeface="+mn-cs"/>
              </a:rPr>
              <a:t>datetime</a:t>
            </a:r>
            <a:r>
              <a:rPr lang="en-US" sz="1200" kern="1200" dirty="0">
                <a:solidFill>
                  <a:schemeClr val="tx1"/>
                </a:solidFill>
                <a:effectLst/>
                <a:latin typeface="+mn-lt"/>
                <a:ea typeface="+mn-ea"/>
                <a:cs typeface="+mn-cs"/>
              </a:rPr>
              <a:t>, which gives you the ability to use the date and time to select your data. You can use ranges that contain partial dates. You can also extract date parts, such as </a:t>
            </a:r>
            <a:r>
              <a:rPr lang="en-US" sz="1200" i="1" kern="1200" dirty="0">
                <a:solidFill>
                  <a:schemeClr val="tx1"/>
                </a:solidFill>
                <a:effectLst/>
                <a:latin typeface="+mn-lt"/>
                <a:ea typeface="+mn-ea"/>
                <a:cs typeface="+mn-cs"/>
              </a:rPr>
              <a:t>year</a:t>
            </a: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month</a:t>
            </a:r>
            <a:r>
              <a:rPr lang="en-US" sz="1200"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weekday_name</a:t>
            </a:r>
            <a:r>
              <a:rPr lang="en-US" sz="1200" kern="1200" dirty="0">
                <a:solidFill>
                  <a:schemeClr val="tx1"/>
                </a:solidFill>
                <a:effectLst/>
                <a:latin typeface="+mn-lt"/>
                <a:ea typeface="+mn-ea"/>
                <a:cs typeface="+mn-cs"/>
              </a:rPr>
              <a:t>, and more. </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For grouping and resampling tasks, pandas has built-in functions to do both.</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Finally, pandas can give you insights into autocorrelation.</a:t>
            </a:r>
          </a:p>
          <a:p>
            <a:r>
              <a:rPr lang="en-US" sz="1200" kern="1200" dirty="0">
                <a:solidFill>
                  <a:schemeClr val="tx1"/>
                </a:solidFill>
                <a:effectLst/>
                <a:latin typeface="+mn-lt"/>
                <a:ea typeface="+mn-ea"/>
                <a:cs typeface="+mn-cs"/>
              </a:rPr>
              <a:t> </a:t>
            </a:r>
          </a:p>
          <a:p>
            <a:pPr marL="0" marR="0">
              <a:spcBef>
                <a:spcPts val="0"/>
              </a:spcBef>
              <a:spcAft>
                <a:spcPts val="0"/>
              </a:spcAft>
            </a:pPr>
            <a:r>
              <a:rPr lang="en-US" dirty="0">
                <a:effectLst/>
                <a:ea typeface="Calibri" panose="020F0502020204030204" pitchFamily="34" charset="0"/>
                <a:cs typeface="Times New Roman" panose="02020603050405020304" pitchFamily="18" charset="0"/>
              </a:rPr>
              <a:t>For more information about pandas and time series data, see “Time Series/Date Functionality” in the pandas documentation at </a:t>
            </a:r>
            <a:r>
              <a:rPr lang="en-US" u="sng" dirty="0">
                <a:solidFill>
                  <a:srgbClr val="197956"/>
                </a:solidFill>
                <a:effectLst/>
                <a:ea typeface="Calibri" panose="020F0502020204030204" pitchFamily="34" charset="0"/>
                <a:cs typeface="Times New Roman" panose="02020603050405020304" pitchFamily="18" charset="0"/>
                <a:hlinkClick r:id="rId3">
                  <a:extLst>
                    <a:ext uri="{A12FA001-AC4F-418D-AE19-62706E023703}">
                      <ahyp:hlinkClr xmlns:ahyp="http://schemas.microsoft.com/office/drawing/2018/hyperlinkcolor" val="tx"/>
                    </a:ext>
                  </a:extLst>
                </a:hlinkClick>
              </a:rPr>
              <a:t>https://pandas.pydata.org/pandas-docs/stable/user_guide/timeseries.html</a:t>
            </a:r>
            <a:r>
              <a:rPr lang="en-US" dirty="0">
                <a:solidFill>
                  <a:srgbClr val="197956"/>
                </a:solidFill>
                <a:effectLst/>
                <a:ea typeface="Calibri" panose="020F0502020204030204" pitchFamily="34" charset="0"/>
                <a:cs typeface="Times New Roman" panose="02020603050405020304" pitchFamily="18" charset="0"/>
              </a:rPr>
              <a:t>.</a:t>
            </a:r>
          </a:p>
          <a:p>
            <a:endParaRPr lang="en-US" b="0" dirty="0">
              <a:latin typeface="+mn-lt"/>
            </a:endParaRPr>
          </a:p>
        </p:txBody>
      </p:sp>
    </p:spTree>
    <p:extLst>
      <p:ext uri="{BB962C8B-B14F-4D97-AF65-F5344CB8AC3E}">
        <p14:creationId xmlns:p14="http://schemas.microsoft.com/office/powerpoint/2010/main" val="393573378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One of the tasks in building a forecasting application is to choose an appropriate algorithm. The type of dataset that you are using and the features of that dataset should determine your choice of algorithm.</a:t>
            </a:r>
          </a:p>
          <a:p>
            <a:r>
              <a:rPr lang="en-US" sz="1200" kern="1200" dirty="0">
                <a:solidFill>
                  <a:schemeClr val="tx1"/>
                </a:solidFill>
                <a:effectLst/>
                <a:latin typeface="+mn-lt"/>
                <a:ea typeface="+mn-ea"/>
                <a:cs typeface="+mn-cs"/>
              </a:rPr>
              <a:t> </a:t>
            </a:r>
          </a:p>
          <a:p>
            <a:pPr marL="0" indent="0">
              <a:buFont typeface="Arial" panose="020B0604020202020204" pitchFamily="34" charset="0"/>
              <a:buNone/>
            </a:pPr>
            <a:endParaRPr lang="en-US" dirty="0"/>
          </a:p>
        </p:txBody>
      </p:sp>
    </p:spTree>
    <p:extLst>
      <p:ext uri="{BB962C8B-B14F-4D97-AF65-F5344CB8AC3E}">
        <p14:creationId xmlns:p14="http://schemas.microsoft.com/office/powerpoint/2010/main" val="85093230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mn-lt"/>
              </a:rPr>
              <a:t>Some key</a:t>
            </a:r>
            <a:r>
              <a:rPr lang="en-US" sz="1200" baseline="0" dirty="0">
                <a:latin typeface="+mn-lt"/>
              </a:rPr>
              <a:t> takeaways from this section of the module include:</a:t>
            </a:r>
            <a:endParaRPr lang="en-US" b="1" dirty="0">
              <a:latin typeface="+mn-lt"/>
            </a:endParaRPr>
          </a:p>
          <a:p>
            <a:pPr marL="171450" indent="-171450">
              <a:buFont typeface="Arial" panose="020B0604020202020204" pitchFamily="34" charset="0"/>
              <a:buChar char="•"/>
            </a:pPr>
            <a:r>
              <a:rPr lang="en-US" b="0" dirty="0">
                <a:latin typeface="+mn-lt"/>
              </a:rPr>
              <a:t>Time</a:t>
            </a:r>
            <a:r>
              <a:rPr lang="en-US" b="0" baseline="0" dirty="0">
                <a:latin typeface="+mn-lt"/>
              </a:rPr>
              <a:t> series data is sequenced data that includes a time element, which makes it different from regular datasets</a:t>
            </a:r>
          </a:p>
          <a:p>
            <a:pPr marL="171450" indent="-171450">
              <a:buFont typeface="Arial" panose="020B0604020202020204" pitchFamily="34" charset="0"/>
              <a:buChar char="•"/>
            </a:pPr>
            <a:r>
              <a:rPr lang="en-US" b="0" baseline="0" dirty="0">
                <a:latin typeface="+mn-lt"/>
              </a:rPr>
              <a:t>Some of the time challenges include – </a:t>
            </a:r>
          </a:p>
          <a:p>
            <a:pPr marL="628650" lvl="1" indent="-171450">
              <a:buFont typeface="Arial" panose="020B0604020202020204" pitchFamily="34" charset="0"/>
              <a:buChar char="•"/>
            </a:pPr>
            <a:r>
              <a:rPr lang="en-US" b="0" baseline="0" dirty="0">
                <a:latin typeface="+mn-lt"/>
              </a:rPr>
              <a:t>Handling different time formats</a:t>
            </a:r>
          </a:p>
          <a:p>
            <a:pPr marL="628650" lvl="1" indent="-171450">
              <a:buFont typeface="Arial" panose="020B0604020202020204" pitchFamily="34" charset="0"/>
              <a:buChar char="•"/>
            </a:pPr>
            <a:r>
              <a:rPr lang="en-US" b="0" baseline="0" dirty="0">
                <a:latin typeface="+mn-lt"/>
              </a:rPr>
              <a:t>Handling missing data through down sampling, up sampling and smoothing</a:t>
            </a:r>
          </a:p>
          <a:p>
            <a:pPr marL="628650" lvl="1" indent="-171450">
              <a:buFont typeface="Arial" panose="020B0604020202020204" pitchFamily="34" charset="0"/>
              <a:buChar char="•"/>
            </a:pPr>
            <a:r>
              <a:rPr lang="en-US" b="0" baseline="0" dirty="0">
                <a:latin typeface="+mn-lt"/>
              </a:rPr>
              <a:t>Handling seasonality, such as weekdays and yearly cycles</a:t>
            </a:r>
          </a:p>
          <a:p>
            <a:pPr marL="628650" lvl="1" indent="-171450">
              <a:buFont typeface="Arial" panose="020B0604020202020204" pitchFamily="34" charset="0"/>
              <a:buChar char="•"/>
            </a:pPr>
            <a:r>
              <a:rPr lang="en-US" b="0" baseline="0" dirty="0">
                <a:latin typeface="+mn-lt"/>
              </a:rPr>
              <a:t>Avoiding bad correlations</a:t>
            </a:r>
          </a:p>
          <a:p>
            <a:pPr marL="171450" lvl="0" indent="-171450">
              <a:buFont typeface="Arial" panose="020B0604020202020204" pitchFamily="34" charset="0"/>
              <a:buChar char="•"/>
            </a:pPr>
            <a:r>
              <a:rPr lang="en-US" b="0" baseline="0" dirty="0">
                <a:latin typeface="+mn-lt"/>
              </a:rPr>
              <a:t>The pandas library offers support for time series data through functions that deal with time</a:t>
            </a:r>
          </a:p>
        </p:txBody>
      </p:sp>
    </p:spTree>
    <p:extLst>
      <p:ext uri="{BB962C8B-B14F-4D97-AF65-F5344CB8AC3E}">
        <p14:creationId xmlns:p14="http://schemas.microsoft.com/office/powerpoint/2010/main" val="85980941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r>
              <a:rPr lang="en-US" sz="1200" dirty="0"/>
              <a:t>Introducing Section 3:</a:t>
            </a:r>
            <a:r>
              <a:rPr lang="en-US" sz="1200" dirty="0">
                <a:latin typeface="+mj-lt"/>
              </a:rPr>
              <a:t> Using Amazon </a:t>
            </a:r>
            <a:r>
              <a:rPr lang="en-US" dirty="0">
                <a:latin typeface="+mj-lt"/>
              </a:rPr>
              <a:t>SageMaker Canvas to create a forecast model</a:t>
            </a:r>
            <a:endParaRPr lang="en-US" sz="1200" dirty="0"/>
          </a:p>
        </p:txBody>
      </p:sp>
    </p:spTree>
    <p:extLst>
      <p:ext uri="{BB962C8B-B14F-4D97-AF65-F5344CB8AC3E}">
        <p14:creationId xmlns:p14="http://schemas.microsoft.com/office/powerpoint/2010/main" val="373854969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dirty="0">
                <a:effectLst/>
                <a:latin typeface="+mn-lt"/>
              </a:rPr>
              <a:t>If you have ML users who want to create ML models but have limited coding and cloud infrastructure provisioning experience, you can use Amazon SageMaker Canvas. It contains ready-to-use models that you can immediately use to make predictions. Alternatively, you can build your own custom ML model or chat with popular large language models.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dirty="0">
              <a:effectLst/>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dirty="0">
                <a:effectLst/>
                <a:latin typeface="+mn-lt"/>
              </a:rPr>
              <a:t>SageMaker Canvas gives you the ability to train and deploy custom ML models and generate predictions without the need to write any code. It is a managed service that provisions needed AWS resources on your behalf. SageMaker Canvas contains several features to assist your ML workflow, such as importing and preparing datasets, training ML models, and deploying ML models to make predictions.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dirty="0">
              <a:effectLst/>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You can import and create </a:t>
            </a:r>
            <a:r>
              <a:rPr lang="en-US" dirty="0" err="1"/>
              <a:t>SageMaker</a:t>
            </a:r>
            <a:r>
              <a:rPr lang="en-US" dirty="0"/>
              <a:t> Canvas datasets. For custom models, you can create datasets for tabular and image data. For ready-to-use models, you can use tabular and image datasets as well as document datasets.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If you're importing datasets larger than 5 GB or you need advanced transformations, use Amazon SageMaker Data Wrangler. </a:t>
            </a:r>
            <a:r>
              <a:rPr lang="en-US" sz="1200" b="0" i="0" dirty="0">
                <a:solidFill>
                  <a:srgbClr val="000716"/>
                </a:solidFill>
                <a:effectLst/>
                <a:latin typeface="+mn-lt"/>
              </a:rPr>
              <a:t>With SageMaker Data Wrangler in SageMaker Canvas</a:t>
            </a:r>
            <a:r>
              <a:rPr lang="en-US" b="0" i="0" dirty="0">
                <a:solidFill>
                  <a:srgbClr val="000716"/>
                </a:solidFill>
                <a:effectLst/>
                <a:latin typeface="+mn-lt"/>
              </a:rPr>
              <a:t>, you can create a data flow and use various data preparation techniques, such as applying advanced transforms or joining datasets. You can import data into SageMaker Canvas from the following data sources depending on the type of model you want to build. </a:t>
            </a:r>
          </a:p>
          <a:p>
            <a:pPr marL="171450" indent="-171450" algn="l">
              <a:buFont typeface="Arial" panose="020B0604020202020204" pitchFamily="34" charset="0"/>
              <a:buChar char="•"/>
            </a:pPr>
            <a:r>
              <a:rPr lang="en-US" b="0" i="0" dirty="0">
                <a:solidFill>
                  <a:srgbClr val="000716"/>
                </a:solidFill>
                <a:effectLst/>
                <a:latin typeface="+mn-lt"/>
              </a:rPr>
              <a:t>Local files on your computer</a:t>
            </a:r>
          </a:p>
          <a:p>
            <a:pPr marL="171450" indent="-171450" algn="l">
              <a:buFont typeface="Arial" panose="020B0604020202020204" pitchFamily="34" charset="0"/>
              <a:buChar char="•"/>
            </a:pPr>
            <a:r>
              <a:rPr lang="en-US" b="0" i="0" dirty="0">
                <a:solidFill>
                  <a:srgbClr val="000716"/>
                </a:solidFill>
                <a:effectLst/>
                <a:latin typeface="+mn-lt"/>
              </a:rPr>
              <a:t>Amazon Simple Storage Service (Amazon S3) buckets</a:t>
            </a:r>
          </a:p>
          <a:p>
            <a:pPr marL="171450" indent="-171450" algn="l">
              <a:buFont typeface="Arial" panose="020B0604020202020204" pitchFamily="34" charset="0"/>
              <a:buChar char="•"/>
            </a:pPr>
            <a:r>
              <a:rPr lang="en-US" b="0" i="0" dirty="0">
                <a:solidFill>
                  <a:srgbClr val="000716"/>
                </a:solidFill>
                <a:effectLst/>
                <a:latin typeface="+mn-lt"/>
              </a:rPr>
              <a:t>Amazon Redshift provisioned clusters (not Amazon Redshift Serverless)</a:t>
            </a:r>
          </a:p>
          <a:p>
            <a:pPr marL="171450" indent="-171450" algn="l">
              <a:buFont typeface="Arial" panose="020B0604020202020204" pitchFamily="34" charset="0"/>
              <a:buChar char="•"/>
            </a:pPr>
            <a:r>
              <a:rPr lang="en-US" b="0" i="0" dirty="0">
                <a:solidFill>
                  <a:srgbClr val="000716"/>
                </a:solidFill>
                <a:effectLst/>
                <a:latin typeface="+mn-lt"/>
              </a:rPr>
              <a:t>AWS Glue Data Catalog through Amazon Athena</a:t>
            </a:r>
          </a:p>
          <a:p>
            <a:pPr marL="171450" indent="-171450" algn="l">
              <a:buFont typeface="Arial" panose="020B0604020202020204" pitchFamily="34" charset="0"/>
              <a:buChar char="•"/>
            </a:pPr>
            <a:r>
              <a:rPr lang="en-US" b="0" i="0" dirty="0">
                <a:solidFill>
                  <a:srgbClr val="000716"/>
                </a:solidFill>
                <a:effectLst/>
                <a:latin typeface="+mn-lt"/>
              </a:rPr>
              <a:t>Amazon Aurora</a:t>
            </a:r>
          </a:p>
          <a:p>
            <a:pPr marL="171450" indent="-171450" algn="l">
              <a:buFont typeface="Arial" panose="020B0604020202020204" pitchFamily="34" charset="0"/>
              <a:buChar char="•"/>
            </a:pPr>
            <a:r>
              <a:rPr lang="en-US" b="0" i="0" dirty="0">
                <a:solidFill>
                  <a:srgbClr val="000716"/>
                </a:solidFill>
                <a:effectLst/>
                <a:latin typeface="+mn-lt"/>
              </a:rPr>
              <a:t>Amazon Relational Database Service (Amazon RDS)</a:t>
            </a:r>
          </a:p>
          <a:p>
            <a:pPr marL="171450" indent="-171450" algn="l">
              <a:buFont typeface="Arial" panose="020B0604020202020204" pitchFamily="34" charset="0"/>
              <a:buChar char="•"/>
            </a:pPr>
            <a:r>
              <a:rPr lang="en-US" b="0" i="0" dirty="0">
                <a:solidFill>
                  <a:srgbClr val="000716"/>
                </a:solidFill>
                <a:effectLst/>
                <a:latin typeface="+mn-lt"/>
              </a:rPr>
              <a:t>Salesforce Data Cloud</a:t>
            </a:r>
          </a:p>
          <a:p>
            <a:pPr marL="171450" indent="-171450" algn="l">
              <a:buFont typeface="Arial" panose="020B0604020202020204" pitchFamily="34" charset="0"/>
              <a:buChar char="•"/>
            </a:pPr>
            <a:r>
              <a:rPr lang="en-US" b="0" i="0" dirty="0">
                <a:solidFill>
                  <a:srgbClr val="000716"/>
                </a:solidFill>
                <a:effectLst/>
                <a:latin typeface="+mn-lt"/>
              </a:rPr>
              <a:t>Snowflake</a:t>
            </a:r>
          </a:p>
          <a:p>
            <a:pPr marL="171450" indent="-171450" algn="l">
              <a:buFont typeface="Arial" panose="020B0604020202020204" pitchFamily="34" charset="0"/>
              <a:buChar char="•"/>
            </a:pPr>
            <a:r>
              <a:rPr lang="en-US" b="0" i="0" dirty="0">
                <a:solidFill>
                  <a:srgbClr val="000716"/>
                </a:solidFill>
                <a:effectLst/>
                <a:latin typeface="+mn-lt"/>
              </a:rPr>
              <a:t>Databricks, </a:t>
            </a:r>
            <a:r>
              <a:rPr lang="en-US" b="0" i="0" dirty="0" err="1">
                <a:solidFill>
                  <a:srgbClr val="000716"/>
                </a:solidFill>
                <a:effectLst/>
                <a:latin typeface="+mn-lt"/>
              </a:rPr>
              <a:t>SQLServer</a:t>
            </a:r>
            <a:r>
              <a:rPr lang="en-US" b="0" i="0" dirty="0">
                <a:solidFill>
                  <a:srgbClr val="000716"/>
                </a:solidFill>
                <a:effectLst/>
                <a:latin typeface="+mn-lt"/>
              </a:rPr>
              <a:t>, MariaDB, and other databases that use Java Database Connectivity (JDBC) connectors</a:t>
            </a:r>
          </a:p>
          <a:p>
            <a:pPr marL="171450" indent="-171450" algn="l">
              <a:buFont typeface="Arial" panose="020B0604020202020204" pitchFamily="34" charset="0"/>
              <a:buChar char="•"/>
            </a:pPr>
            <a:r>
              <a:rPr lang="en-US" b="0" i="0" dirty="0">
                <a:solidFill>
                  <a:srgbClr val="000716"/>
                </a:solidFill>
                <a:effectLst/>
                <a:latin typeface="+mn-lt"/>
              </a:rPr>
              <a:t>More than 40 external software as a service (SaaS) platforms, such as SAP OData</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dirty="0">
              <a:solidFill>
                <a:srgbClr val="000716"/>
              </a:solidFill>
              <a:effectLst/>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000716"/>
                </a:solidFill>
                <a:effectLst/>
                <a:latin typeface="+mn-lt"/>
              </a:rPr>
              <a:t>From within SageMaker Canvas, you can choose a ready-to-use model or use the My Models option to train a custom model for your imported dataset.  When you build your own model, SageMaker Canvas uses the information in the dataset to build up to 250 models and chooses the one that performs the best.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dirty="0">
              <a:solidFill>
                <a:srgbClr val="000716"/>
              </a:solidFill>
              <a:effectLst/>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000716"/>
                </a:solidFill>
                <a:effectLst/>
                <a:latin typeface="+mn-lt"/>
              </a:rPr>
              <a:t>The ML Operations feature provides model deployment capability and helps you to </a:t>
            </a:r>
            <a:r>
              <a:rPr lang="en-US" dirty="0"/>
              <a:t>integrate your model with the machine learning operations (</a:t>
            </a:r>
            <a:r>
              <a:rPr lang="en-US" dirty="0" err="1"/>
              <a:t>MLOps</a:t>
            </a:r>
            <a:r>
              <a:rPr lang="en-US" dirty="0"/>
              <a:t>) processes in your organization.</a:t>
            </a:r>
          </a:p>
        </p:txBody>
      </p:sp>
    </p:spTree>
    <p:extLst>
      <p:ext uri="{BB962C8B-B14F-4D97-AF65-F5344CB8AC3E}">
        <p14:creationId xmlns:p14="http://schemas.microsoft.com/office/powerpoint/2010/main" val="128609041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pPr algn="l"/>
            <a:r>
              <a:rPr lang="en-US" b="0" i="0" dirty="0">
                <a:solidFill>
                  <a:srgbClr val="000716"/>
                </a:solidFill>
                <a:effectLst/>
                <a:latin typeface="+mn-lt"/>
              </a:rPr>
              <a:t>When you begin building a model, SageMaker Canvas automatically recommends one or more model types depending on the data in your dataset. Model types fall into one of the following categories.</a:t>
            </a:r>
          </a:p>
          <a:p>
            <a:pPr algn="l"/>
            <a:endParaRPr lang="en-US" b="0" i="0" dirty="0">
              <a:solidFill>
                <a:srgbClr val="000716"/>
              </a:solidFill>
              <a:effectLst/>
              <a:latin typeface="+mn-lt"/>
            </a:endParaRPr>
          </a:p>
          <a:p>
            <a:pPr algn="l">
              <a:buFont typeface="Arial" panose="020B0604020202020204" pitchFamily="34" charset="0"/>
              <a:buNone/>
            </a:pPr>
            <a:r>
              <a:rPr lang="en-US" b="1" i="0" dirty="0">
                <a:solidFill>
                  <a:srgbClr val="000716"/>
                </a:solidFill>
                <a:effectLst/>
                <a:latin typeface="+mn-lt"/>
              </a:rPr>
              <a:t>Numeric prediction</a:t>
            </a:r>
            <a:r>
              <a:rPr lang="en-US" b="0" i="0" dirty="0">
                <a:solidFill>
                  <a:srgbClr val="000716"/>
                </a:solidFill>
                <a:effectLst/>
                <a:latin typeface="+mn-lt"/>
              </a:rPr>
              <a:t> is known as </a:t>
            </a:r>
            <a:r>
              <a:rPr lang="en-US" b="0" i="1" dirty="0">
                <a:solidFill>
                  <a:srgbClr val="000716"/>
                </a:solidFill>
                <a:effectLst/>
                <a:latin typeface="+mn-lt"/>
              </a:rPr>
              <a:t>regression</a:t>
            </a:r>
            <a:r>
              <a:rPr lang="en-US" b="0" i="0" dirty="0">
                <a:solidFill>
                  <a:srgbClr val="000716"/>
                </a:solidFill>
                <a:effectLst/>
                <a:latin typeface="+mn-lt"/>
              </a:rPr>
              <a:t> in machine learning. Use the numeric prediction model type when you want to make predictions for numeric data. For example, you might want to predict the price of houses based on features such as the house’s square footage.</a:t>
            </a:r>
          </a:p>
          <a:p>
            <a:pPr algn="l">
              <a:buFont typeface="Arial" panose="020B0604020202020204" pitchFamily="34" charset="0"/>
              <a:buNone/>
            </a:pPr>
            <a:endParaRPr lang="en-US" b="0" i="0" dirty="0">
              <a:solidFill>
                <a:srgbClr val="000716"/>
              </a:solidFill>
              <a:effectLst/>
              <a:latin typeface="+mn-lt"/>
            </a:endParaRPr>
          </a:p>
          <a:p>
            <a:pPr algn="l">
              <a:buFont typeface="Arial" panose="020B0604020202020204" pitchFamily="34" charset="0"/>
              <a:buNone/>
            </a:pPr>
            <a:r>
              <a:rPr lang="en-US" b="1" i="0" dirty="0">
                <a:solidFill>
                  <a:srgbClr val="000716"/>
                </a:solidFill>
                <a:effectLst/>
                <a:latin typeface="+mn-lt"/>
              </a:rPr>
              <a:t>Categorical prediction</a:t>
            </a:r>
            <a:r>
              <a:rPr lang="en-US" b="0" i="0" dirty="0">
                <a:solidFill>
                  <a:srgbClr val="000716"/>
                </a:solidFill>
                <a:effectLst/>
                <a:latin typeface="+mn-lt"/>
              </a:rPr>
              <a:t> is known as </a:t>
            </a:r>
            <a:r>
              <a:rPr lang="en-US" b="0" i="1" dirty="0">
                <a:solidFill>
                  <a:srgbClr val="000716"/>
                </a:solidFill>
                <a:effectLst/>
                <a:latin typeface="+mn-lt"/>
              </a:rPr>
              <a:t>classification</a:t>
            </a:r>
            <a:r>
              <a:rPr lang="en-US" b="0" i="0" dirty="0">
                <a:solidFill>
                  <a:srgbClr val="000716"/>
                </a:solidFill>
                <a:effectLst/>
                <a:latin typeface="+mn-lt"/>
              </a:rPr>
              <a:t> in machine learning. The classification known as </a:t>
            </a:r>
            <a:r>
              <a:rPr lang="en-US" b="1" i="0" dirty="0">
                <a:solidFill>
                  <a:srgbClr val="000716"/>
                </a:solidFill>
                <a:effectLst/>
                <a:latin typeface="+mn-lt"/>
              </a:rPr>
              <a:t>two category prediction</a:t>
            </a:r>
            <a:r>
              <a:rPr lang="en-US" b="0" i="0" dirty="0">
                <a:solidFill>
                  <a:srgbClr val="000716"/>
                </a:solidFill>
                <a:effectLst/>
                <a:latin typeface="+mn-lt"/>
              </a:rPr>
              <a:t> (also known as </a:t>
            </a:r>
            <a:r>
              <a:rPr lang="en-US" b="0" i="1" dirty="0">
                <a:solidFill>
                  <a:srgbClr val="000716"/>
                </a:solidFill>
                <a:effectLst/>
                <a:latin typeface="+mn-lt"/>
              </a:rPr>
              <a:t>binary classification</a:t>
            </a:r>
            <a:r>
              <a:rPr lang="en-US" b="0" i="0" dirty="0">
                <a:solidFill>
                  <a:srgbClr val="000716"/>
                </a:solidFill>
                <a:effectLst/>
                <a:latin typeface="+mn-lt"/>
              </a:rPr>
              <a:t> in machine learning) is used when you have two categories that you want to predict for your data. For example, you might want to determine whether a customer is likely to churn or not.</a:t>
            </a:r>
          </a:p>
          <a:p>
            <a:pPr algn="l">
              <a:buFont typeface="Arial" panose="020B0604020202020204" pitchFamily="34" charset="0"/>
              <a:buNone/>
            </a:pPr>
            <a:endParaRPr lang="en-US" b="0" i="0" dirty="0">
              <a:solidFill>
                <a:srgbClr val="000716"/>
              </a:solidFill>
              <a:effectLst/>
              <a:latin typeface="+mn-lt"/>
            </a:endParaRPr>
          </a:p>
          <a:p>
            <a:pPr algn="l">
              <a:buFont typeface="Arial" panose="020B0604020202020204" pitchFamily="34" charset="0"/>
              <a:buNone/>
            </a:pPr>
            <a:r>
              <a:rPr lang="en-US" b="1" i="0" dirty="0">
                <a:solidFill>
                  <a:srgbClr val="000716"/>
                </a:solidFill>
                <a:effectLst/>
                <a:latin typeface="+mn-lt"/>
              </a:rPr>
              <a:t>Three plus category prediction</a:t>
            </a:r>
            <a:r>
              <a:rPr lang="en-US" b="0" i="0" dirty="0">
                <a:solidFill>
                  <a:srgbClr val="000716"/>
                </a:solidFill>
                <a:effectLst/>
                <a:latin typeface="+mn-lt"/>
              </a:rPr>
              <a:t> (also known as </a:t>
            </a:r>
            <a:r>
              <a:rPr lang="en-US" b="0" i="1" dirty="0">
                <a:solidFill>
                  <a:srgbClr val="000716"/>
                </a:solidFill>
                <a:effectLst/>
                <a:latin typeface="+mn-lt"/>
              </a:rPr>
              <a:t>multi-class classification</a:t>
            </a:r>
            <a:r>
              <a:rPr lang="en-US" b="0" i="0" dirty="0">
                <a:solidFill>
                  <a:srgbClr val="000716"/>
                </a:solidFill>
                <a:effectLst/>
                <a:latin typeface="+mn-lt"/>
              </a:rPr>
              <a:t> in machine learning) is used when you have three or more categories that you want to predict for your data. For example, you might want to predict a customer's loan status based on features such as previous payments or if a customer will fall into a specific user category.</a:t>
            </a:r>
          </a:p>
          <a:p>
            <a:pPr algn="l">
              <a:buFont typeface="Arial" panose="020B0604020202020204" pitchFamily="34" charset="0"/>
              <a:buNone/>
            </a:pPr>
            <a:endParaRPr lang="en-US" b="0" i="0" dirty="0">
              <a:solidFill>
                <a:srgbClr val="000716"/>
              </a:solidFill>
              <a:effectLst/>
              <a:latin typeface="+mn-lt"/>
            </a:endParaRPr>
          </a:p>
          <a:p>
            <a:pPr algn="l">
              <a:buFont typeface="Arial" panose="020B0604020202020204" pitchFamily="34" charset="0"/>
              <a:buNone/>
            </a:pPr>
            <a:r>
              <a:rPr lang="en-US" b="1" i="0" dirty="0">
                <a:solidFill>
                  <a:srgbClr val="000716"/>
                </a:solidFill>
                <a:effectLst/>
                <a:latin typeface="+mn-lt"/>
              </a:rPr>
              <a:t>Time series forecasting</a:t>
            </a:r>
            <a:r>
              <a:rPr lang="en-US" b="0" i="0" dirty="0">
                <a:solidFill>
                  <a:srgbClr val="000716"/>
                </a:solidFill>
                <a:effectLst/>
                <a:latin typeface="+mn-lt"/>
              </a:rPr>
              <a:t> should be used when you want to make predictions over a period of time. For example, you might want to predict the number of items you’ll sell in the next quarter. </a:t>
            </a:r>
          </a:p>
          <a:p>
            <a:pPr algn="l">
              <a:buFont typeface="Arial" panose="020B0604020202020204" pitchFamily="34" charset="0"/>
              <a:buNone/>
            </a:pPr>
            <a:endParaRPr lang="en-US" b="0" i="0" dirty="0">
              <a:solidFill>
                <a:srgbClr val="000716"/>
              </a:solidFill>
              <a:effectLst/>
              <a:latin typeface="+mn-lt"/>
            </a:endParaRPr>
          </a:p>
          <a:p>
            <a:pPr algn="l">
              <a:buFont typeface="Arial" panose="020B0604020202020204" pitchFamily="34" charset="0"/>
              <a:buNone/>
            </a:pPr>
            <a:r>
              <a:rPr lang="en-US" b="1" i="0" dirty="0">
                <a:solidFill>
                  <a:srgbClr val="000716"/>
                </a:solidFill>
                <a:effectLst/>
                <a:latin typeface="+mn-lt"/>
              </a:rPr>
              <a:t>Image prediction </a:t>
            </a:r>
            <a:r>
              <a:rPr lang="en-US" b="0" i="0" dirty="0">
                <a:solidFill>
                  <a:srgbClr val="000716"/>
                </a:solidFill>
                <a:effectLst/>
                <a:latin typeface="+mn-lt"/>
              </a:rPr>
              <a:t>(also known as </a:t>
            </a:r>
            <a:r>
              <a:rPr lang="en-US" b="0" i="1" dirty="0">
                <a:solidFill>
                  <a:srgbClr val="000716"/>
                </a:solidFill>
                <a:effectLst/>
                <a:latin typeface="+mn-lt"/>
              </a:rPr>
              <a:t>single-label image classification</a:t>
            </a:r>
            <a:r>
              <a:rPr lang="en-US" b="0" i="0" dirty="0">
                <a:solidFill>
                  <a:srgbClr val="000716"/>
                </a:solidFill>
                <a:effectLst/>
                <a:latin typeface="+mn-lt"/>
              </a:rPr>
              <a:t> in machine learning), should be used when you want to assign labels to images. For example, you might want to classify different types of manufacturing defects in images of your product or classify images of vegetables.</a:t>
            </a:r>
          </a:p>
          <a:p>
            <a:pPr algn="l">
              <a:buFont typeface="Arial" panose="020B0604020202020204" pitchFamily="34" charset="0"/>
              <a:buNone/>
            </a:pPr>
            <a:endParaRPr lang="en-US" b="0" i="0" dirty="0">
              <a:solidFill>
                <a:srgbClr val="000716"/>
              </a:solidFill>
              <a:effectLst/>
              <a:latin typeface="+mn-lt"/>
            </a:endParaRPr>
          </a:p>
          <a:p>
            <a:pPr algn="l">
              <a:buFont typeface="Arial" panose="020B0604020202020204" pitchFamily="34" charset="0"/>
              <a:buNone/>
            </a:pPr>
            <a:r>
              <a:rPr lang="en-US" b="1" i="0" dirty="0">
                <a:solidFill>
                  <a:srgbClr val="000716"/>
                </a:solidFill>
                <a:effectLst/>
                <a:latin typeface="+mn-lt"/>
              </a:rPr>
              <a:t>Text prediction</a:t>
            </a:r>
            <a:r>
              <a:rPr lang="en-US" b="0" i="0" dirty="0">
                <a:solidFill>
                  <a:srgbClr val="000716"/>
                </a:solidFill>
                <a:effectLst/>
                <a:latin typeface="+mn-lt"/>
              </a:rPr>
              <a:t> (also known as </a:t>
            </a:r>
            <a:r>
              <a:rPr lang="en-US" b="0" i="1" dirty="0">
                <a:solidFill>
                  <a:srgbClr val="000716"/>
                </a:solidFill>
                <a:effectLst/>
                <a:latin typeface="+mn-lt"/>
              </a:rPr>
              <a:t>multi-class text classification</a:t>
            </a:r>
            <a:r>
              <a:rPr lang="en-US" b="0" i="0" dirty="0">
                <a:solidFill>
                  <a:srgbClr val="000716"/>
                </a:solidFill>
                <a:effectLst/>
                <a:latin typeface="+mn-lt"/>
              </a:rPr>
              <a:t> in machine learning) should be used when you want to assign labels to passages of text. For example, you might have a dataset of customer reviews for a product, and you want to determine whether customers liked or disliked the product. You might have your model predict whether a given passage of text is positive, negative, or neutral.</a:t>
            </a:r>
          </a:p>
          <a:p>
            <a:pPr algn="l">
              <a:buFont typeface="Arial" panose="020B0604020202020204" pitchFamily="34" charset="0"/>
              <a:buChar char="•"/>
            </a:pPr>
            <a:endParaRPr lang="en-US" b="0" i="0" dirty="0">
              <a:solidFill>
                <a:srgbClr val="000716"/>
              </a:solidFill>
              <a:effectLst/>
              <a:latin typeface="+mn-lt"/>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0" i="0" dirty="0">
                <a:solidFill>
                  <a:schemeClr val="bg1"/>
                </a:solidFill>
                <a:effectLst/>
                <a:latin typeface="+mn-lt"/>
              </a:rPr>
              <a:t>In this section, you will learn how to use SageMaker Canvas to create a </a:t>
            </a:r>
            <a:r>
              <a:rPr lang="en-US" sz="1200" b="1" i="0" dirty="0">
                <a:solidFill>
                  <a:schemeClr val="bg1"/>
                </a:solidFill>
                <a:effectLst/>
                <a:latin typeface="+mn-lt"/>
              </a:rPr>
              <a:t>time series forecasting </a:t>
            </a:r>
            <a:r>
              <a:rPr lang="en-US" sz="1200" b="0" i="0" dirty="0">
                <a:solidFill>
                  <a:schemeClr val="bg1"/>
                </a:solidFill>
                <a:effectLst/>
                <a:latin typeface="+mn-lt"/>
              </a:rPr>
              <a:t>ML model without having to write any code or provision your own resource environments.  </a:t>
            </a:r>
            <a:endParaRPr lang="en-US" dirty="0"/>
          </a:p>
        </p:txBody>
      </p:sp>
    </p:spTree>
    <p:extLst>
      <p:ext uri="{BB962C8B-B14F-4D97-AF65-F5344CB8AC3E}">
        <p14:creationId xmlns:p14="http://schemas.microsoft.com/office/powerpoint/2010/main" val="302962655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pPr algn="l"/>
            <a:r>
              <a:rPr lang="en-US" b="0" i="0" dirty="0">
                <a:solidFill>
                  <a:srgbClr val="000716"/>
                </a:solidFill>
                <a:effectLst/>
                <a:latin typeface="+mn-lt"/>
              </a:rPr>
              <a:t>If you want a model that is customized to your use case and trained with your data, you can create a new model. By training a custom model on your data, you are able to capture characteristics and trends that are specific and most representative of your data. For example, you might want to create a custom time series forecasting model that you train on inventory data from your warehouse to manage your logistics operations. </a:t>
            </a:r>
          </a:p>
          <a:p>
            <a:pPr algn="l"/>
            <a:endParaRPr lang="en-US" b="0" i="0" dirty="0">
              <a:solidFill>
                <a:srgbClr val="000716"/>
              </a:solidFill>
              <a:effectLst/>
              <a:latin typeface="+mn-lt"/>
            </a:endParaRPr>
          </a:p>
          <a:p>
            <a:pPr algn="l"/>
            <a:r>
              <a:rPr lang="en-US" b="0" i="0" dirty="0">
                <a:solidFill>
                  <a:srgbClr val="000716"/>
                </a:solidFill>
                <a:effectLst/>
                <a:latin typeface="+mn-lt"/>
              </a:rPr>
              <a:t>You can get predictions customized to your data by implementing the following steps:</a:t>
            </a:r>
          </a:p>
          <a:p>
            <a:pPr marL="228600" indent="-228600" algn="l">
              <a:buFont typeface="+mj-lt"/>
              <a:buAutoNum type="arabicPeriod"/>
            </a:pPr>
            <a:r>
              <a:rPr lang="en-US" b="0" i="0" dirty="0">
                <a:solidFill>
                  <a:srgbClr val="000716"/>
                </a:solidFill>
                <a:effectLst/>
                <a:latin typeface="+mn-lt"/>
              </a:rPr>
              <a:t>Import customized data from your data sources. Example data sources include Amazon Aurora, Amazon S3, and Amazon Redshift. You can optionally clean, format, and merge data from different data sources if required. To make a time series forecast, your dataset must have a timestamp column, a target column that has the values that you are using to forecast future values, and an item ID column that contains unique identifiers for each item in your dataset.</a:t>
            </a:r>
          </a:p>
          <a:p>
            <a:pPr marL="228600" indent="-228600" algn="l">
              <a:buFont typeface="+mj-lt"/>
              <a:buAutoNum type="arabicPeriod"/>
            </a:pPr>
            <a:r>
              <a:rPr lang="en-US" b="0" i="0" dirty="0">
                <a:solidFill>
                  <a:srgbClr val="000716"/>
                </a:solidFill>
                <a:effectLst/>
                <a:latin typeface="+mn-lt"/>
              </a:rPr>
              <a:t>Build a predictive model by training the model on the customized data. You can choose to do a quick build or a standard build. A quick build will usually take 2</a:t>
            </a:r>
            <a:r>
              <a:rPr lang="en-US" b="0" i="0" dirty="0">
                <a:solidFill>
                  <a:srgbClr val="000716"/>
                </a:solidFill>
                <a:effectLst/>
                <a:latin typeface="Amazon Ember Display" panose="020F0603020204020204" pitchFamily="34" charset="0"/>
                <a:ea typeface="Amazon Ember Display" panose="020F0603020204020204" pitchFamily="34" charset="0"/>
                <a:cs typeface="Amazon Ember Display" panose="020F0603020204020204" pitchFamily="34" charset="0"/>
              </a:rPr>
              <a:t>–</a:t>
            </a:r>
            <a:r>
              <a:rPr lang="en-US" b="0" i="0" dirty="0">
                <a:solidFill>
                  <a:srgbClr val="000716"/>
                </a:solidFill>
                <a:effectLst/>
                <a:latin typeface="+mn-lt"/>
              </a:rPr>
              <a:t>15 minutes and is reasonably accurate. Alternatively, a standard build duration takes 2</a:t>
            </a:r>
            <a:r>
              <a:rPr lang="en-US" b="0" i="0" dirty="0">
                <a:solidFill>
                  <a:srgbClr val="000716"/>
                </a:solidFill>
                <a:effectLst/>
                <a:latin typeface="Amazon Ember Display" panose="020F0603020204020204" pitchFamily="34" charset="0"/>
                <a:ea typeface="Amazon Ember Display" panose="020F0603020204020204" pitchFamily="34" charset="0"/>
                <a:cs typeface="Amazon Ember Display" panose="020F0603020204020204" pitchFamily="34" charset="0"/>
              </a:rPr>
              <a:t>–</a:t>
            </a:r>
            <a:r>
              <a:rPr lang="en-US" b="0" i="0" dirty="0">
                <a:solidFill>
                  <a:srgbClr val="000716"/>
                </a:solidFill>
                <a:effectLst/>
                <a:latin typeface="+mn-lt"/>
              </a:rPr>
              <a:t>4 hours but is the most accurate of the two options. </a:t>
            </a:r>
          </a:p>
          <a:p>
            <a:pPr marL="228600" indent="-228600" algn="l">
              <a:buFont typeface="+mj-lt"/>
              <a:buAutoNum type="arabicPeriod"/>
            </a:pPr>
            <a:r>
              <a:rPr lang="en-US" b="0" i="0" dirty="0">
                <a:solidFill>
                  <a:srgbClr val="000716"/>
                </a:solidFill>
                <a:effectLst/>
                <a:latin typeface="+mn-lt"/>
              </a:rPr>
              <a:t>Evaluate the model’s training performance and accuracy scores supplied by SageMaker Canvas. For example, for tabular time series models, you can evaluate scores such as Average Weighted Quantile Loss, Mean Absolute Percent Error, Weighted Absolute Percent Error, Root Mean Square Error, and Mean Absolute Scaled Error.</a:t>
            </a:r>
          </a:p>
          <a:p>
            <a:pPr marL="228600" indent="-228600" algn="l">
              <a:buFont typeface="+mj-lt"/>
              <a:buAutoNum type="arabicPeriod"/>
            </a:pPr>
            <a:r>
              <a:rPr lang="en-US" b="0" i="0" dirty="0">
                <a:solidFill>
                  <a:srgbClr val="000716"/>
                </a:solidFill>
                <a:effectLst/>
                <a:latin typeface="+mn-lt"/>
              </a:rPr>
              <a:t>If you are satisfied with the model’s scores, you can test the model by making batch or single predictions on a deployed test version of the model.</a:t>
            </a:r>
          </a:p>
          <a:p>
            <a:pPr marL="228600" indent="-228600" algn="l">
              <a:buFont typeface="+mj-lt"/>
              <a:buAutoNum type="arabicPeriod"/>
            </a:pPr>
            <a:r>
              <a:rPr lang="en-US" b="0" i="0" dirty="0">
                <a:solidFill>
                  <a:srgbClr val="000716"/>
                </a:solidFill>
                <a:effectLst/>
                <a:latin typeface="+mn-lt"/>
              </a:rPr>
              <a:t>When you are satisfied with the prediction tests, you can optionally register the model. A new version of the model will be available in Amazon SageMaker model registry. </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b="0" i="0" dirty="0">
                <a:solidFill>
                  <a:srgbClr val="000716"/>
                </a:solidFill>
                <a:effectLst/>
                <a:latin typeface="+mn-lt"/>
              </a:rPr>
              <a:t>Your model is now ready for use by applications, and you can deploy the model to a production environment to provide forecast predictions. The deployment configuration requires the model version, a deployment name, and the type and number of Amazon Elastic Compute Cloud (Amazon EC2) instances to use. The deployed model will have a URL to invoke the model for a prediction.</a:t>
            </a:r>
          </a:p>
          <a:p>
            <a:pPr marL="228600" indent="-228600" algn="l">
              <a:buFont typeface="+mj-lt"/>
              <a:buAutoNum type="arabicPeriod"/>
            </a:pPr>
            <a:r>
              <a:rPr lang="en-US" dirty="0">
                <a:latin typeface="+mn-lt"/>
              </a:rPr>
              <a:t>You can also use SageMaker Canvas to test single predictions on your production model. This can provide you with latency and prediction results to help ensure your model is working well.</a:t>
            </a:r>
          </a:p>
          <a:p>
            <a:pPr marL="0" indent="0" algn="l">
              <a:buFont typeface="+mj-lt"/>
              <a:buNone/>
            </a:pPr>
            <a:endParaRPr lang="en-US" dirty="0">
              <a:latin typeface="+mn-lt"/>
            </a:endParaRPr>
          </a:p>
          <a:p>
            <a:r>
              <a:rPr lang="en-US" dirty="0"/>
              <a:t>This process can be automated with Amazon SageMaker Canvas automations.</a:t>
            </a:r>
          </a:p>
        </p:txBody>
      </p:sp>
    </p:spTree>
    <p:extLst>
      <p:ext uri="{BB962C8B-B14F-4D97-AF65-F5344CB8AC3E}">
        <p14:creationId xmlns:p14="http://schemas.microsoft.com/office/powerpoint/2010/main" val="415744451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FFFFFF"/>
                </a:solidFill>
                <a:effectLst/>
                <a:latin typeface="+mn-lt"/>
              </a:rPr>
              <a:t>Average Weighted Quantile Loss (wQL) evaluates the forecast as a whole by averaging the accuracy at specific distribution points called quantiles for P10, P50, and P90 quantiles. A lower value indicates a more accurate model.</a:t>
            </a:r>
            <a:r>
              <a:rPr lang="en-US" sz="1200" kern="1200" dirty="0">
                <a:solidFill>
                  <a:schemeClr val="tx1"/>
                </a:solidFill>
                <a:effectLst/>
                <a:latin typeface="+mn-lt"/>
                <a:ea typeface="+mn-ea"/>
                <a:cs typeface="+mn-cs"/>
              </a:rPr>
              <a:t> When Amazon SageMaker Canvas creates a forecast, it provides probabilistic predictions at three distinct quantiles: 10 percent, 50 percent, and 90 percent. These prediction quantiles show you how much uncertainty is associated with each forecast.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baseline="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baseline="0" dirty="0">
                <a:solidFill>
                  <a:schemeClr val="tx1"/>
                </a:solidFill>
                <a:effectLst/>
                <a:latin typeface="+mn-lt"/>
                <a:ea typeface="+mn-ea"/>
                <a:cs typeface="+mn-cs"/>
              </a:rPr>
              <a:t>A P10 quantile predicts that, 10 percent of the time, the true value will be less than the predicted value. </a:t>
            </a:r>
            <a:r>
              <a:rPr lang="en-US" dirty="0"/>
              <a:t>For example, suppose that you are a retailer. You want to forecast product demand for winter gloves that sell well only during the fall and winter. Say that you don’t have sufficient storage space and the cost of invested capital is high or that the price of being overstocked on winter gloves concerns you. Then, you might use the P10 quantile to order a relatively low number of winter gloves. You know that the P10 forecast overestimates the demand for your winter gloves only 10 percent of the time, so you will be sold out of your winter gloves 90 percent of the time.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baseline="0" dirty="0">
                <a:solidFill>
                  <a:schemeClr val="tx1"/>
                </a:solidFill>
                <a:effectLst/>
                <a:latin typeface="+mn-lt"/>
                <a:ea typeface="+mn-ea"/>
                <a:cs typeface="+mn-cs"/>
              </a:rPr>
              <a:t>A P50 quantile predicts that 50 percent of the time, the true value will be less than the predicted value. </a:t>
            </a:r>
            <a:r>
              <a:rPr lang="en-US" dirty="0"/>
              <a:t>Continuing the winter gloves example, say you know that there will be a moderate amount of demand for the gloves, and you aren’t concerned about being overstocked. Then, you might choose to use the P50 quantile to order gloves. </a:t>
            </a:r>
          </a:p>
          <a:p>
            <a:endParaRPr lang="en-US" sz="1200" kern="1200" baseline="0" dirty="0">
              <a:solidFill>
                <a:schemeClr val="tx1"/>
              </a:solidFill>
              <a:effectLst/>
              <a:latin typeface="+mn-lt"/>
              <a:ea typeface="+mn-ea"/>
              <a:cs typeface="+mn-cs"/>
            </a:endParaRPr>
          </a:p>
          <a:p>
            <a:r>
              <a:rPr lang="en-US" sz="1200" b="0" kern="1200" baseline="0" dirty="0">
                <a:solidFill>
                  <a:schemeClr val="tx1"/>
                </a:solidFill>
                <a:effectLst/>
                <a:latin typeface="+mn-lt"/>
                <a:ea typeface="+mn-ea"/>
                <a:cs typeface="+mn-cs"/>
              </a:rPr>
              <a:t>A P90 quantile predicts that 90 percent of the time, the true value will be less than the predicted value. </a:t>
            </a:r>
            <a:r>
              <a:rPr lang="en-US" dirty="0"/>
              <a:t>Suppose you determine that being understocked on gloves will result in large amounts of lost revenue: for example, the cost of not selling gloves is extremely high or the cost of invested capital is low. In this case, you might choose to use the P90 quantile to order gloves.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293773207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This example shows how a web retailer might use the accuracy metrics to evaluate a forecast. The retailer wants to predict the demand for sales of a particular brand of shoes. They input the sales records for this brand into SageMaker Canvas to create a prediction.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prediction provides a forecasted demand of 1,000 pairs with the P10, P50, and P90 values. The wQuantileLoss values indicate that 10 percent of the time (P10), fewer than 880 pairs will be sold. Next, 50 percent of the time (P50), fewer than 1,050 pairs will be sold. Finally, 90 percent of the time (P90), fewer than 1,200 pairs will be sold. The retailer can then use these values to determine which level of inventory to hold. The determination is based on their assessment of the risk that they can’t fulfill orders or that they have excess inventory.</a:t>
            </a:r>
          </a:p>
          <a:p>
            <a:endParaRPr lang="en-US" b="0" dirty="0"/>
          </a:p>
        </p:txBody>
      </p:sp>
    </p:spTree>
    <p:extLst>
      <p:ext uri="{BB962C8B-B14F-4D97-AF65-F5344CB8AC3E}">
        <p14:creationId xmlns:p14="http://schemas.microsoft.com/office/powerpoint/2010/main" val="4326015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r>
              <a:rPr lang="en-US" sz="1200" kern="1200">
                <a:solidFill>
                  <a:schemeClr val="tx1"/>
                </a:solidFill>
                <a:effectLst/>
                <a:latin typeface="+mn-lt"/>
                <a:ea typeface="+mn-ea"/>
                <a:cs typeface="+mn-cs"/>
              </a:rPr>
              <a:t>The</a:t>
            </a:r>
            <a:r>
              <a:rPr lang="en-US" sz="1200" kern="1200" baseline="0">
                <a:solidFill>
                  <a:schemeClr val="tx1"/>
                </a:solidFill>
                <a:effectLst/>
                <a:latin typeface="+mn-lt"/>
                <a:ea typeface="+mn-ea"/>
                <a:cs typeface="+mn-cs"/>
              </a:rPr>
              <a:t> Root </a:t>
            </a:r>
            <a:r>
              <a:rPr lang="en-US" sz="1200" kern="1200" baseline="0" dirty="0">
                <a:solidFill>
                  <a:schemeClr val="tx1"/>
                </a:solidFill>
                <a:effectLst/>
                <a:latin typeface="+mn-lt"/>
                <a:ea typeface="+mn-ea"/>
                <a:cs typeface="+mn-cs"/>
              </a:rPr>
              <a:t>Mean Square Error (RMSE) </a:t>
            </a:r>
            <a:r>
              <a:rPr lang="en-US" sz="1200" kern="1200" dirty="0">
                <a:solidFill>
                  <a:schemeClr val="tx1"/>
                </a:solidFill>
                <a:effectLst/>
                <a:latin typeface="+mn-lt"/>
                <a:ea typeface="+mn-ea"/>
                <a:cs typeface="+mn-cs"/>
              </a:rPr>
              <a:t>is another method for evaluating the reliability of your forecasts. Like wQuantileLoss,</a:t>
            </a:r>
            <a:r>
              <a:rPr lang="en-US" sz="1200" kern="1200" baseline="0" dirty="0">
                <a:solidFill>
                  <a:schemeClr val="tx1"/>
                </a:solidFill>
                <a:effectLst/>
                <a:latin typeface="+mn-lt"/>
                <a:ea typeface="+mn-ea"/>
                <a:cs typeface="+mn-cs"/>
              </a:rPr>
              <a:t> RMSE calculates how far off the forecasted values were from the actual test data.</a:t>
            </a:r>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RMSE finds the difference between the actual target value in the dataset and the forecasted value for that time period, and it then squares the differences. The example shows how to calculate RMSE. The RMSE value represents the standard deviation of the prediction errors. This test is good for forecast validity when the errors are mostly of the same size (that is, there aren’t many outliers). Lower RMSE metrics indicate that the model’s forecasts are more reliable.</a:t>
            </a:r>
          </a:p>
          <a:p>
            <a:endParaRPr lang="en-US" dirty="0"/>
          </a:p>
        </p:txBody>
      </p:sp>
    </p:spTree>
    <p:extLst>
      <p:ext uri="{BB962C8B-B14F-4D97-AF65-F5344CB8AC3E}">
        <p14:creationId xmlns:p14="http://schemas.microsoft.com/office/powerpoint/2010/main" val="369255246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In addition to RMSE and wQL, SageMaker Canvas provides three more evaluation metrics. You can also view the column impact that your input data makes on the predictions.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t>Mean Absolute Percent Error </a:t>
            </a:r>
            <a:r>
              <a:rPr lang="en-US" sz="1200" dirty="0"/>
              <a:t>(MAPE) is the percentage error (percent difference of the mean forecasted and actual value) averaged over all time points. A lower value indicates a more accurate model with MAPE equals zero as a perfect model with no errors.</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t>Weighted Absolute Percent Error </a:t>
            </a:r>
            <a:r>
              <a:rPr lang="en-US" sz="1200" dirty="0"/>
              <a:t>(WAPE) measures the overall deviation of forecasted values from observed values and is defined by the sum of the absolute error normalized by the sum of the absolute target. A lower value indicates a more accurate model with MAPE equals zero as a perfect model with no errors.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i="0" dirty="0">
                <a:solidFill>
                  <a:srgbClr val="FFFFFF"/>
                </a:solidFill>
                <a:effectLst/>
                <a:latin typeface="+mn-lt"/>
              </a:rPr>
              <a:t>Mean Absolute Scaled Error </a:t>
            </a:r>
            <a:r>
              <a:rPr lang="en-US" b="0" i="0" dirty="0">
                <a:solidFill>
                  <a:srgbClr val="FFFFFF"/>
                </a:solidFill>
                <a:effectLst/>
                <a:latin typeface="+mn-lt"/>
              </a:rPr>
              <a:t>(MASE) is the mean of the absolute error of the forecast normalized by the mean absolute error of a simple baseline forecasting method. A lower value indicates a more accurate model with MASE less than one as a model estimated to be better than the baseline. On the other hand, a MASE of greater than one as a model is estimated to be worse than the baseline.</a:t>
            </a:r>
            <a:endParaRPr lang="en-US" sz="1200" dirty="0">
              <a:latin typeface="+mn-lt"/>
            </a:endParaRPr>
          </a:p>
          <a:p>
            <a:endParaRPr lang="en-US" dirty="0"/>
          </a:p>
          <a:p>
            <a:r>
              <a:rPr lang="en-US" b="1" i="0" dirty="0">
                <a:solidFill>
                  <a:srgbClr val="FFFFFF"/>
                </a:solidFill>
                <a:effectLst/>
                <a:latin typeface="+mn-lt"/>
              </a:rPr>
              <a:t>Column impact </a:t>
            </a:r>
            <a:r>
              <a:rPr lang="en-US" b="0" i="0" dirty="0">
                <a:solidFill>
                  <a:srgbClr val="FFFFFF"/>
                </a:solidFill>
                <a:effectLst/>
                <a:latin typeface="+mn-lt"/>
              </a:rPr>
              <a:t>helps you better understand how the attributes in your dataset impact the forecasts for specific time series. SageMaker Canvas quantifies the relative impact of each attribute to determine whether they increase or decrease the model's forecast. Column impact can be compared on a relative scale where a larger value has a larger impact on the forecast.</a:t>
            </a:r>
            <a:endParaRPr lang="en-US" dirty="0">
              <a:latin typeface="+mn-lt"/>
            </a:endParaRPr>
          </a:p>
        </p:txBody>
      </p:sp>
    </p:spTree>
    <p:extLst>
      <p:ext uri="{BB962C8B-B14F-4D97-AF65-F5344CB8AC3E}">
        <p14:creationId xmlns:p14="http://schemas.microsoft.com/office/powerpoint/2010/main" val="31054807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r>
              <a:rPr lang="en-US" b="0" i="0" dirty="0">
                <a:solidFill>
                  <a:srgbClr val="000716"/>
                </a:solidFill>
                <a:effectLst/>
                <a:latin typeface="+mn-lt"/>
              </a:rPr>
              <a:t>You can use your SageMaker Canvas models that you've deployed to a SageMaker endpoint in production with your applications. To get a forecast, invoke the endpoint programmatically by calling the runtime </a:t>
            </a:r>
            <a:r>
              <a:rPr lang="en-US" b="0" i="0" dirty="0" err="1">
                <a:solidFill>
                  <a:srgbClr val="000716"/>
                </a:solidFill>
                <a:effectLst/>
                <a:latin typeface="+mn-lt"/>
              </a:rPr>
              <a:t>SageMaker</a:t>
            </a:r>
            <a:r>
              <a:rPr lang="en-US" b="0" i="0" dirty="0">
                <a:solidFill>
                  <a:srgbClr val="000716"/>
                </a:solidFill>
                <a:effectLst/>
                <a:latin typeface="+mn-lt"/>
              </a:rPr>
              <a:t> </a:t>
            </a:r>
            <a:r>
              <a:rPr lang="en-US" b="0" i="0" dirty="0" err="1">
                <a:solidFill>
                  <a:srgbClr val="000716"/>
                </a:solidFill>
                <a:effectLst/>
                <a:latin typeface="+mn-lt"/>
              </a:rPr>
              <a:t>client.invoke_endpoint</a:t>
            </a:r>
            <a:r>
              <a:rPr lang="en-US" b="0" i="0" dirty="0">
                <a:solidFill>
                  <a:srgbClr val="000716"/>
                </a:solidFill>
                <a:effectLst/>
                <a:latin typeface="+mn-lt"/>
              </a:rPr>
              <a:t> function with the endpoint name and data to make the prediction.</a:t>
            </a:r>
            <a:endParaRPr lang="en-US" dirty="0">
              <a:latin typeface="+mn-lt"/>
            </a:endParaRPr>
          </a:p>
        </p:txBody>
      </p:sp>
    </p:spTree>
    <p:extLst>
      <p:ext uri="{BB962C8B-B14F-4D97-AF65-F5344CB8AC3E}">
        <p14:creationId xmlns:p14="http://schemas.microsoft.com/office/powerpoint/2010/main" val="109520593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r>
              <a:rPr lang="en-US" b="0" i="0" dirty="0">
                <a:solidFill>
                  <a:srgbClr val="000716"/>
                </a:solidFill>
                <a:effectLst/>
                <a:latin typeface="+mn-lt"/>
              </a:rPr>
              <a:t>SageMaker Canvas provides you the capability to refine your forecasting insights with group columns, holiday schedules, or what-if scenarios.</a:t>
            </a:r>
          </a:p>
          <a:p>
            <a:endParaRPr lang="en-US" b="0" i="0" dirty="0">
              <a:solidFill>
                <a:srgbClr val="000716"/>
              </a:solidFill>
              <a:effectLst/>
              <a:latin typeface="+mn-lt"/>
            </a:endParaRPr>
          </a:p>
          <a:p>
            <a:r>
              <a:rPr lang="en-US" b="0" i="0" dirty="0">
                <a:solidFill>
                  <a:srgbClr val="000716"/>
                </a:solidFill>
                <a:effectLst/>
                <a:latin typeface="+mn-lt"/>
              </a:rPr>
              <a:t>You can specify a column in your dataset as a Group column. SageMaker Canvas groups the forecast by each value in the column. For example, you can group the forecast on columns containing price data or unique item identifiers. By grouping a forecast by a column, you can make more specific forecasts. For example, if you group a forecast on a column containing item identifiers, you can see the forecast for each item.</a:t>
            </a:r>
          </a:p>
          <a:p>
            <a:endParaRPr lang="en-US" b="0" i="0" dirty="0">
              <a:solidFill>
                <a:srgbClr val="000716"/>
              </a:solidFill>
              <a:effectLst/>
              <a:latin typeface="+mn-lt"/>
            </a:endParaRPr>
          </a:p>
          <a:p>
            <a:pPr algn="l"/>
            <a:r>
              <a:rPr lang="en-US" b="0" i="0" dirty="0">
                <a:solidFill>
                  <a:srgbClr val="000716"/>
                </a:solidFill>
                <a:effectLst/>
                <a:latin typeface="+mn-lt"/>
              </a:rPr>
              <a:t>Holidays might impact the overall sales of items. For example, in the US, the number of items sold in both November and December might differ greatly from the number of items sold in January. If you use the data from November and December to forecast the sales in January, your results might be inaccurate. Using a holiday schedule prevents you from getting inaccurate results. You can use a holiday schedule for 251 countries.</a:t>
            </a:r>
          </a:p>
          <a:p>
            <a:pPr algn="l"/>
            <a:endParaRPr lang="en-US" b="0" i="0" dirty="0">
              <a:solidFill>
                <a:srgbClr val="000716"/>
              </a:solidFill>
              <a:effectLst/>
              <a:latin typeface="+mn-lt"/>
            </a:endParaRPr>
          </a:p>
          <a:p>
            <a:pPr algn="l"/>
            <a:r>
              <a:rPr lang="en-US" b="0" i="0" dirty="0">
                <a:solidFill>
                  <a:srgbClr val="000716"/>
                </a:solidFill>
                <a:effectLst/>
                <a:latin typeface="+mn-lt"/>
              </a:rPr>
              <a:t>For a forecast on a single item in your dataset, you can use what-if scenarios. A what-if scenario gives you the ability to change values in your data and change the forecast. For example, you can answer the following questions by using a what-if scenario: What if I lowered prices? How would that affect the number of items sold?</a:t>
            </a:r>
          </a:p>
        </p:txBody>
      </p:sp>
    </p:spTree>
    <p:extLst>
      <p:ext uri="{BB962C8B-B14F-4D97-AF65-F5344CB8AC3E}">
        <p14:creationId xmlns:p14="http://schemas.microsoft.com/office/powerpoint/2010/main" val="115652188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pPr algn="l"/>
            <a:r>
              <a:rPr lang="en-US" b="0" i="0" dirty="0">
                <a:solidFill>
                  <a:srgbClr val="000716"/>
                </a:solidFill>
                <a:effectLst/>
                <a:latin typeface="+mn-lt"/>
              </a:rPr>
              <a:t>In SageMaker Canvas, you can update the models that you’ve built by adding model versions. </a:t>
            </a:r>
          </a:p>
          <a:p>
            <a:pPr algn="l"/>
            <a:endParaRPr lang="en-US" b="0" i="0" dirty="0">
              <a:solidFill>
                <a:srgbClr val="000716"/>
              </a:solidFill>
              <a:effectLst/>
              <a:latin typeface="+mn-lt"/>
            </a:endParaRPr>
          </a:p>
          <a:p>
            <a:pPr algn="l"/>
            <a:r>
              <a:rPr lang="en-US" b="0" i="0" dirty="0">
                <a:solidFill>
                  <a:srgbClr val="000716"/>
                </a:solidFill>
                <a:effectLst/>
                <a:latin typeface="+mn-lt"/>
              </a:rPr>
              <a:t>Each model that you build has a version number. The first model is version 1 or V1. You can use model versions to see changes in prediction accuracy when you update your data or choose a different build type.</a:t>
            </a:r>
          </a:p>
          <a:p>
            <a:pPr algn="l"/>
            <a:endParaRPr lang="en-US" b="0" i="0" dirty="0">
              <a:solidFill>
                <a:srgbClr val="000716"/>
              </a:solidFill>
              <a:effectLst/>
              <a:latin typeface="+mn-lt"/>
            </a:endParaRPr>
          </a:p>
          <a:p>
            <a:pPr algn="l"/>
            <a:r>
              <a:rPr lang="en-US" b="0" i="0" dirty="0">
                <a:solidFill>
                  <a:srgbClr val="000716"/>
                </a:solidFill>
                <a:effectLst/>
                <a:latin typeface="+mn-lt"/>
              </a:rPr>
              <a:t>When viewing your model, SageMaker Canvas shows you the model history so that you can compare all of the model versions that you built. You can also delete versions that are no longer useful to you. By creating multiple model versions and evaluating their accuracy, you can iteratively improve your model performance.</a:t>
            </a:r>
          </a:p>
          <a:p>
            <a:pPr algn="l"/>
            <a:endParaRPr lang="en-US" b="0" i="0" dirty="0">
              <a:solidFill>
                <a:srgbClr val="000716"/>
              </a:solidFill>
              <a:effectLst/>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000716"/>
                </a:solidFill>
                <a:effectLst/>
                <a:latin typeface="+mn-lt"/>
              </a:rPr>
              <a:t>Before you can add a new version, you must successfully build at least one model version. To add a model version, you can either clone an existing version or create a new version.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dirty="0">
              <a:solidFill>
                <a:srgbClr val="000716"/>
              </a:solidFill>
              <a:effectLst/>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000716"/>
                </a:solidFill>
                <a:effectLst/>
                <a:latin typeface="+mn-lt"/>
              </a:rPr>
              <a:t>For example, if you build a model successfully for the first time by using the quick build option, the version number would be version 1. If you then choose the standard build option, </a:t>
            </a:r>
            <a:r>
              <a:rPr lang="en-US" b="0" i="0" dirty="0" err="1">
                <a:solidFill>
                  <a:srgbClr val="000716"/>
                </a:solidFill>
                <a:effectLst/>
                <a:latin typeface="+mn-lt"/>
              </a:rPr>
              <a:t>SageMaker</a:t>
            </a:r>
            <a:r>
              <a:rPr lang="en-US" b="0" i="0" dirty="0">
                <a:solidFill>
                  <a:srgbClr val="000716"/>
                </a:solidFill>
                <a:effectLst/>
                <a:latin typeface="+mn-lt"/>
              </a:rPr>
              <a:t> clones your model, and the new version would be version 2.</a:t>
            </a:r>
            <a:endParaRPr lang="en-US" dirty="0"/>
          </a:p>
        </p:txBody>
      </p:sp>
    </p:spTree>
    <p:extLst>
      <p:ext uri="{BB962C8B-B14F-4D97-AF65-F5344CB8AC3E}">
        <p14:creationId xmlns:p14="http://schemas.microsoft.com/office/powerpoint/2010/main" val="116717230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baseline="0" dirty="0">
              <a:solidFill>
                <a:schemeClr val="tx1"/>
              </a:solidFill>
              <a:effectLst/>
              <a:latin typeface="+mn-lt"/>
              <a:ea typeface="+mn-ea"/>
              <a:cs typeface="+mn-cs"/>
            </a:endParaRPr>
          </a:p>
        </p:txBody>
      </p:sp>
    </p:spTree>
    <p:extLst>
      <p:ext uri="{BB962C8B-B14F-4D97-AF65-F5344CB8AC3E}">
        <p14:creationId xmlns:p14="http://schemas.microsoft.com/office/powerpoint/2010/main" val="224389463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You will now complete the module 4 simulation: </a:t>
            </a:r>
            <a:r>
              <a:rPr lang="en-US" dirty="0"/>
              <a:t>Creating a Forecast with Amazon SageMaker Canvas</a:t>
            </a:r>
            <a:r>
              <a:rPr lang="en-US" sz="1200" dirty="0"/>
              <a:t>. </a:t>
            </a:r>
          </a:p>
          <a:p>
            <a:endParaRPr lang="en-US" dirty="0"/>
          </a:p>
        </p:txBody>
      </p:sp>
    </p:spTree>
    <p:extLst>
      <p:ext uri="{BB962C8B-B14F-4D97-AF65-F5344CB8AC3E}">
        <p14:creationId xmlns:p14="http://schemas.microsoft.com/office/powerpoint/2010/main" val="104691838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r>
              <a:rPr lang="en-US" dirty="0"/>
              <a:t>It’s now time to review the module and wrap up with a knowledge check.</a:t>
            </a:r>
          </a:p>
        </p:txBody>
      </p:sp>
    </p:spTree>
    <p:extLst>
      <p:ext uri="{BB962C8B-B14F-4D97-AF65-F5344CB8AC3E}">
        <p14:creationId xmlns:p14="http://schemas.microsoft.com/office/powerpoint/2010/main" val="317514698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endParaRPr lang="en-US" dirty="0">
              <a:latin typeface="+mn-lt"/>
            </a:endParaRPr>
          </a:p>
        </p:txBody>
      </p:sp>
    </p:spTree>
    <p:extLst>
      <p:ext uri="{BB962C8B-B14F-4D97-AF65-F5344CB8AC3E}">
        <p14:creationId xmlns:p14="http://schemas.microsoft.com/office/powerpoint/2010/main" val="234756100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It is now time to complete the knowledge check for this module.</a:t>
            </a:r>
          </a:p>
          <a:p>
            <a:endParaRPr lang="en-US" dirty="0"/>
          </a:p>
        </p:txBody>
      </p:sp>
    </p:spTree>
    <p:extLst>
      <p:ext uri="{BB962C8B-B14F-4D97-AF65-F5344CB8AC3E}">
        <p14:creationId xmlns:p14="http://schemas.microsoft.com/office/powerpoint/2010/main" val="358427006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r>
              <a:rPr lang="en-US" sz="1200" dirty="0"/>
              <a:t>If you want to learn more about the topics that are covered in this module, you might find the following additional resources helpful:</a:t>
            </a:r>
          </a:p>
          <a:p>
            <a:pPr marL="171450" indent="-171450">
              <a:buFont typeface="Arial" panose="020B0604020202020204" pitchFamily="34" charset="0"/>
              <a:buChar char="•"/>
            </a:pPr>
            <a:r>
              <a:rPr lang="en-US" sz="1200" dirty="0"/>
              <a:t>For Amazon SageMaker Canvas documentation, see “SageMaker Canvas” in the SageMaker Developer Guide at </a:t>
            </a:r>
            <a:r>
              <a:rPr lang="en-US" sz="1200" dirty="0">
                <a:hlinkClick r:id="rId3"/>
              </a:rPr>
              <a:t>https://docs.aws.amazon.com/sagemaker/latest/dg/canvas.html</a:t>
            </a:r>
            <a:r>
              <a:rPr lang="en-US" sz="1200" dirty="0"/>
              <a:t>. </a:t>
            </a:r>
            <a:endParaRPr lang="en-US" sz="1200" dirty="0">
              <a:solidFill>
                <a:srgbClr val="197956"/>
              </a:solidFill>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t>For the Amazon SageMaker Canvas product page, see “</a:t>
            </a:r>
            <a:r>
              <a:rPr lang="en-US" b="0" i="0" dirty="0">
                <a:solidFill>
                  <a:srgbClr val="161D26"/>
                </a:solidFill>
                <a:effectLst/>
                <a:latin typeface="+mn-lt"/>
              </a:rPr>
              <a:t>Amazon SageMaker Canvas</a:t>
            </a:r>
            <a:r>
              <a:rPr lang="en-US" sz="1200" dirty="0"/>
              <a:t>” at </a:t>
            </a:r>
            <a:r>
              <a:rPr lang="en-US" sz="1200" dirty="0">
                <a:solidFill>
                  <a:srgbClr val="197956"/>
                </a:solidFill>
                <a:hlinkClick r:id="rId4"/>
              </a:rPr>
              <a:t>https://aws.amazon.com/sagemaker/canvas/</a:t>
            </a:r>
            <a:r>
              <a:rPr lang="en-US" sz="1200" dirty="0">
                <a:solidFill>
                  <a:srgbClr val="197956"/>
                </a:solidFill>
              </a:rPr>
              <a:t>. </a:t>
            </a:r>
            <a:endParaRPr lang="en-US" sz="1200" dirty="0"/>
          </a:p>
        </p:txBody>
      </p:sp>
    </p:spTree>
    <p:extLst>
      <p:ext uri="{BB962C8B-B14F-4D97-AF65-F5344CB8AC3E}">
        <p14:creationId xmlns:p14="http://schemas.microsoft.com/office/powerpoint/2010/main" val="396366407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a:xfrm>
            <a:off x="317500" y="3810000"/>
            <a:ext cx="7112000" cy="53975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Thank you for completing this module.</a:t>
            </a:r>
          </a:p>
          <a:p>
            <a:endParaRPr lang="en-US" b="0" dirty="0"/>
          </a:p>
        </p:txBody>
      </p:sp>
    </p:spTree>
    <p:extLst>
      <p:ext uri="{BB962C8B-B14F-4D97-AF65-F5344CB8AC3E}">
        <p14:creationId xmlns:p14="http://schemas.microsoft.com/office/powerpoint/2010/main" val="350681256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8303063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Forecasting is an important area of machine learning. It is important because so many opportunities for predicting future outcomes are based on historical data. Many of these opportunities involve a time component. Although the time component adds more information, it also makes time series problems more difficult to handle than other types of predictions.</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You can think of time series data as falling into two broad categories. The first type is </a:t>
            </a:r>
            <a:r>
              <a:rPr lang="en-US" sz="1200" i="1" kern="1200" dirty="0">
                <a:solidFill>
                  <a:schemeClr val="tx1"/>
                </a:solidFill>
                <a:effectLst/>
                <a:latin typeface="+mn-lt"/>
                <a:ea typeface="+mn-ea"/>
                <a:cs typeface="+mn-cs"/>
              </a:rPr>
              <a:t>univariate</a:t>
            </a:r>
            <a:r>
              <a:rPr lang="en-US" sz="1200" kern="1200" dirty="0">
                <a:solidFill>
                  <a:schemeClr val="tx1"/>
                </a:solidFill>
                <a:effectLst/>
                <a:latin typeface="+mn-lt"/>
                <a:ea typeface="+mn-ea"/>
                <a:cs typeface="+mn-cs"/>
              </a:rPr>
              <a:t>, which means that it has only one variable. The second type is </a:t>
            </a:r>
            <a:r>
              <a:rPr lang="en-US" sz="1200" i="1" kern="1200" dirty="0">
                <a:solidFill>
                  <a:schemeClr val="tx1"/>
                </a:solidFill>
                <a:effectLst/>
                <a:latin typeface="+mn-lt"/>
                <a:ea typeface="+mn-ea"/>
                <a:cs typeface="+mn-cs"/>
              </a:rPr>
              <a:t>multivariate</a:t>
            </a:r>
            <a:r>
              <a:rPr lang="en-US" sz="1200" kern="1200" dirty="0">
                <a:solidFill>
                  <a:schemeClr val="tx1"/>
                </a:solidFill>
                <a:effectLst/>
                <a:latin typeface="+mn-lt"/>
                <a:ea typeface="+mn-ea"/>
                <a:cs typeface="+mn-cs"/>
              </a:rPr>
              <a:t>, which means that it has more than one variable. In addition to these two categories, most time series datasets also follow one of the following patterns:</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Trend – A pattern that shows the values as they increase, decrease, or stay the same over time</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Seasonal – A repeating pattern that is based on the seasons in a year</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Cyclical – Some other form of a repeating pattern</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Irregular – Changes in the data over time that appear to be random or that have no discernable pattern</a:t>
            </a:r>
          </a:p>
          <a:p>
            <a:endParaRPr lang="en-US" b="0" dirty="0"/>
          </a:p>
        </p:txBody>
      </p:sp>
    </p:spTree>
    <p:extLst>
      <p:ext uri="{BB962C8B-B14F-4D97-AF65-F5344CB8AC3E}">
        <p14:creationId xmlns:p14="http://schemas.microsoft.com/office/powerpoint/2010/main" val="393877554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Time series data is captured in chronological sequence over a defined period of time. Introducing time into a machine learning model has a positive impact because the model can derive meaning from change in the data points over time. Time series data tends to be correlated, which means that a dependency exists between data points.</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Because you have a regression problem—and because regression assumes independence of data points—you must develop a method for handling data dependence. The purpose of this method is to increase the validity of the predictions.</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In addition to the time series data, you can add related data to augment a forecasting model. For example, for a prediction about retail sales, you might include information about the product being sold (such as item identification or sales price). This information is in addition to the number of units that are sold per time period.</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third type of data is metadata about the dataset. For example, for a retail dataset, you might want to include metadata to group results, like a brand name. Another example of metadata could be including a genre for music or videos.</a:t>
            </a:r>
          </a:p>
          <a:p>
            <a:endParaRPr lang="en-US" b="0" dirty="0"/>
          </a:p>
        </p:txBody>
      </p:sp>
    </p:spTree>
    <p:extLst>
      <p:ext uri="{BB962C8B-B14F-4D97-AF65-F5344CB8AC3E}">
        <p14:creationId xmlns:p14="http://schemas.microsoft.com/office/powerpoint/2010/main" val="316420317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~alt text/group3: </a:t>
            </a:r>
            <a:r>
              <a:rPr lang="en-US" sz="1200" kern="1200" dirty="0">
                <a:solidFill>
                  <a:schemeClr val="tx1"/>
                </a:solidFill>
                <a:effectLst/>
                <a:latin typeface="+mn-lt"/>
                <a:ea typeface="+mn-ea"/>
                <a:cs typeface="+mn-cs"/>
              </a:rPr>
              <a:t>Plots for the different fill techniques. More details in notes.</a:t>
            </a:r>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A common occurrence in real-world forecasting problems is missing values in the raw data. Missing values makes it harder for a model to generate a forecast. The primary example in retail is an out-of-stock situation in demand forecasting. If an item goes out of stock, the sales for the day will zero. If the forecast is generated based on those zero sales values, the forecast will be incorrect.</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Missing values can be marked as missing for various reasons. Missing values can occur because of no transaction, or possibly because of measurement errors. Maybe a service that monitored certain data was not working correctly, or the measurement could not occur correctly. </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The missing data can be calculated in several ways:</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Forward fill – Uses the last known value for the missing value.</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Moving average – Uses the average of the last known values to calculate the missing value.</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Backward fill – Uses the next known value after the missing value. Be aware that it is a potential danger to use the future to calculate the past, which is bad in forecasting. This practice is known as </a:t>
            </a:r>
            <a:r>
              <a:rPr lang="en-US" sz="1200" i="1" kern="1200" dirty="0">
                <a:solidFill>
                  <a:schemeClr val="tx1"/>
                </a:solidFill>
                <a:effectLst/>
                <a:latin typeface="+mn-lt"/>
                <a:ea typeface="+mn-ea"/>
                <a:cs typeface="+mn-cs"/>
              </a:rPr>
              <a:t>lookahead</a:t>
            </a:r>
            <a:r>
              <a:rPr lang="en-US" sz="1200" kern="1200" dirty="0">
                <a:solidFill>
                  <a:schemeClr val="tx1"/>
                </a:solidFill>
                <a:effectLst/>
                <a:latin typeface="+mn-lt"/>
                <a:ea typeface="+mn-ea"/>
                <a:cs typeface="+mn-cs"/>
              </a:rPr>
              <a:t>, and it should be avoided.</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Interpolation – Essentially uses an equation to calculate the missing value.</a:t>
            </a:r>
          </a:p>
          <a:p>
            <a:pPr marL="0" lvl="0" indent="0">
              <a:buFont typeface="Arial" panose="020B0604020202020204" pitchFamily="34" charset="0"/>
              <a:buNone/>
            </a:pP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You also have the choice to use a zero fill. This choice is often used in retail, a domain where missing sales data shouldn’t be calculated. The missing data represents no orders on that day. It would be wise to investigate why, but you don’t want to fill in the missing value in this case.</a:t>
            </a:r>
          </a:p>
          <a:p>
            <a:endParaRPr lang="en-US" dirty="0"/>
          </a:p>
        </p:txBody>
      </p:sp>
    </p:spTree>
    <p:extLst>
      <p:ext uri="{BB962C8B-B14F-4D97-AF65-F5344CB8AC3E}">
        <p14:creationId xmlns:p14="http://schemas.microsoft.com/office/powerpoint/2010/main" val="285569832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effectLst/>
                <a:latin typeface="+mn-lt"/>
                <a:ea typeface="Calibri" panose="020F0502020204030204" pitchFamily="34" charset="0"/>
                <a:cs typeface="Times New Roman" panose="02020603050405020304" pitchFamily="18" charset="0"/>
              </a:rPr>
              <a:t>~alt text/full image/can’t be grouped: [please provide alt text; and long description in notes if necessary]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You might obtain data at different frequencies. For example, you might have sales data that includes the exact timestamp that the sale was recorded. However, the inventory data might contain only the year, month, and day of the inventory level. When you have data that is at a different frequency than other datasets, or isn’t compatible with your question, you might need to </a:t>
            </a:r>
            <a:r>
              <a:rPr lang="en-US" sz="1200" i="1" kern="1200" dirty="0">
                <a:solidFill>
                  <a:schemeClr val="tx1"/>
                </a:solidFill>
                <a:effectLst/>
                <a:latin typeface="+mn-lt"/>
                <a:ea typeface="+mn-ea"/>
                <a:cs typeface="+mn-cs"/>
              </a:rPr>
              <a:t>downsample</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Downsample means moving from a more finely grained time to a less finely grained time. This example converts an hourly dataset to a daily dataset.</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When you downsample, you must decide how to combine the values. In the case of sales data, summing the quantity makes the most sense. If the data is temperature, you might want to find the average. Understanding your data helps you decide what the best course of action is.</a:t>
            </a:r>
          </a:p>
        </p:txBody>
      </p:sp>
    </p:spTree>
    <p:extLst>
      <p:ext uri="{BB962C8B-B14F-4D97-AF65-F5344CB8AC3E}">
        <p14:creationId xmlns:p14="http://schemas.microsoft.com/office/powerpoint/2010/main" val="188988565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effectLst/>
                <a:latin typeface="+mn-lt"/>
                <a:ea typeface="Calibri" panose="020F0502020204030204" pitchFamily="34" charset="0"/>
                <a:cs typeface="Times New Roman" panose="02020603050405020304" pitchFamily="18" charset="0"/>
              </a:rPr>
              <a:t>~alt text/full image/can’t be grouped: [please provide alt text; and long description in notes if necessary]</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inverse of downsampling is upsampling. The problem with upsampling is that it’s difficult to achieve in most cases. Suppose that you wanted to upsample your sales data from daily sales to hourly sales. Unless you have some other data source to reference, you wouldn’t be able to change from daily to hourly sales. In some cases, you must use additional data or knowledge. For example, if you must match the frequency of another time series, you might have an irregular time series or specific domain knowledge that could help. In those cases, you must be careful of how you convert the data. For the retail example, the best that you can do is create a single order for the day at a specified hour. For temperature, you can copy the daily temperature into each of the hourly slots, or use some formula to calculate a curve.</a:t>
            </a:r>
          </a:p>
        </p:txBody>
      </p:sp>
    </p:spTree>
    <p:extLst>
      <p:ext uri="{BB962C8B-B14F-4D97-AF65-F5344CB8AC3E}">
        <p14:creationId xmlns:p14="http://schemas.microsoft.com/office/powerpoint/2010/main" val="25750913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~alt text/group3: </a:t>
            </a:r>
            <a:r>
              <a:rPr lang="en-US" sz="1200" b="0" kern="1200" dirty="0">
                <a:solidFill>
                  <a:schemeClr val="tx1"/>
                </a:solidFill>
                <a:effectLst/>
                <a:latin typeface="+mn-lt"/>
                <a:ea typeface="+mn-ea"/>
                <a:cs typeface="+mn-cs"/>
              </a:rPr>
              <a:t>Line plot with outliers.</a:t>
            </a:r>
          </a:p>
          <a:p>
            <a:endParaRPr lang="en-US" sz="1200" b="1"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~alt text/group5: </a:t>
            </a:r>
            <a:r>
              <a:rPr lang="en-US" sz="1200" b="0" kern="1200" dirty="0">
                <a:solidFill>
                  <a:schemeClr val="tx1"/>
                </a:solidFill>
                <a:effectLst/>
                <a:latin typeface="+mn-lt"/>
                <a:ea typeface="+mn-ea"/>
                <a:cs typeface="+mn-cs"/>
              </a:rPr>
              <a:t>Line plot after smoothing function applied.</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Outliers can be a problem in data science. The same is true of time series data. </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If you examine sales data and you see an order with an unusually large quantity of items, you might not want to include that order in your forecast calculations. The order size might never be repeated. Removing these outliers and anomalies is known as </a:t>
            </a:r>
            <a:r>
              <a:rPr lang="en-US" sz="1200" i="1" kern="1200" dirty="0">
                <a:solidFill>
                  <a:schemeClr val="tx1"/>
                </a:solidFill>
                <a:effectLst/>
                <a:latin typeface="+mn-lt"/>
                <a:ea typeface="+mn-ea"/>
                <a:cs typeface="+mn-cs"/>
              </a:rPr>
              <a:t>smoothing</a:t>
            </a:r>
            <a:r>
              <a:rPr lang="en-US" sz="1200" kern="1200" dirty="0">
                <a:solidFill>
                  <a:schemeClr val="tx1"/>
                </a:solidFill>
                <a:effectLst/>
                <a:latin typeface="+mn-lt"/>
                <a:ea typeface="+mn-ea"/>
                <a:cs typeface="+mn-cs"/>
              </a:rPr>
              <a:t>.</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Smoothing your data can help you deal with outliers and other anomalies. You might consider smoothing for the following reasons.</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Data preparation – Removing error values and outliers</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Visualization – Reducing noise in a plot</a:t>
            </a:r>
          </a:p>
          <a:p>
            <a:pPr marL="171450" indent="-171450">
              <a:buFont typeface="Arial" panose="020B0604020202020204" pitchFamily="34" charset="0"/>
              <a:buChar char="•"/>
            </a:pP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Understand why you are smoothing the data and the impact that it might have. You might want the outcome to be reduced noise and to create a better model. However, it’s equally important to consider these questions: Could your smoothing compromise the model? Does the model expect noisy data? Can you also smooth the data in production?</a:t>
            </a:r>
          </a:p>
          <a:p>
            <a:endParaRPr lang="en-US" dirty="0"/>
          </a:p>
        </p:txBody>
      </p:sp>
    </p:spTree>
    <p:extLst>
      <p:ext uri="{BB962C8B-B14F-4D97-AF65-F5344CB8AC3E}">
        <p14:creationId xmlns:p14="http://schemas.microsoft.com/office/powerpoint/2010/main" val="324521940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~alt text/group89: </a:t>
            </a:r>
            <a:r>
              <a:rPr lang="en-US" sz="1200" kern="1200" dirty="0">
                <a:solidFill>
                  <a:schemeClr val="tx1"/>
                </a:solidFill>
                <a:effectLst/>
                <a:latin typeface="+mn-lt"/>
                <a:ea typeface="+mn-ea"/>
                <a:cs typeface="+mn-cs"/>
              </a:rPr>
              <a:t>Line plot for 24 values that rise and fall along the y axis.</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Seasonality in data is any kind of repeating observation where the frequency of the observation is stable. For example, in sales you typically see higher sales at the end of a quarter, and into Q4. Consumer retail exhibits this pattern even more in Q4. Be aware that data can have multiple types of seasonality in the same dataset.</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Many times, you might want to incorporate seasonality information into your forecast. Localized holidays are a good example for sales.</a:t>
            </a:r>
          </a:p>
          <a:p>
            <a:endParaRPr lang="en-US" dirty="0"/>
          </a:p>
        </p:txBody>
      </p:sp>
    </p:spTree>
    <p:extLst>
      <p:ext uri="{BB962C8B-B14F-4D97-AF65-F5344CB8AC3E}">
        <p14:creationId xmlns:p14="http://schemas.microsoft.com/office/powerpoint/2010/main" val="212842783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~alt text/group7: </a:t>
            </a:r>
            <a:r>
              <a:rPr lang="en-US" sz="1200" kern="1200" dirty="0">
                <a:solidFill>
                  <a:schemeClr val="tx1"/>
                </a:solidFill>
                <a:effectLst/>
                <a:latin typeface="+mn-lt"/>
                <a:ea typeface="+mn-ea"/>
                <a:cs typeface="+mn-cs"/>
              </a:rPr>
              <a:t>Graph showing increasing trend over 2 years of unlabeled data.</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It is important to know how stable a system is. The level of stability, or </a:t>
            </a:r>
            <a:r>
              <a:rPr lang="en-US" sz="1200" i="1" kern="1200" dirty="0">
                <a:solidFill>
                  <a:schemeClr val="tx1"/>
                </a:solidFill>
                <a:effectLst/>
                <a:latin typeface="+mn-lt"/>
                <a:ea typeface="+mn-ea"/>
                <a:cs typeface="+mn-cs"/>
              </a:rPr>
              <a:t>stationarity</a:t>
            </a:r>
            <a:r>
              <a:rPr lang="en-US" sz="1200" kern="1200" dirty="0">
                <a:solidFill>
                  <a:schemeClr val="tx1"/>
                </a:solidFill>
                <a:effectLst/>
                <a:latin typeface="+mn-lt"/>
                <a:ea typeface="+mn-ea"/>
                <a:cs typeface="+mn-cs"/>
              </a:rPr>
              <a:t>, can tell you how much you should expect the system’s past behavior to inform future behavior. A system with low stability is not good for predicting the future.</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Often, you will want to determine the trend for a time series. However, adjusting the series for the trend can make it difficult to compare the series with another series that was also adjusted for trend. The trends might dominate the values in the series, which can lead you to overestimate of the correlation between the two series. This phenomenon was shown in the previous topic. For a detailed explanation of reasons for this occurrence, see “</a:t>
            </a:r>
            <a:r>
              <a:rPr lang="en-US" dirty="0">
                <a:effectLst/>
                <a:ea typeface="Calibri" panose="020F0502020204030204" pitchFamily="34" charset="0"/>
                <a:cs typeface="Times New Roman" panose="02020603050405020304" pitchFamily="18" charset="0"/>
              </a:rPr>
              <a:t>Avoiding Commons Mistakes with Time Series Analysis” at </a:t>
            </a:r>
            <a:r>
              <a:rPr lang="en-US" u="sng" dirty="0">
                <a:solidFill>
                  <a:srgbClr val="197956"/>
                </a:solidFill>
                <a:effectLst/>
                <a:ea typeface="Calibri" panose="020F0502020204030204" pitchFamily="34" charset="0"/>
                <a:cs typeface="Times New Roman" panose="02020603050405020304" pitchFamily="18" charset="0"/>
                <a:hlinkClick r:id="rId3">
                  <a:extLst>
                    <a:ext uri="{A12FA001-AC4F-418D-AE19-62706E023703}">
                      <ahyp:hlinkClr xmlns:ahyp="http://schemas.microsoft.com/office/drawing/2018/hyperlinkcolor" val="tx"/>
                    </a:ext>
                  </a:extLst>
                </a:hlinkClick>
              </a:rPr>
              <a:t>https://www.svds.com/tbt-avoiding-common-mistakes-time-series-analysis/</a:t>
            </a:r>
            <a:r>
              <a:rPr lang="en-US" dirty="0">
                <a:solidFill>
                  <a:srgbClr val="197956"/>
                </a:solidFill>
                <a:effectLst/>
                <a:ea typeface="Calibri" panose="020F0502020204030204" pitchFamily="34" charset="0"/>
                <a:cs typeface="Times New Roman" panose="02020603050405020304" pitchFamily="18" charset="0"/>
              </a:rPr>
              <a:t>.</a:t>
            </a:r>
            <a:endParaRPr lang="en-US" dirty="0">
              <a:solidFill>
                <a:srgbClr val="197956"/>
              </a:solidFill>
              <a:ea typeface="Amazon Ember Light" panose="020B0403020204020204" pitchFamily="34" charset="0"/>
              <a:cs typeface="Amazon Ember Light" panose="020B0403020204020204" pitchFamily="34" charset="0"/>
            </a:endParaRP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Autocorrelation is one of the special problems that you face with time series data. As you saw in other machine learning problems, the goal of building an ML model is to separate the signal from the noise. Autocorrelation is a form of noise because separate observations are not independent of each other. </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A time series with autocorrelation might overstate the accuracy of the model that is produced. Some of the algorithms that you see in this module can help correct for autocorrelation.</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These factors, along with seasonality, can influence the model that you select to produce your forecast. Some algorithms handle seasonality and autocorrelation, but others do not. </a:t>
            </a:r>
          </a:p>
          <a:p>
            <a:endParaRPr lang="en-US" b="0" dirty="0">
              <a:latin typeface="+mn-lt"/>
            </a:endParaRPr>
          </a:p>
        </p:txBody>
      </p:sp>
    </p:spTree>
    <p:extLst>
      <p:ext uri="{BB962C8B-B14F-4D97-AF65-F5344CB8AC3E}">
        <p14:creationId xmlns:p14="http://schemas.microsoft.com/office/powerpoint/2010/main" val="393883575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One of the tasks in building a forecasting application is to choose an appropriate algorithm. The type of dataset that you are using and the features of that dataset should determine your choice of algorithm.</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Amazon Forecast supports these five algorithms.</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Autoregressive Integrated Moving Average (ARIMA) – This algorithm removes autocorrelations, which might influence the pattern of observations.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DeepAR+ – A supervised learning algorithm for forecasting one-dimensional time series. It uses a recurrent neural network to train a model over multiple time series.</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Exponential Smoothing (ETS): This algorithm is useful for datasets with seasonality. It uses a weighted average for all observations. The weights are decreased over time.</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Non-Parametric Time Series (NPTS) – Predictions are based on sampling from past observations. Specialized versions are available for seasonal and climatological datasets.</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Prophet – A Bayesian time series model. It’s useful for datasets that span a long time period, have missing data, or have large outliers.</a:t>
            </a:r>
          </a:p>
          <a:p>
            <a:pPr marL="0" indent="0">
              <a:buFont typeface="Arial" panose="020B0604020202020204" pitchFamily="34" charset="0"/>
              <a:buNone/>
            </a:pPr>
            <a:endParaRPr lang="en-US" dirty="0"/>
          </a:p>
        </p:txBody>
      </p:sp>
    </p:spTree>
    <p:extLst>
      <p:ext uri="{BB962C8B-B14F-4D97-AF65-F5344CB8AC3E}">
        <p14:creationId xmlns:p14="http://schemas.microsoft.com/office/powerpoint/2010/main" val="161496407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~alt text/group4: </a:t>
            </a:r>
            <a:r>
              <a:rPr lang="en-US" sz="1200" kern="1200" dirty="0">
                <a:solidFill>
                  <a:schemeClr val="tx1"/>
                </a:solidFill>
                <a:effectLst/>
                <a:latin typeface="+mn-lt"/>
                <a:ea typeface="+mn-ea"/>
                <a:cs typeface="+mn-cs"/>
              </a:rPr>
              <a:t>Amazon Forecast flowchart. Sections described in notes.</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When you generate forecasts, you can apply the machine learning development pipeline that you use throughout this course.</a:t>
            </a:r>
          </a:p>
          <a:p>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Import your data – You must import as much data as you have—both historical data and related data. You should do some basic evaluation and feature engineering before you use the data to train a model.</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Train a predictor – To train a predictor, you must choose an algorithm. If you are not sure which algorithm is best for your data, you can let Amazon Forecast choose by selecting </a:t>
            </a:r>
            <a:r>
              <a:rPr lang="en-US" sz="1200" i="1" kern="1200" dirty="0">
                <a:solidFill>
                  <a:schemeClr val="tx1"/>
                </a:solidFill>
                <a:effectLst/>
                <a:latin typeface="+mn-lt"/>
                <a:ea typeface="+mn-ea"/>
                <a:cs typeface="+mn-cs"/>
              </a:rPr>
              <a:t>AutoML</a:t>
            </a:r>
            <a:r>
              <a:rPr lang="en-US" sz="1200" kern="1200" dirty="0">
                <a:solidFill>
                  <a:schemeClr val="tx1"/>
                </a:solidFill>
                <a:effectLst/>
                <a:latin typeface="+mn-lt"/>
                <a:ea typeface="+mn-ea"/>
                <a:cs typeface="+mn-cs"/>
              </a:rPr>
              <a:t> as your algorithm. You also must select a domain for your data, but if you’re not sure which domain fits best, you can select a custom domain. Domains have specific types of data that they require. For more information, see Predefined Dataset Domains and Dataset Types in the Amazon Forecast documentation.</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Generate forecasts – As soon as you have a trained model, you can use the model to make a forecast by using an input dataset group. After you generate a forecast, you can query the forecast, or you can export it to an Amazon Simple Storage Service (Amazon S3) bucket. You also have the option to encrypt the data in the forecast before you export it.</a:t>
            </a:r>
          </a:p>
        </p:txBody>
      </p:sp>
    </p:spTree>
    <p:extLst>
      <p:ext uri="{BB962C8B-B14F-4D97-AF65-F5344CB8AC3E}">
        <p14:creationId xmlns:p14="http://schemas.microsoft.com/office/powerpoint/2010/main" val="375753762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~alt text/group50: </a:t>
            </a:r>
            <a:r>
              <a:rPr lang="en-US" sz="1200" kern="1200" dirty="0">
                <a:solidFill>
                  <a:schemeClr val="tx1"/>
                </a:solidFill>
                <a:effectLst/>
                <a:latin typeface="+mn-lt"/>
                <a:ea typeface="+mn-ea"/>
                <a:cs typeface="+mn-cs"/>
              </a:rPr>
              <a:t>Training data flowing to Amazon Forecast.</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When you work with Amazon Forecast, you should select the appropriate domain. You can select from the following list:</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Retail – Product demand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Inventory planning – Raw materials requirements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EC2 capacity – Capacity demand for Amazon Elastic Compute Cloud (Amazon EC2)</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Work force – Workload projections</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Web traffic – Projected traffic to one or more websites</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Metrics – Projecting metrics such as revenue, sales, or cash flow</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Custom – Projections for a domain that you can’t map to one of the previous domains</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By selecting a domain, you improve the efficiency of the predictor. Each domain has specific types of data that you supply when you build the predictor. For example, the </a:t>
            </a:r>
            <a:r>
              <a:rPr lang="en-US" sz="1200" i="1" kern="1200" dirty="0">
                <a:solidFill>
                  <a:schemeClr val="tx1"/>
                </a:solidFill>
                <a:effectLst/>
                <a:latin typeface="+mn-lt"/>
                <a:ea typeface="+mn-ea"/>
                <a:cs typeface="+mn-cs"/>
              </a:rPr>
              <a:t>Retail</a:t>
            </a:r>
            <a:r>
              <a:rPr lang="en-US" sz="1200" kern="1200" dirty="0">
                <a:solidFill>
                  <a:schemeClr val="tx1"/>
                </a:solidFill>
                <a:effectLst/>
                <a:latin typeface="+mn-lt"/>
                <a:ea typeface="+mn-ea"/>
                <a:cs typeface="+mn-cs"/>
              </a:rPr>
              <a:t> domain expects item identifiers, a timestamp for the observation, the number of sales for that item, and the specified timestamp.</a:t>
            </a:r>
          </a:p>
          <a:p>
            <a:r>
              <a:rPr lang="en-US" sz="1200" kern="1200" dirty="0">
                <a:solidFill>
                  <a:schemeClr val="tx1"/>
                </a:solidFill>
                <a:effectLst/>
                <a:latin typeface="+mn-lt"/>
                <a:ea typeface="+mn-ea"/>
                <a:cs typeface="+mn-cs"/>
              </a:rPr>
              <a:t> </a:t>
            </a:r>
          </a:p>
          <a:p>
            <a:pPr marL="0" marR="0">
              <a:spcBef>
                <a:spcPts val="0"/>
              </a:spcBef>
              <a:spcAft>
                <a:spcPts val="0"/>
              </a:spcAft>
            </a:pPr>
            <a:r>
              <a:rPr lang="en-US" kern="1200" dirty="0">
                <a:solidFill>
                  <a:schemeClr val="tx1"/>
                </a:solidFill>
                <a:effectLst/>
                <a:ea typeface="+mn-ea"/>
                <a:cs typeface="+mn-cs"/>
              </a:rPr>
              <a:t>For more information on the supported domains, </a:t>
            </a:r>
            <a:r>
              <a:rPr lang="en-US" dirty="0">
                <a:effectLst/>
                <a:ea typeface="Calibri" panose="020F0502020204030204" pitchFamily="34" charset="0"/>
                <a:cs typeface="Times New Roman" panose="02020603050405020304" pitchFamily="18" charset="0"/>
              </a:rPr>
              <a:t>see the topic “Predefined Dataset Domains and Dataset Types” at </a:t>
            </a:r>
            <a:r>
              <a:rPr lang="en-US" u="sng" dirty="0">
                <a:solidFill>
                  <a:srgbClr val="197956"/>
                </a:solidFill>
                <a:effectLst/>
                <a:ea typeface="Calibri" panose="020F0502020204030204" pitchFamily="34" charset="0"/>
                <a:cs typeface="Times New Roman" panose="02020603050405020304" pitchFamily="18" charset="0"/>
                <a:hlinkClick r:id="rId3">
                  <a:extLst>
                    <a:ext uri="{A12FA001-AC4F-418D-AE19-62706E023703}">
                      <ahyp:hlinkClr xmlns:ahyp="http://schemas.microsoft.com/office/drawing/2018/hyperlinkcolor" val="tx"/>
                    </a:ext>
                  </a:extLst>
                </a:hlinkClick>
              </a:rPr>
              <a:t>https://docs.aws.amazon.com/forecast/latest/dg/howitworks-domains-ds-types.html</a:t>
            </a:r>
            <a:r>
              <a:rPr lang="en-US" dirty="0">
                <a:solidFill>
                  <a:srgbClr val="197956"/>
                </a:solidFill>
                <a:effectLst/>
                <a:ea typeface="Calibri" panose="020F0502020204030204" pitchFamily="34" charset="0"/>
                <a:cs typeface="Times New Roman" panose="02020603050405020304" pitchFamily="18" charset="0"/>
              </a:rPr>
              <a:t>.</a:t>
            </a:r>
          </a:p>
          <a:p>
            <a:endParaRPr lang="en-US" b="0" dirty="0">
              <a:latin typeface="+mn-lt"/>
            </a:endParaRPr>
          </a:p>
        </p:txBody>
      </p:sp>
    </p:spTree>
    <p:extLst>
      <p:ext uri="{BB962C8B-B14F-4D97-AF65-F5344CB8AC3E}">
        <p14:creationId xmlns:p14="http://schemas.microsoft.com/office/powerpoint/2010/main" val="274646453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dirty="0">
                <a:solidFill>
                  <a:schemeClr val="tx1"/>
                </a:solidFill>
                <a:effectLst/>
                <a:latin typeface="+mn-lt"/>
                <a:ea typeface="+mn-ea"/>
                <a:cs typeface="+mn-cs"/>
              </a:rPr>
              <a:t>~alt text/group4: </a:t>
            </a:r>
            <a:r>
              <a:rPr lang="en-US" sz="1200" kern="1200" dirty="0">
                <a:solidFill>
                  <a:schemeClr val="tx1"/>
                </a:solidFill>
                <a:effectLst/>
                <a:latin typeface="+mn-lt"/>
                <a:ea typeface="+mn-ea"/>
                <a:cs typeface="+mn-cs"/>
              </a:rPr>
              <a:t>Amazon Forecast flowchart. Steps described in notes.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 overall process for working with Amazon Forecast is to import historical and related data. Amazon Forecast inspects the data, identifies key data, and selects an appropriate algorithm. It uses the algorithm to train and optimize a custom model and produce a predictor. You create forecasts by applying the predictor to your dataset. Then, you can either retrieve these forecasts in the AWS console, or export the forecasts as comma-delimited files. You can also use an application programming interface (API) and command line interface (CLI) commands to create and retrieve forecasts.</a:t>
            </a:r>
          </a:p>
          <a:p>
            <a:endParaRPr lang="en-US" b="0" dirty="0"/>
          </a:p>
        </p:txBody>
      </p:sp>
    </p:spTree>
    <p:extLst>
      <p:ext uri="{BB962C8B-B14F-4D97-AF65-F5344CB8AC3E}">
        <p14:creationId xmlns:p14="http://schemas.microsoft.com/office/powerpoint/2010/main" val="191652080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~alt text/group6: </a:t>
            </a:r>
            <a:r>
              <a:rPr lang="en-US" sz="1200" kern="1200" dirty="0">
                <a:solidFill>
                  <a:schemeClr val="tx1"/>
                </a:solidFill>
                <a:effectLst/>
                <a:latin typeface="+mn-lt"/>
                <a:ea typeface="+mn-ea"/>
                <a:cs typeface="+mn-cs"/>
              </a:rPr>
              <a:t>Arrows show time series data, metadata, and related data as elements of retail forecasting.</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following example shows the data that you need for a retail demand forecast.</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For the time series, you must provide:</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Timestamp – The time at which the transaction took place, ideally in UTC format</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Item – The item ID of the item</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Quantity – How many items were sold</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The metadata for the item might include category or item color, for example. The link back to the time series data includes only the item ID, because the metadata for the item doesn’t typically change.</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The sales price or other promotion data are examples of related data that can create a more useful forecast. To link this back to the item, you must include the timestamp and item ID.</a:t>
            </a:r>
          </a:p>
          <a:p>
            <a:pPr marL="0" indent="0">
              <a:buFont typeface="Arial" panose="020B0604020202020204" pitchFamily="34" charset="0"/>
              <a:buNone/>
            </a:pPr>
            <a:endParaRPr lang="en-US" dirty="0"/>
          </a:p>
        </p:txBody>
      </p:sp>
    </p:spTree>
    <p:extLst>
      <p:ext uri="{BB962C8B-B14F-4D97-AF65-F5344CB8AC3E}">
        <p14:creationId xmlns:p14="http://schemas.microsoft.com/office/powerpoint/2010/main" val="386619961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Amazon Forecast predictors use an algorithm to train a model. They then use the model to make a forecast by using an input dataset group. To help you get started, Amazon Forecast provides the following predefined algorithms: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ARIMA</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DeepAR+</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ETS</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NPTS</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Prophet</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You can also use the </a:t>
            </a:r>
            <a:r>
              <a:rPr lang="en-US" sz="1200" i="1" kern="1200" dirty="0">
                <a:solidFill>
                  <a:schemeClr val="tx1"/>
                </a:solidFill>
                <a:effectLst/>
                <a:latin typeface="+mn-lt"/>
                <a:ea typeface="+mn-ea"/>
                <a:cs typeface="+mn-cs"/>
              </a:rPr>
              <a:t>AutoML</a:t>
            </a:r>
            <a:r>
              <a:rPr lang="en-US" sz="1200" kern="1200" dirty="0">
                <a:solidFill>
                  <a:schemeClr val="tx1"/>
                </a:solidFill>
                <a:effectLst/>
                <a:latin typeface="+mn-lt"/>
                <a:ea typeface="+mn-ea"/>
                <a:cs typeface="+mn-cs"/>
              </a:rPr>
              <a:t> feature, which tries all the algorithms to see which one is the best at predicting data.</a:t>
            </a:r>
          </a:p>
          <a:p>
            <a:r>
              <a:rPr lang="en-US" sz="1200" kern="1200" dirty="0">
                <a:solidFill>
                  <a:schemeClr val="tx1"/>
                </a:solidFill>
                <a:effectLst/>
                <a:latin typeface="+mn-lt"/>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For more information about Amazon Forecast algorithms, see “Amazon Forecast Algorithms” in the AWS documentation at </a:t>
            </a:r>
            <a:r>
              <a:rPr lang="en-US" sz="1200" kern="1200" dirty="0">
                <a:solidFill>
                  <a:srgbClr val="197956"/>
                </a:solidFill>
                <a:effectLst/>
                <a:latin typeface="+mn-lt"/>
                <a:ea typeface="+mn-ea"/>
                <a:cs typeface="+mn-cs"/>
                <a:hlinkClick r:id="rId3">
                  <a:extLst>
                    <a:ext uri="{A12FA001-AC4F-418D-AE19-62706E023703}">
                      <ahyp:hlinkClr xmlns:ahyp="http://schemas.microsoft.com/office/drawing/2018/hyperlinkcolor" val="tx"/>
                    </a:ext>
                  </a:extLst>
                </a:hlinkClick>
              </a:rPr>
              <a:t>https://docs.aws.amazon.com/forecast/latest/dg/aws-forecast-choosing-recipes.html</a:t>
            </a:r>
            <a:r>
              <a:rPr lang="en-US" dirty="0">
                <a:solidFill>
                  <a:srgbClr val="197956"/>
                </a:solidFill>
              </a:rPr>
              <a:t>.</a:t>
            </a:r>
            <a:r>
              <a:rPr lang="en-US" sz="1200" kern="1200" dirty="0">
                <a:solidFill>
                  <a:srgbClr val="197956"/>
                </a:solidFill>
                <a:effectLst/>
                <a:latin typeface="+mn-lt"/>
                <a:ea typeface="+mn-ea"/>
                <a:cs typeface="+mn-cs"/>
              </a:rPr>
              <a:t> </a:t>
            </a:r>
          </a:p>
        </p:txBody>
      </p:sp>
    </p:spTree>
    <p:extLst>
      <p:ext uri="{BB962C8B-B14F-4D97-AF65-F5344CB8AC3E}">
        <p14:creationId xmlns:p14="http://schemas.microsoft.com/office/powerpoint/2010/main" val="250060521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~alt text/group6: </a:t>
            </a:r>
            <a:r>
              <a:rPr lang="en-US" sz="1200" kern="1200" dirty="0">
                <a:solidFill>
                  <a:schemeClr val="tx1"/>
                </a:solidFill>
                <a:effectLst/>
                <a:latin typeface="+mn-lt"/>
                <a:ea typeface="+mn-ea"/>
                <a:cs typeface="+mn-cs"/>
              </a:rPr>
              <a:t>Time series data used to train a model that is then tested.</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When you prepare data for training in machine learning, you typically hold back data to use when you validate and score the model. The data that you hold back is usually a random sample of your available data. With time series data, you must process your data differently because of a correlation between time.</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When you import your data, Amazon Forecast breaks it into training and test datasets, which the diagram shows. The</a:t>
            </a:r>
            <a:r>
              <a:rPr lang="en-US" sz="1200" kern="1200" baseline="0" dirty="0">
                <a:solidFill>
                  <a:schemeClr val="tx1"/>
                </a:solidFill>
                <a:effectLst/>
                <a:latin typeface="+mn-lt"/>
                <a:ea typeface="+mn-ea"/>
                <a:cs typeface="+mn-cs"/>
              </a:rPr>
              <a:t> training data is used to train the model, which is then tested against the data that was held back. You can specify multiple </a:t>
            </a:r>
            <a:r>
              <a:rPr lang="en-US" sz="1200" i="1" kern="1200" baseline="0" dirty="0">
                <a:solidFill>
                  <a:schemeClr val="tx1"/>
                </a:solidFill>
                <a:effectLst/>
                <a:latin typeface="+mn-lt"/>
                <a:ea typeface="+mn-ea"/>
                <a:cs typeface="+mn-cs"/>
              </a:rPr>
              <a:t>back test windows</a:t>
            </a:r>
            <a:r>
              <a:rPr lang="en-US" sz="1200" kern="1200" baseline="0" dirty="0">
                <a:solidFill>
                  <a:schemeClr val="tx1"/>
                </a:solidFill>
                <a:effectLst/>
                <a:latin typeface="+mn-lt"/>
                <a:ea typeface="+mn-ea"/>
                <a:cs typeface="+mn-cs"/>
              </a:rPr>
              <a:t>, which will split the data multiple times, train the model, and use metrics to determine which model gives the best results. The default back test window is </a:t>
            </a:r>
            <a:r>
              <a:rPr lang="en-US" sz="1200" i="1" kern="1200" baseline="0" dirty="0">
                <a:solidFill>
                  <a:schemeClr val="tx1"/>
                </a:solidFill>
                <a:effectLst/>
                <a:latin typeface="+mn-lt"/>
                <a:ea typeface="+mn-ea"/>
                <a:cs typeface="+mn-cs"/>
              </a:rPr>
              <a:t>1</a:t>
            </a:r>
            <a:r>
              <a:rPr lang="en-US" sz="1200" kern="1200" baseline="0" dirty="0">
                <a:solidFill>
                  <a:schemeClr val="tx1"/>
                </a:solidFill>
                <a:effectLst/>
                <a:latin typeface="+mn-lt"/>
                <a:ea typeface="+mn-ea"/>
                <a:cs typeface="+mn-cs"/>
              </a:rPr>
              <a:t>.</a:t>
            </a:r>
          </a:p>
          <a:p>
            <a:endParaRPr lang="en-US" sz="1200" kern="1200" baseline="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You can change</a:t>
            </a:r>
            <a:r>
              <a:rPr lang="en-US" sz="1200" kern="1200" baseline="0" dirty="0">
                <a:solidFill>
                  <a:schemeClr val="tx1"/>
                </a:solidFill>
                <a:effectLst/>
                <a:latin typeface="+mn-lt"/>
                <a:ea typeface="+mn-ea"/>
                <a:cs typeface="+mn-cs"/>
              </a:rPr>
              <a:t> how Amazon Forecast splits the data by </a:t>
            </a:r>
            <a:r>
              <a:rPr lang="en-US" sz="1200" kern="1200" dirty="0">
                <a:solidFill>
                  <a:schemeClr val="tx1"/>
                </a:solidFill>
                <a:effectLst/>
                <a:latin typeface="+mn-lt"/>
                <a:ea typeface="+mn-ea"/>
                <a:cs typeface="+mn-cs"/>
              </a:rPr>
              <a:t>setting the </a:t>
            </a:r>
            <a:r>
              <a:rPr lang="en-US" sz="1200" i="1" kern="1200" dirty="0">
                <a:solidFill>
                  <a:schemeClr val="tx1"/>
                </a:solidFill>
                <a:effectLst/>
                <a:latin typeface="+mn-lt"/>
                <a:ea typeface="+mn-ea"/>
                <a:cs typeface="+mn-cs"/>
              </a:rPr>
              <a:t>BackTestWindowOffset</a:t>
            </a:r>
            <a:r>
              <a:rPr lang="en-US" sz="1200" kern="1200" dirty="0">
                <a:solidFill>
                  <a:schemeClr val="tx1"/>
                </a:solidFill>
                <a:effectLst/>
                <a:latin typeface="+mn-lt"/>
                <a:ea typeface="+mn-ea"/>
                <a:cs typeface="+mn-cs"/>
              </a:rPr>
              <a:t> parameter when you create the predictor. If you don’t set this value, the algorithms use default values.</a:t>
            </a:r>
          </a:p>
          <a:p>
            <a:r>
              <a:rPr lang="en-US" sz="1200" kern="1200" dirty="0">
                <a:solidFill>
                  <a:schemeClr val="tx1"/>
                </a:solidFill>
                <a:effectLst/>
                <a:latin typeface="+mn-lt"/>
                <a:ea typeface="+mn-ea"/>
                <a:cs typeface="+mn-cs"/>
              </a:rPr>
              <a:t> </a:t>
            </a:r>
          </a:p>
          <a:p>
            <a:r>
              <a:rPr lang="en-US" dirty="0"/>
              <a:t>After you have trained a model, you will need to measure</a:t>
            </a:r>
            <a:r>
              <a:rPr lang="en-US" baseline="0" dirty="0"/>
              <a:t> its accuracy, which you will learn about next.</a:t>
            </a:r>
            <a:endParaRPr lang="en-US" dirty="0"/>
          </a:p>
          <a:p>
            <a:r>
              <a:rPr lang="en-US" dirty="0"/>
              <a:t> </a:t>
            </a:r>
          </a:p>
        </p:txBody>
      </p:sp>
    </p:spTree>
    <p:extLst>
      <p:ext uri="{BB962C8B-B14F-4D97-AF65-F5344CB8AC3E}">
        <p14:creationId xmlns:p14="http://schemas.microsoft.com/office/powerpoint/2010/main" val="49676272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dirty="0">
                <a:solidFill>
                  <a:schemeClr val="tx1"/>
                </a:solidFill>
                <a:effectLst/>
                <a:latin typeface="+mn-lt"/>
                <a:ea typeface="+mn-ea"/>
                <a:cs typeface="+mn-cs"/>
              </a:rPr>
              <a:t>~alt text/group7: </a:t>
            </a:r>
            <a:r>
              <a:rPr lang="en-US" sz="1200" kern="1200" dirty="0">
                <a:solidFill>
                  <a:schemeClr val="tx1"/>
                </a:solidFill>
                <a:effectLst/>
                <a:latin typeface="+mn-lt"/>
                <a:ea typeface="+mn-ea"/>
                <a:cs typeface="+mn-cs"/>
              </a:rPr>
              <a:t>Line graphs of data and forecasts from wQuantileLoss for three quantiles.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 first Amazon Forecast evaluation metric is the weighted quantile loss (wQuantileLoss). When Amazon Forecast creates a forecast, it provides probabilistic predictions at three distinct quantiles—10 percent, 50 percent, and 90 percent. These prediction quantiles show you how much uncertainty is associated with each forecast.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baseline="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baseline="0" dirty="0">
                <a:solidFill>
                  <a:schemeClr val="tx1"/>
                </a:solidFill>
                <a:effectLst/>
                <a:latin typeface="+mn-lt"/>
                <a:ea typeface="+mn-ea"/>
                <a:cs typeface="+mn-cs"/>
              </a:rPr>
              <a:t>A P10 quantile predicts that, 10 percent of the time, the true value will be less than the predicted value. </a:t>
            </a:r>
            <a:r>
              <a:rPr lang="en-US" dirty="0"/>
              <a:t>For example, suppose that you are a retailer. You want to forecast product demand for winter gloves that sell well only during the fall and winter. Say that you don’t have sufficient storage space and the cost of invested capital is high, or that the price of being overstocked on winter gloves concerns you. Then, you might use the P10 quantile to order a relatively low number of winter gloves. You know that the P10 forecast overestimates the demand for your winter gloves only 10 percent of the time, so you will be sold out of your winter gloves for 90 percent of the time.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baseline="0" dirty="0">
                <a:solidFill>
                  <a:schemeClr val="tx1"/>
                </a:solidFill>
                <a:effectLst/>
                <a:latin typeface="+mn-lt"/>
                <a:ea typeface="+mn-ea"/>
                <a:cs typeface="+mn-cs"/>
              </a:rPr>
              <a:t>A P50 quantile predicts that 50 percent of the time, the true value will be less than the predicted value. </a:t>
            </a:r>
            <a:r>
              <a:rPr lang="en-US" dirty="0"/>
              <a:t>Continuing the winter gloves example, say you know that there will be a moderate amount of demand for the gloves, and you aren’t concerned about being overstocked. Then, you might choose to use the P50 quantile to order gloves. </a:t>
            </a:r>
          </a:p>
          <a:p>
            <a:endParaRPr lang="en-US" sz="1200" kern="1200" baseline="0" dirty="0">
              <a:solidFill>
                <a:schemeClr val="tx1"/>
              </a:solidFill>
              <a:effectLst/>
              <a:latin typeface="+mn-lt"/>
              <a:ea typeface="+mn-ea"/>
              <a:cs typeface="+mn-cs"/>
            </a:endParaRPr>
          </a:p>
          <a:p>
            <a:r>
              <a:rPr lang="en-US" sz="1200" b="0" kern="1200" baseline="0" dirty="0">
                <a:solidFill>
                  <a:schemeClr val="tx1"/>
                </a:solidFill>
                <a:effectLst/>
                <a:latin typeface="+mn-lt"/>
                <a:ea typeface="+mn-ea"/>
                <a:cs typeface="+mn-cs"/>
              </a:rPr>
              <a:t>A P90 quantile predicts that 90 percent of the time, the true value will be less than the predicted value. </a:t>
            </a:r>
            <a:r>
              <a:rPr lang="en-US" dirty="0"/>
              <a:t>Suppose you determine that being understocked on gloves will result in large amounts of lost revenue—for example, the cost of not selling gloves is extremely high or the cost of invested capital is low. In this case, you might choose to use the P90 quantile to order gloves. </a:t>
            </a:r>
          </a:p>
          <a:p>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Amazon Forecast also calculates the associated loss (error) at each quantile. </a:t>
            </a:r>
            <a:r>
              <a:rPr lang="en-US" sz="1200" kern="1200" dirty="0">
                <a:solidFill>
                  <a:schemeClr val="tx1"/>
                </a:solidFill>
                <a:effectLst/>
                <a:latin typeface="+mn-lt"/>
                <a:ea typeface="+mn-ea"/>
                <a:cs typeface="+mn-cs"/>
              </a:rPr>
              <a:t>Weighted quantile</a:t>
            </a:r>
            <a:r>
              <a:rPr lang="en-US" sz="1200" kern="1200" baseline="0" dirty="0">
                <a:solidFill>
                  <a:schemeClr val="tx1"/>
                </a:solidFill>
                <a:effectLst/>
                <a:latin typeface="+mn-lt"/>
                <a:ea typeface="+mn-ea"/>
                <a:cs typeface="+mn-cs"/>
              </a:rPr>
              <a:t> loss (wQuantileLoss) calculates how far off the forecast a certain quantile is from actual demand in either direction. </a:t>
            </a:r>
            <a:r>
              <a:rPr lang="en-US" sz="1200" kern="1200" dirty="0">
                <a:solidFill>
                  <a:schemeClr val="tx1"/>
                </a:solidFill>
                <a:effectLst/>
                <a:latin typeface="+mn-lt"/>
                <a:ea typeface="+mn-ea"/>
                <a:cs typeface="+mn-cs"/>
              </a:rPr>
              <a:t>Lower wQuantileLoss metrics mean that the model’s forecasts are more reliable. </a:t>
            </a:r>
          </a:p>
          <a:p>
            <a:endParaRPr lang="en-US" sz="120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398193489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a:t>
            </a:r>
            <a:r>
              <a:rPr lang="en-US" sz="1200" kern="1200" baseline="0" dirty="0">
                <a:solidFill>
                  <a:schemeClr val="tx1"/>
                </a:solidFill>
                <a:effectLst/>
                <a:latin typeface="+mn-lt"/>
                <a:ea typeface="+mn-ea"/>
                <a:cs typeface="+mn-cs"/>
              </a:rPr>
              <a:t> root mean square error (RMSE) </a:t>
            </a:r>
            <a:r>
              <a:rPr lang="en-US" sz="1200" kern="1200" dirty="0">
                <a:solidFill>
                  <a:schemeClr val="tx1"/>
                </a:solidFill>
                <a:effectLst/>
                <a:latin typeface="+mn-lt"/>
                <a:ea typeface="+mn-ea"/>
                <a:cs typeface="+mn-cs"/>
              </a:rPr>
              <a:t>is another method for evaluating the reliability of your forecasts. Like wQuantileLoss,</a:t>
            </a:r>
            <a:r>
              <a:rPr lang="en-US" sz="1200" kern="1200" baseline="0" dirty="0">
                <a:solidFill>
                  <a:schemeClr val="tx1"/>
                </a:solidFill>
                <a:effectLst/>
                <a:latin typeface="+mn-lt"/>
                <a:ea typeface="+mn-ea"/>
                <a:cs typeface="+mn-cs"/>
              </a:rPr>
              <a:t> RMSE calculates how far off the forecasted values were from the actual test data.</a:t>
            </a:r>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RMSE finds the difference between the actual target value in the dataset and the forecasted value for that time period, and it then squares the differences. The example shows how to calculate RMSE. The RMSE value represents the standard deviation of the prediction errors. This test is good for forecast validity when the errors are mostly of the same size (that is, there aren’t many outliers). Lower RMSE metrics indicate that the model’s forecasts are more reliable.</a:t>
            </a:r>
          </a:p>
          <a:p>
            <a:endParaRPr lang="en-US" dirty="0"/>
          </a:p>
        </p:txBody>
      </p:sp>
    </p:spTree>
    <p:extLst>
      <p:ext uri="{BB962C8B-B14F-4D97-AF65-F5344CB8AC3E}">
        <p14:creationId xmlns:p14="http://schemas.microsoft.com/office/powerpoint/2010/main" val="3986996268"/>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This example shows how a web retailer might use the accuracy metrics to evaluate a forecast. The retailer wants to predict the demand for sales of a particular brand of shoes. They input the sales records for this brand into Amazon Forecast to create a predictor.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predictor provides a forecasted demand of 1,000 pairs with the P10, P50, and P90 values. The wQuantileLoss values indicate that 10 percent of the time (P10), fewer than 880 pairs will be sold. Next, 50 percent of the time (P50), fewer than 1,050 pairs will be sold. Finally, 90 percent of the time (P90), fewer than 1,200 pairs will be sold. The retailer can then use these values to determine which level of inventory to hold. The determination is based on their assessment of the risk that they can’t fulfill orders, or have excess inventory.</a:t>
            </a:r>
          </a:p>
          <a:p>
            <a:endParaRPr lang="en-US" b="0" dirty="0"/>
          </a:p>
        </p:txBody>
      </p:sp>
    </p:spTree>
    <p:extLst>
      <p:ext uri="{BB962C8B-B14F-4D97-AF65-F5344CB8AC3E}">
        <p14:creationId xmlns:p14="http://schemas.microsoft.com/office/powerpoint/2010/main" val="174080044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pPr algn="l"/>
            <a:endParaRPr lang="en-US" dirty="0"/>
          </a:p>
        </p:txBody>
      </p:sp>
    </p:spTree>
    <p:extLst>
      <p:ext uri="{BB962C8B-B14F-4D97-AF65-F5344CB8AC3E}">
        <p14:creationId xmlns:p14="http://schemas.microsoft.com/office/powerpoint/2010/main" val="344780655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1.xml"/><Relationship Id="rId1" Type="http://schemas.openxmlformats.org/officeDocument/2006/relationships/tags" Target="../tags/tag2.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5.xml"/><Relationship Id="rId4" Type="http://schemas.openxmlformats.org/officeDocument/2006/relationships/image" Target="../media/image12.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Master" Target="../slideMasters/slideMaster1.xml"/><Relationship Id="rId1" Type="http://schemas.openxmlformats.org/officeDocument/2006/relationships/tags" Target="../tags/tag6.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Master" Target="../slideMasters/slideMaster1.xml"/><Relationship Id="rId1" Type="http://schemas.openxmlformats.org/officeDocument/2006/relationships/tags" Target="../tags/tag8.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Master" Target="../slideMasters/slideMaster1.xml"/><Relationship Id="rId1" Type="http://schemas.openxmlformats.org/officeDocument/2006/relationships/tags" Target="../tags/tag9.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Master" Target="../slideMasters/slideMaster1.xml"/><Relationship Id="rId1" Type="http://schemas.openxmlformats.org/officeDocument/2006/relationships/tags" Target="../tags/tag10.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Master" Target="../slideMasters/slideMaster1.xml"/><Relationship Id="rId1" Type="http://schemas.openxmlformats.org/officeDocument/2006/relationships/tags" Target="../tags/tag1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Master" Target="../slideMasters/slideMaster1.xml"/><Relationship Id="rId1" Type="http://schemas.openxmlformats.org/officeDocument/2006/relationships/tags" Target="../tags/tag1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Master" Target="../slideMasters/slideMaster1.xml"/><Relationship Id="rId1" Type="http://schemas.openxmlformats.org/officeDocument/2006/relationships/tags" Target="../tags/tag14.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Master" Target="../slideMasters/slideMaster1.xml"/><Relationship Id="rId1" Type="http://schemas.openxmlformats.org/officeDocument/2006/relationships/tags" Target="../tags/tag15.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Master" Target="../slideMasters/slideMaster1.xml"/><Relationship Id="rId1" Type="http://schemas.openxmlformats.org/officeDocument/2006/relationships/tags" Target="../tags/tag16.xml"/><Relationship Id="rId4" Type="http://schemas.openxmlformats.org/officeDocument/2006/relationships/image" Target="../media/image12.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Master" Target="../slideMasters/slideMaster1.xml"/><Relationship Id="rId1" Type="http://schemas.openxmlformats.org/officeDocument/2006/relationships/tags" Target="../tags/tag17.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Master" Target="../slideMasters/slideMaster1.xml"/><Relationship Id="rId1" Type="http://schemas.openxmlformats.org/officeDocument/2006/relationships/tags" Target="../tags/tag18.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Master" Target="../slideMasters/slideMaster1.xml"/><Relationship Id="rId1" Type="http://schemas.openxmlformats.org/officeDocument/2006/relationships/tags" Target="../tags/tag19.xml"/><Relationship Id="rId4" Type="http://schemas.openxmlformats.org/officeDocument/2006/relationships/image" Target="../media/image12.pn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Master" Target="../slideMasters/slideMaster1.xml"/><Relationship Id="rId1" Type="http://schemas.openxmlformats.org/officeDocument/2006/relationships/tags" Target="../tags/tag20.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Master" Target="../slideMasters/slideMaster1.xml"/><Relationship Id="rId1" Type="http://schemas.openxmlformats.org/officeDocument/2006/relationships/tags" Target="../tags/tag2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Master" Target="../slideMasters/slideMaster1.xml"/><Relationship Id="rId1" Type="http://schemas.openxmlformats.org/officeDocument/2006/relationships/tags" Target="../tags/tag22.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Master" Target="../slideMasters/slideMaster1.xml"/><Relationship Id="rId1" Type="http://schemas.openxmlformats.org/officeDocument/2006/relationships/tags" Target="../tags/tag23.xml"/><Relationship Id="rId4" Type="http://schemas.openxmlformats.org/officeDocument/2006/relationships/image" Target="../media/image12.png"/></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Master" Target="../slideMasters/slideMaster1.xml"/><Relationship Id="rId1" Type="http://schemas.openxmlformats.org/officeDocument/2006/relationships/tags" Target="../tags/tag24.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Master" Target="../slideMasters/slideMaster1.xml"/><Relationship Id="rId1" Type="http://schemas.openxmlformats.org/officeDocument/2006/relationships/tags" Target="../tags/tag25.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Master" Target="../slideMasters/slideMaster1.xml"/><Relationship Id="rId1" Type="http://schemas.openxmlformats.org/officeDocument/2006/relationships/tags" Target="../tags/tag26.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Master" Target="../slideMasters/slideMaster1.xml"/><Relationship Id="rId1" Type="http://schemas.openxmlformats.org/officeDocument/2006/relationships/tags" Target="../tags/tag27.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slideMaster" Target="../slideMasters/slideMaster1.xml"/><Relationship Id="rId1" Type="http://schemas.openxmlformats.org/officeDocument/2006/relationships/tags" Target="../tags/tag28.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slideMaster" Target="../slideMasters/slideMaster1.xml"/><Relationship Id="rId1" Type="http://schemas.openxmlformats.org/officeDocument/2006/relationships/tags" Target="../tags/tag29.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slideMaster" Target="../slideMasters/slideMaster1.xml"/><Relationship Id="rId1" Type="http://schemas.openxmlformats.org/officeDocument/2006/relationships/tags" Target="../tags/tag30.xml"/><Relationship Id="rId4" Type="http://schemas.openxmlformats.org/officeDocument/2006/relationships/image" Target="../media/image12.png"/></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slideMaster" Target="../slideMasters/slideMaster1.xml"/><Relationship Id="rId1" Type="http://schemas.openxmlformats.org/officeDocument/2006/relationships/tags" Target="../tags/tag31.xml"/><Relationship Id="rId4" Type="http://schemas.openxmlformats.org/officeDocument/2006/relationships/image" Target="../media/image12.png"/></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Master" Target="../slideMasters/slideMaster1.xml"/><Relationship Id="rId1" Type="http://schemas.openxmlformats.org/officeDocument/2006/relationships/tags" Target="../tags/tag32.xml"/><Relationship Id="rId4" Type="http://schemas.openxmlformats.org/officeDocument/2006/relationships/image" Target="../media/image15.png"/></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Master" Target="../slideMasters/slideMaster1.xml"/><Relationship Id="rId1" Type="http://schemas.openxmlformats.org/officeDocument/2006/relationships/tags" Target="../tags/tag33.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Master" Target="../slideMasters/slideMaster1.xml"/><Relationship Id="rId1" Type="http://schemas.openxmlformats.org/officeDocument/2006/relationships/tags" Target="../tags/tag34.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Master" Target="../slideMasters/slideMaster1.xml"/><Relationship Id="rId1" Type="http://schemas.openxmlformats.org/officeDocument/2006/relationships/tags" Target="../tags/tag35.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slideMaster" Target="../slideMasters/slideMaster1.xml"/><Relationship Id="rId1" Type="http://schemas.openxmlformats.org/officeDocument/2006/relationships/tags" Target="../tags/tag36.xml"/><Relationship Id="rId4" Type="http://schemas.openxmlformats.org/officeDocument/2006/relationships/image" Target="../media/image12.png"/></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Master" Target="../slideMasters/slideMaster1.xml"/><Relationship Id="rId1" Type="http://schemas.openxmlformats.org/officeDocument/2006/relationships/tags" Target="../tags/tag37.xml"/></Relationships>
</file>

<file path=ppt/slideLayouts/_rels/slideLayout4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8.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Master" Target="../slideMasters/slideMaster1.xml"/><Relationship Id="rId1" Type="http://schemas.openxmlformats.org/officeDocument/2006/relationships/tags" Target="../tags/tag39.xml"/></Relationships>
</file>

<file path=ppt/slideLayouts/_rels/slideLayout4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0.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slideMaster" Target="../slideMasters/slideMaster1.xml"/><Relationship Id="rId1" Type="http://schemas.openxmlformats.org/officeDocument/2006/relationships/tags" Target="../tags/tag41.xml"/><Relationship Id="rId4" Type="http://schemas.openxmlformats.org/officeDocument/2006/relationships/image" Target="../media/image19.png"/></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slideMaster" Target="../slideMasters/slideMaster1.xml"/><Relationship Id="rId1" Type="http://schemas.openxmlformats.org/officeDocument/2006/relationships/tags" Target="../tags/tag42.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slideMaster" Target="../slideMasters/slideMaster1.xml"/><Relationship Id="rId1" Type="http://schemas.openxmlformats.org/officeDocument/2006/relationships/tags" Target="../tags/tag43.xml"/><Relationship Id="rId4" Type="http://schemas.openxmlformats.org/officeDocument/2006/relationships/image" Target="../media/image2.png"/></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slideMaster" Target="../slideMasters/slideMaster1.xml"/><Relationship Id="rId1" Type="http://schemas.openxmlformats.org/officeDocument/2006/relationships/tags" Target="../tags/tag44.xml"/><Relationship Id="rId4" Type="http://schemas.openxmlformats.org/officeDocument/2006/relationships/image" Target="../media/image6.png"/></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slideMaster" Target="../slideMasters/slideMaster1.xml"/><Relationship Id="rId1" Type="http://schemas.openxmlformats.org/officeDocument/2006/relationships/tags" Target="../tags/tag45.xml"/><Relationship Id="rId4" Type="http://schemas.openxmlformats.org/officeDocument/2006/relationships/image" Target="../media/image2.png"/></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slideMaster" Target="../slideMasters/slideMaster1.xml"/><Relationship Id="rId1" Type="http://schemas.openxmlformats.org/officeDocument/2006/relationships/tags" Target="../tags/tag46.xml"/><Relationship Id="rId4" Type="http://schemas.openxmlformats.org/officeDocument/2006/relationships/image" Target="../media/image6.png"/></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slideMaster" Target="../slideMasters/slideMaster1.xml"/><Relationship Id="rId1" Type="http://schemas.openxmlformats.org/officeDocument/2006/relationships/tags" Target="../tags/tag47.xml"/><Relationship Id="rId4" Type="http://schemas.openxmlformats.org/officeDocument/2006/relationships/image" Target="../media/image2.png"/></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slideMaster" Target="../slideMasters/slideMaster1.xml"/><Relationship Id="rId1" Type="http://schemas.openxmlformats.org/officeDocument/2006/relationships/tags" Target="../tags/tag48.xml"/><Relationship Id="rId4" Type="http://schemas.openxmlformats.org/officeDocument/2006/relationships/image" Target="../media/image6.png"/></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slideMaster" Target="../slideMasters/slideMaster1.xml"/><Relationship Id="rId1" Type="http://schemas.openxmlformats.org/officeDocument/2006/relationships/tags" Target="../tags/tag49.xml"/><Relationship Id="rId4" Type="http://schemas.openxmlformats.org/officeDocument/2006/relationships/image" Target="../media/image2.png"/></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slideMaster" Target="../slideMasters/slideMaster1.xml"/><Relationship Id="rId1" Type="http://schemas.openxmlformats.org/officeDocument/2006/relationships/tags" Target="../tags/tag50.xml"/><Relationship Id="rId4" Type="http://schemas.openxmlformats.org/officeDocument/2006/relationships/image" Target="../media/image6.png"/></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51.xml"/><Relationship Id="rId4" Type="http://schemas.openxmlformats.org/officeDocument/2006/relationships/image" Target="../media/image12.png"/></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52.xml"/><Relationship Id="rId4" Type="http://schemas.openxmlformats.org/officeDocument/2006/relationships/image" Target="../media/image12.png"/></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1.xml"/><Relationship Id="rId1" Type="http://schemas.openxmlformats.org/officeDocument/2006/relationships/tags" Target="../tags/tag53.xml"/><Relationship Id="rId4" Type="http://schemas.openxmlformats.org/officeDocument/2006/relationships/image" Target="../media/image2.png"/></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Master" Target="../slideMasters/slideMaster1.xml"/><Relationship Id="rId1" Type="http://schemas.openxmlformats.org/officeDocument/2006/relationships/tags" Target="../tags/tag54.xml"/></Relationships>
</file>

<file path=ppt/slideLayouts/_rels/slideLayout6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5.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slideMaster" Target="../slideMasters/slideMaster1.xml"/><Relationship Id="rId1" Type="http://schemas.openxmlformats.org/officeDocument/2006/relationships/tags" Target="../tags/tag56.xml"/><Relationship Id="rId4" Type="http://schemas.openxmlformats.org/officeDocument/2006/relationships/image" Target="../media/image26.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8" name="Copyright2">
            <a:extLst>
              <a:ext uri="{FF2B5EF4-FFF2-40B4-BE49-F238E27FC236}">
                <a16:creationId xmlns:a16="http://schemas.microsoft.com/office/drawing/2014/main" id="{5E1677CE-692B-4209-A030-2A95A8AAF308}"/>
              </a:ext>
              <a:ext uri="{C183D7F6-B498-43B3-948B-1728B52AA6E4}">
                <adec:decorative xmlns:adec="http://schemas.microsoft.com/office/drawing/2017/decorative" val="1"/>
              </a:ext>
            </a:extLst>
          </p:cNvPr>
          <p:cNvPicPr>
            <a:picLocks/>
          </p:cNvPicPr>
          <p:nvPr userDrawn="1"/>
        </p:nvPicPr>
        <p:blipFill>
          <a:blip r:embed="rId3">
            <a:extLst>
              <a:ext uri="{28A0092B-C50C-407E-A947-70E740481C1C}">
                <a14:useLocalDpi xmlns:a14="http://schemas.microsoft.com/office/drawing/2010/main" val="0"/>
              </a:ext>
            </a:extLst>
          </a:blip>
          <a:stretch>
            <a:fillRect/>
          </a:stretch>
        </p:blipFill>
        <p:spPr>
          <a:xfrm>
            <a:off x="1206500" y="6477000"/>
            <a:ext cx="3556000" cy="165100"/>
          </a:xfrm>
          <a:prstGeom prst="rect">
            <a:avLst/>
          </a:prstGeom>
        </p:spPr>
      </p:pic>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chemeClr val="bg1"/>
                </a:solidFill>
              </a:defRPr>
            </a:lvl1pPr>
          </a:lstStyle>
          <a:p>
            <a:fld id="{4037B1B0-0345-4E15-985A-6BECCDBE474F}" type="slidenum">
              <a:rPr lang="en-US" smtClean="0"/>
              <a:pPr/>
              <a:t>‹#›</a:t>
            </a:fld>
            <a:endParaRPr lang="en-US" dirty="0"/>
          </a:p>
        </p:txBody>
      </p:sp>
      <p:sp>
        <p:nvSpPr>
          <p:cNvPr id="5" name="Title">
            <a:extLst>
              <a:ext uri="{FF2B5EF4-FFF2-40B4-BE49-F238E27FC236}">
                <a16:creationId xmlns:a16="http://schemas.microsoft.com/office/drawing/2014/main" id="{1D95C62C-EA11-4B27-9639-F8BCE11725B6}"/>
              </a:ext>
            </a:extLst>
          </p:cNvPr>
          <p:cNvSpPr>
            <a:spLocks noGrp="1"/>
          </p:cNvSpPr>
          <p:nvPr>
            <p:ph type="title" idx="1" hasCustomPrompt="1"/>
          </p:nvPr>
        </p:nvSpPr>
        <p:spPr>
          <a:xfrm>
            <a:off x="457200" y="1051560"/>
            <a:ext cx="11375136" cy="1673352"/>
          </a:xfrm>
        </p:spPr>
        <p:txBody>
          <a:bodyPr anchor="b">
            <a:normAutofit/>
          </a:bodyPr>
          <a:lstStyle>
            <a:lvl1pPr algn="l">
              <a:spcBef>
                <a:spcPts val="0"/>
              </a:spcBef>
              <a:spcAft>
                <a:spcPts val="0"/>
              </a:spcAft>
              <a:defRPr sz="4800">
                <a:solidFill>
                  <a:schemeClr val="bg1"/>
                </a:solidFill>
                <a:latin typeface="Amazon Ember Display Heavy"/>
              </a:defRPr>
            </a:lvl1pPr>
          </a:lstStyle>
          <a:p>
            <a:r>
              <a:rPr lang="en-US"/>
              <a:t>Enter Module Title</a:t>
            </a:r>
          </a:p>
        </p:txBody>
      </p:sp>
      <p:sp>
        <p:nvSpPr>
          <p:cNvPr id="2" name="Subtitle">
            <a:extLst>
              <a:ext uri="{FF2B5EF4-FFF2-40B4-BE49-F238E27FC236}">
                <a16:creationId xmlns:a16="http://schemas.microsoft.com/office/drawing/2014/main" id="{5306A075-06B6-4644-A82F-DAE4D29918FB}"/>
              </a:ext>
            </a:extLst>
          </p:cNvPr>
          <p:cNvSpPr>
            <a:spLocks noGrp="1"/>
          </p:cNvSpPr>
          <p:nvPr>
            <p:ph type="body" idx="2" hasCustomPrompt="1"/>
          </p:nvPr>
        </p:nvSpPr>
        <p:spPr>
          <a:xfrm>
            <a:off x="457200" y="2772920"/>
            <a:ext cx="5500255" cy="1755648"/>
          </a:xfrm>
        </p:spPr>
        <p:txBody>
          <a:bodyPr>
            <a:normAutofit/>
          </a:bodyPr>
          <a:lstStyle>
            <a:lvl1pPr marL="0" indent="0" algn="l">
              <a:spcBef>
                <a:spcPts val="0"/>
              </a:spcBef>
              <a:spcAft>
                <a:spcPts val="0"/>
              </a:spcAft>
              <a:buNone/>
              <a:defRPr sz="320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Enter Course Title</a:t>
            </a:r>
          </a:p>
        </p:txBody>
      </p:sp>
    </p:spTree>
    <p:extLst>
      <p:ext uri="{BB962C8B-B14F-4D97-AF65-F5344CB8AC3E}">
        <p14:creationId xmlns:p14="http://schemas.microsoft.com/office/powerpoint/2010/main" val="34603198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Varia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8" name="Copyright2">
            <a:extLst>
              <a:ext uri="{FF2B5EF4-FFF2-40B4-BE49-F238E27FC236}">
                <a16:creationId xmlns:a16="http://schemas.microsoft.com/office/drawing/2014/main" id="{A0785C33-B491-44DF-87E7-13E540C37D47}"/>
              </a:ext>
              <a:ext uri="{C183D7F6-B498-43B3-948B-1728B52AA6E4}">
                <adec:decorative xmlns:adec="http://schemas.microsoft.com/office/drawing/2017/decorative" val="1"/>
              </a:ext>
            </a:extLst>
          </p:cNvPr>
          <p:cNvPicPr>
            <a:picLocks/>
          </p:cNvPicPr>
          <p:nvPr userDrawn="1"/>
        </p:nvPicPr>
        <p:blipFill>
          <a:blip r:embed="rId3">
            <a:extLst>
              <a:ext uri="{28A0092B-C50C-407E-A947-70E740481C1C}">
                <a14:useLocalDpi xmlns:a14="http://schemas.microsoft.com/office/drawing/2010/main" val="0"/>
              </a:ext>
            </a:extLst>
          </a:blip>
          <a:stretch>
            <a:fillRect/>
          </a:stretch>
        </p:blipFill>
        <p:spPr>
          <a:xfrm>
            <a:off x="254000" y="6477000"/>
            <a:ext cx="3556000" cy="165100"/>
          </a:xfrm>
          <a:prstGeom prst="rect">
            <a:avLst/>
          </a:prstGeom>
        </p:spPr>
      </p:pic>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chemeClr val="bg1"/>
                </a:solidFill>
              </a:defRPr>
            </a:lvl1pPr>
          </a:lstStyle>
          <a:p>
            <a:fld id="{4037B1B0-0345-4E15-985A-6BECCDBE474F}" type="slidenum">
              <a:rPr lang="en-US" smtClean="0"/>
              <a:pPr/>
              <a:t>‹#›</a:t>
            </a:fld>
            <a:endParaRPr lang="en-US" dirty="0"/>
          </a:p>
        </p:txBody>
      </p:sp>
      <p:sp>
        <p:nvSpPr>
          <p:cNvPr id="5" name="Title">
            <a:extLst>
              <a:ext uri="{FF2B5EF4-FFF2-40B4-BE49-F238E27FC236}">
                <a16:creationId xmlns:a16="http://schemas.microsoft.com/office/drawing/2014/main" id="{1D95C62C-EA11-4B27-9639-F8BCE11725B6}"/>
              </a:ext>
            </a:extLst>
          </p:cNvPr>
          <p:cNvSpPr>
            <a:spLocks noGrp="1"/>
          </p:cNvSpPr>
          <p:nvPr>
            <p:ph type="title" idx="1" hasCustomPrompt="1"/>
          </p:nvPr>
        </p:nvSpPr>
        <p:spPr>
          <a:xfrm>
            <a:off x="457200" y="2503472"/>
            <a:ext cx="8946292" cy="1673352"/>
          </a:xfrm>
        </p:spPr>
        <p:txBody>
          <a:bodyPr anchor="b">
            <a:normAutofit/>
          </a:bodyPr>
          <a:lstStyle>
            <a:lvl1pPr algn="l">
              <a:spcBef>
                <a:spcPts val="0"/>
              </a:spcBef>
              <a:spcAft>
                <a:spcPts val="0"/>
              </a:spcAft>
              <a:defRPr sz="4800">
                <a:solidFill>
                  <a:schemeClr val="bg1"/>
                </a:solidFill>
                <a:latin typeface="Amazon Ember Display Heavy"/>
              </a:defRPr>
            </a:lvl1pPr>
          </a:lstStyle>
          <a:p>
            <a:r>
              <a:rPr lang="en-US"/>
              <a:t>Enter Module Title</a:t>
            </a:r>
          </a:p>
        </p:txBody>
      </p:sp>
      <p:sp>
        <p:nvSpPr>
          <p:cNvPr id="2" name="Subtitle">
            <a:extLst>
              <a:ext uri="{FF2B5EF4-FFF2-40B4-BE49-F238E27FC236}">
                <a16:creationId xmlns:a16="http://schemas.microsoft.com/office/drawing/2014/main" id="{5306A075-06B6-4644-A82F-DAE4D29918FB}"/>
              </a:ext>
            </a:extLst>
          </p:cNvPr>
          <p:cNvSpPr>
            <a:spLocks noGrp="1"/>
          </p:cNvSpPr>
          <p:nvPr>
            <p:ph type="body" idx="2" hasCustomPrompt="1"/>
          </p:nvPr>
        </p:nvSpPr>
        <p:spPr>
          <a:xfrm>
            <a:off x="457200" y="4224832"/>
            <a:ext cx="8946292" cy="995898"/>
          </a:xfrm>
        </p:spPr>
        <p:txBody>
          <a:bodyPr>
            <a:normAutofit/>
          </a:bodyPr>
          <a:lstStyle>
            <a:lvl1pPr marL="0" indent="0" algn="l">
              <a:spcBef>
                <a:spcPts val="0"/>
              </a:spcBef>
              <a:spcAft>
                <a:spcPts val="0"/>
              </a:spcAft>
              <a:buNone/>
              <a:defRPr sz="320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Enter Course Title</a:t>
            </a:r>
          </a:p>
        </p:txBody>
      </p:sp>
    </p:spTree>
    <p:extLst>
      <p:ext uri="{BB962C8B-B14F-4D97-AF65-F5344CB8AC3E}">
        <p14:creationId xmlns:p14="http://schemas.microsoft.com/office/powerpoint/2010/main" val="2836966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Section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8" name="Copyright2">
            <a:extLst>
              <a:ext uri="{FF2B5EF4-FFF2-40B4-BE49-F238E27FC236}">
                <a16:creationId xmlns:a16="http://schemas.microsoft.com/office/drawing/2014/main" id="{5A8E1B83-B3F3-4E0A-9BF9-3F8167EC9E7E}"/>
              </a:ext>
              <a:ext uri="{C183D7F6-B498-43B3-948B-1728B52AA6E4}">
                <adec:decorative xmlns:adec="http://schemas.microsoft.com/office/drawing/2017/decorative" val="1"/>
              </a:ext>
            </a:extLst>
          </p:cNvPr>
          <p:cNvPicPr>
            <a:picLocks/>
          </p:cNvPicPr>
          <p:nvPr userDrawn="1"/>
        </p:nvPicPr>
        <p:blipFill>
          <a:blip r:embed="rId3">
            <a:extLst>
              <a:ext uri="{28A0092B-C50C-407E-A947-70E740481C1C}">
                <a14:useLocalDpi xmlns:a14="http://schemas.microsoft.com/office/drawing/2010/main" val="0"/>
              </a:ext>
            </a:extLst>
          </a:blip>
          <a:stretch>
            <a:fillRect/>
          </a:stretch>
        </p:blipFill>
        <p:spPr>
          <a:xfrm>
            <a:off x="254000" y="6477000"/>
            <a:ext cx="3556000" cy="165100"/>
          </a:xfrm>
          <a:prstGeom prst="rect">
            <a:avLst/>
          </a:prstGeom>
        </p:spPr>
      </p:pic>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3" name="Title">
            <a:extLst>
              <a:ext uri="{FF2B5EF4-FFF2-40B4-BE49-F238E27FC236}">
                <a16:creationId xmlns:a16="http://schemas.microsoft.com/office/drawing/2014/main" id="{1D95C62C-EA11-4B27-9639-F8BCE11725B6}"/>
              </a:ext>
            </a:extLst>
          </p:cNvPr>
          <p:cNvSpPr>
            <a:spLocks noGrp="1"/>
          </p:cNvSpPr>
          <p:nvPr>
            <p:ph type="title" idx="1" hasCustomPrompt="1"/>
          </p:nvPr>
        </p:nvSpPr>
        <p:spPr>
          <a:xfrm>
            <a:off x="457200" y="2545492"/>
            <a:ext cx="6456405" cy="2446876"/>
          </a:xfrm>
        </p:spPr>
        <p:txBody>
          <a:bodyPr anchor="b">
            <a:normAutofit/>
          </a:bodyPr>
          <a:lstStyle>
            <a:lvl1pPr algn="l">
              <a:spcBef>
                <a:spcPts val="0"/>
              </a:spcBef>
              <a:spcAft>
                <a:spcPts val="0"/>
              </a:spcAft>
              <a:defRPr sz="4800">
                <a:solidFill>
                  <a:schemeClr val="bg1"/>
                </a:solidFill>
                <a:latin typeface="Amazon Ember Display Heavy"/>
              </a:defRPr>
            </a:lvl1pPr>
          </a:lstStyle>
          <a:p>
            <a:r>
              <a:rPr lang="en-US"/>
              <a:t>Enter section title</a:t>
            </a:r>
          </a:p>
        </p:txBody>
      </p:sp>
      <p:sp>
        <p:nvSpPr>
          <p:cNvPr id="2" name="Subtitle">
            <a:extLst>
              <a:ext uri="{FF2B5EF4-FFF2-40B4-BE49-F238E27FC236}">
                <a16:creationId xmlns:a16="http://schemas.microsoft.com/office/drawing/2014/main" id="{5306A075-06B6-4644-A82F-DAE4D29918FB}"/>
              </a:ext>
            </a:extLst>
          </p:cNvPr>
          <p:cNvSpPr>
            <a:spLocks noGrp="1"/>
          </p:cNvSpPr>
          <p:nvPr>
            <p:ph type="body" idx="2" hasCustomPrompt="1"/>
          </p:nvPr>
        </p:nvSpPr>
        <p:spPr>
          <a:xfrm>
            <a:off x="457200" y="5040376"/>
            <a:ext cx="6456405" cy="995898"/>
          </a:xfrm>
        </p:spPr>
        <p:txBody>
          <a:bodyPr>
            <a:normAutofit/>
          </a:bodyPr>
          <a:lstStyle>
            <a:lvl1pPr marL="0" indent="0" algn="l">
              <a:spcBef>
                <a:spcPts val="0"/>
              </a:spcBef>
              <a:spcAft>
                <a:spcPts val="0"/>
              </a:spcAft>
              <a:buNone/>
              <a:defRPr sz="320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Enter Module Title</a:t>
            </a:r>
          </a:p>
        </p:txBody>
      </p:sp>
    </p:spTree>
    <p:extLst>
      <p:ext uri="{BB962C8B-B14F-4D97-AF65-F5344CB8AC3E}">
        <p14:creationId xmlns:p14="http://schemas.microsoft.com/office/powerpoint/2010/main" val="22420256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Section Slide Varia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8" name="Copyright1">
            <a:extLst>
              <a:ext uri="{FF2B5EF4-FFF2-40B4-BE49-F238E27FC236}">
                <a16:creationId xmlns:a16="http://schemas.microsoft.com/office/drawing/2014/main" id="{99ECA828-A354-4510-8B4D-0CCA82F1905F}"/>
              </a:ext>
              <a:ext uri="{C183D7F6-B498-43B3-948B-1728B52AA6E4}">
                <adec:decorative xmlns:adec="http://schemas.microsoft.com/office/drawing/2017/decorative" val="1"/>
              </a:ext>
            </a:extLst>
          </p:cNvPr>
          <p:cNvPicPr>
            <a:picLocks/>
          </p:cNvPicPr>
          <p:nvPr userDrawn="1"/>
        </p:nvPicPr>
        <p:blipFill>
          <a:blip r:embed="rId3">
            <a:extLst>
              <a:ext uri="{28A0092B-C50C-407E-A947-70E740481C1C}">
                <a14:useLocalDpi xmlns:a14="http://schemas.microsoft.com/office/drawing/2010/main" val="0"/>
              </a:ext>
            </a:extLst>
          </a:blip>
          <a:stretch>
            <a:fillRect/>
          </a:stretch>
        </p:blipFill>
        <p:spPr>
          <a:xfrm>
            <a:off x="254000" y="6477000"/>
            <a:ext cx="3556000" cy="165100"/>
          </a:xfrm>
          <a:prstGeom prst="rect">
            <a:avLst/>
          </a:prstGeom>
        </p:spPr>
      </p:pic>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3" name="Title">
            <a:extLst>
              <a:ext uri="{FF2B5EF4-FFF2-40B4-BE49-F238E27FC236}">
                <a16:creationId xmlns:a16="http://schemas.microsoft.com/office/drawing/2014/main" id="{1D95C62C-EA11-4B27-9639-F8BCE11725B6}"/>
              </a:ext>
            </a:extLst>
          </p:cNvPr>
          <p:cNvSpPr>
            <a:spLocks noGrp="1"/>
          </p:cNvSpPr>
          <p:nvPr>
            <p:ph type="title" idx="1" hasCustomPrompt="1"/>
          </p:nvPr>
        </p:nvSpPr>
        <p:spPr>
          <a:xfrm>
            <a:off x="457200" y="2545492"/>
            <a:ext cx="11375136" cy="2446876"/>
          </a:xfrm>
        </p:spPr>
        <p:txBody>
          <a:bodyPr anchor="b">
            <a:normAutofit/>
          </a:bodyPr>
          <a:lstStyle>
            <a:lvl1pPr algn="l">
              <a:spcBef>
                <a:spcPts val="0"/>
              </a:spcBef>
              <a:spcAft>
                <a:spcPts val="0"/>
              </a:spcAft>
              <a:defRPr sz="4800">
                <a:solidFill>
                  <a:schemeClr val="bg1"/>
                </a:solidFill>
                <a:latin typeface="Amazon Ember Display Heavy"/>
              </a:defRPr>
            </a:lvl1pPr>
          </a:lstStyle>
          <a:p>
            <a:r>
              <a:rPr lang="en-US"/>
              <a:t>Enter section title</a:t>
            </a:r>
          </a:p>
        </p:txBody>
      </p:sp>
      <p:sp>
        <p:nvSpPr>
          <p:cNvPr id="2" name="Subtitle">
            <a:extLst>
              <a:ext uri="{FF2B5EF4-FFF2-40B4-BE49-F238E27FC236}">
                <a16:creationId xmlns:a16="http://schemas.microsoft.com/office/drawing/2014/main" id="{5306A075-06B6-4644-A82F-DAE4D29918FB}"/>
              </a:ext>
            </a:extLst>
          </p:cNvPr>
          <p:cNvSpPr>
            <a:spLocks noGrp="1"/>
          </p:cNvSpPr>
          <p:nvPr>
            <p:ph type="subTitle" idx="2" hasCustomPrompt="1"/>
          </p:nvPr>
        </p:nvSpPr>
        <p:spPr>
          <a:xfrm>
            <a:off x="457200" y="5040376"/>
            <a:ext cx="11375136" cy="995898"/>
          </a:xfrm>
        </p:spPr>
        <p:txBody>
          <a:bodyPr>
            <a:normAutofit/>
          </a:bodyPr>
          <a:lstStyle>
            <a:lvl1pPr marL="0" indent="0" algn="l">
              <a:spcBef>
                <a:spcPts val="0"/>
              </a:spcBef>
              <a:spcAft>
                <a:spcPts val="0"/>
              </a:spcAft>
              <a:buNone/>
              <a:defRPr sz="320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Enter Module Title</a:t>
            </a:r>
          </a:p>
        </p:txBody>
      </p:sp>
    </p:spTree>
    <p:extLst>
      <p:ext uri="{BB962C8B-B14F-4D97-AF65-F5344CB8AC3E}">
        <p14:creationId xmlns:p14="http://schemas.microsoft.com/office/powerpoint/2010/main" val="14862667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secHead" preserve="1">
  <p:cSld name="Module Outlin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9" name="Copyright1">
            <a:extLst>
              <a:ext uri="{FF2B5EF4-FFF2-40B4-BE49-F238E27FC236}">
                <a16:creationId xmlns:a16="http://schemas.microsoft.com/office/drawing/2014/main" id="{D0AC63C1-5F55-43AD-81C1-11204827E998}"/>
              </a:ext>
              <a:ext uri="{C183D7F6-B498-43B3-948B-1728B52AA6E4}">
                <adec:decorative xmlns:adec="http://schemas.microsoft.com/office/drawing/2017/decorative" val="1"/>
              </a:ext>
            </a:extLst>
          </p:cNvPr>
          <p:cNvPicPr>
            <a:picLocks/>
          </p:cNvPicPr>
          <p:nvPr userDrawn="1"/>
        </p:nvPicPr>
        <p:blipFill>
          <a:blip r:embed="rId3">
            <a:extLst>
              <a:ext uri="{28A0092B-C50C-407E-A947-70E740481C1C}">
                <a14:useLocalDpi xmlns:a14="http://schemas.microsoft.com/office/drawing/2010/main" val="0"/>
              </a:ext>
            </a:extLst>
          </a:blip>
          <a:stretch>
            <a:fillRect/>
          </a:stretch>
        </p:blipFill>
        <p:spPr>
          <a:xfrm>
            <a:off x="254000" y="6477000"/>
            <a:ext cx="3556000" cy="165100"/>
          </a:xfrm>
          <a:prstGeom prst="rect">
            <a:avLst/>
          </a:prstGeom>
        </p:spPr>
      </p:pic>
      <p:sp>
        <p:nvSpPr>
          <p:cNvPr id="97" name="Slide Number">
            <a:extLst>
              <a:ext uri="{FF2B5EF4-FFF2-40B4-BE49-F238E27FC236}">
                <a16:creationId xmlns:a16="http://schemas.microsoft.com/office/drawing/2014/main" id="{DABD6F48-2C14-445B-9FF5-34BB44186A53}"/>
              </a:ext>
            </a:extLst>
          </p:cNvPr>
          <p:cNvSpPr>
            <a:spLocks noGrp="1"/>
          </p:cNvSpPr>
          <p:nvPr>
            <p:ph type="sldNum" idx="97"/>
          </p:nvPr>
        </p:nvSpPr>
        <p:spPr>
          <a:xfrm>
            <a:off x="11347704" y="6446520"/>
            <a:ext cx="484632" cy="228600"/>
          </a:xfrm>
        </p:spPr>
        <p:txBody>
          <a:bodyPr/>
          <a:lstStyle>
            <a:lvl1pPr>
              <a:defRPr>
                <a:solidFill>
                  <a:srgbClr val="232F3E"/>
                </a:solidFill>
                <a:latin typeface="+mn-lt"/>
              </a:defRPr>
            </a:lvl1pPr>
          </a:lstStyle>
          <a:p>
            <a:fld id="{4037B1B0-0345-4E15-985A-6BECCDBE474F}" type="slidenum">
              <a:rPr lang="en-US" smtClean="0"/>
              <a:pPr/>
              <a:t>‹#›</a:t>
            </a:fld>
            <a:endParaRPr lang="en-US" dirty="0"/>
          </a:p>
        </p:txBody>
      </p:sp>
      <p:sp>
        <p:nvSpPr>
          <p:cNvPr id="2" name="Module  Title">
            <a:extLst>
              <a:ext uri="{FF2B5EF4-FFF2-40B4-BE49-F238E27FC236}">
                <a16:creationId xmlns:a16="http://schemas.microsoft.com/office/drawing/2014/main" id="{3994D76F-ED98-46E1-ABB9-199672C46C02}"/>
              </a:ext>
            </a:extLst>
          </p:cNvPr>
          <p:cNvSpPr>
            <a:spLocks noGrp="1"/>
          </p:cNvSpPr>
          <p:nvPr>
            <p:ph type="body" idx="2" hasCustomPrompt="1"/>
          </p:nvPr>
        </p:nvSpPr>
        <p:spPr>
          <a:xfrm>
            <a:off x="365760" y="1123950"/>
            <a:ext cx="11634787" cy="388938"/>
          </a:xfrm>
        </p:spPr>
        <p:txBody>
          <a:bodyPr anchor="ctr" anchorCtr="0">
            <a:noAutofit/>
          </a:bodyPr>
          <a:lstStyle>
            <a:lvl1pPr marL="0" indent="0">
              <a:spcBef>
                <a:spcPts val="0"/>
              </a:spcBef>
              <a:spcAft>
                <a:spcPts val="0"/>
              </a:spcAft>
              <a:buNone/>
              <a:defRPr sz="2000">
                <a:solidFill>
                  <a:schemeClr val="bg1"/>
                </a:solidFill>
                <a:latin typeface="+mn-lt"/>
              </a:defRPr>
            </a:lvl1pPr>
          </a:lstStyle>
          <a:p>
            <a:pPr lvl="0"/>
            <a:r>
              <a:rPr lang="en-US"/>
              <a:t>Enter Module Title</a:t>
            </a:r>
          </a:p>
        </p:txBody>
      </p:sp>
      <p:sp>
        <p:nvSpPr>
          <p:cNvPr id="4" name="Section Title">
            <a:extLst>
              <a:ext uri="{FF2B5EF4-FFF2-40B4-BE49-F238E27FC236}">
                <a16:creationId xmlns:a16="http://schemas.microsoft.com/office/drawing/2014/main" id="{44A0A5D8-940C-44D0-9D06-4C68FEF7413D}"/>
              </a:ext>
            </a:extLst>
          </p:cNvPr>
          <p:cNvSpPr>
            <a:spLocks noGrp="1"/>
          </p:cNvSpPr>
          <p:nvPr>
            <p:ph type="title" idx="1" hasCustomPrompt="1"/>
          </p:nvPr>
        </p:nvSpPr>
        <p:spPr>
          <a:xfrm>
            <a:off x="365760" y="1541983"/>
            <a:ext cx="8547012" cy="1188720"/>
          </a:xfrm>
        </p:spPr>
        <p:txBody>
          <a:bodyPr/>
          <a:lstStyle>
            <a:lvl1pPr>
              <a:spcBef>
                <a:spcPts val="0"/>
              </a:spcBef>
              <a:spcAft>
                <a:spcPts val="0"/>
              </a:spcAft>
              <a:defRPr>
                <a:solidFill>
                  <a:schemeClr val="bg1"/>
                </a:solidFill>
                <a:latin typeface="Amazon Ember Display Heavy"/>
              </a:defRPr>
            </a:lvl1pPr>
          </a:lstStyle>
          <a:p>
            <a:r>
              <a:rPr lang="en-US"/>
              <a:t>Enter section title</a:t>
            </a:r>
          </a:p>
        </p:txBody>
      </p:sp>
      <p:sp>
        <p:nvSpPr>
          <p:cNvPr id="3" name="Module Outline">
            <a:extLst>
              <a:ext uri="{FF2B5EF4-FFF2-40B4-BE49-F238E27FC236}">
                <a16:creationId xmlns:a16="http://schemas.microsoft.com/office/drawing/2014/main" id="{91A6C2FB-ED41-4361-926E-A4180B7A0A60}"/>
              </a:ext>
            </a:extLst>
          </p:cNvPr>
          <p:cNvSpPr>
            <a:spLocks noGrp="1"/>
          </p:cNvSpPr>
          <p:nvPr>
            <p:ph type="body" idx="3" hasCustomPrompt="1"/>
          </p:nvPr>
        </p:nvSpPr>
        <p:spPr>
          <a:xfrm>
            <a:off x="914400" y="2743200"/>
            <a:ext cx="7998372" cy="3657600"/>
          </a:xfrm>
        </p:spPr>
        <p:txBody>
          <a:bodyPr/>
          <a:lstStyle>
            <a:lvl1pPr marL="0" indent="0">
              <a:spcBef>
                <a:spcPts val="0"/>
              </a:spcBef>
              <a:spcAft>
                <a:spcPts val="600"/>
              </a:spcAft>
              <a:buNone/>
              <a:defRPr>
                <a:solidFill>
                  <a:schemeClr val="bg1"/>
                </a:solidFill>
                <a:latin typeface="+mn-lt"/>
              </a:defRPr>
            </a:lvl1pPr>
          </a:lstStyle>
          <a:p>
            <a:pPr lvl="0"/>
            <a:r>
              <a:rPr lang="en-US"/>
              <a:t>Enter topic list</a:t>
            </a:r>
          </a:p>
        </p:txBody>
      </p:sp>
    </p:spTree>
    <p:extLst>
      <p:ext uri="{BB962C8B-B14F-4D97-AF65-F5344CB8AC3E}">
        <p14:creationId xmlns:p14="http://schemas.microsoft.com/office/powerpoint/2010/main" val="5262714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secHead" preserve="1">
  <p:cSld name="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8" name="Copyright2">
            <a:extLst>
              <a:ext uri="{FF2B5EF4-FFF2-40B4-BE49-F238E27FC236}">
                <a16:creationId xmlns:a16="http://schemas.microsoft.com/office/drawing/2014/main" id="{C0B99F22-CD52-402C-B49E-6EF728B984DD}"/>
              </a:ext>
              <a:ext uri="{C183D7F6-B498-43B3-948B-1728B52AA6E4}">
                <adec:decorative xmlns:adec="http://schemas.microsoft.com/office/drawing/2017/decorative" val="1"/>
              </a:ext>
            </a:extLst>
          </p:cNvPr>
          <p:cNvPicPr>
            <a:picLocks/>
          </p:cNvPicPr>
          <p:nvPr userDrawn="1"/>
        </p:nvPicPr>
        <p:blipFill>
          <a:blip r:embed="rId3">
            <a:extLst>
              <a:ext uri="{28A0092B-C50C-407E-A947-70E740481C1C}">
                <a14:useLocalDpi xmlns:a14="http://schemas.microsoft.com/office/drawing/2010/main" val="0"/>
              </a:ext>
            </a:extLst>
          </a:blip>
          <a:stretch>
            <a:fillRect/>
          </a:stretch>
        </p:blipFill>
        <p:spPr>
          <a:xfrm>
            <a:off x="254000" y="6477000"/>
            <a:ext cx="3556000" cy="165100"/>
          </a:xfrm>
          <a:prstGeom prst="rect">
            <a:avLst/>
          </a:prstGeom>
        </p:spPr>
      </p:pic>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3" name="Title">
            <a:extLst>
              <a:ext uri="{FF2B5EF4-FFF2-40B4-BE49-F238E27FC236}">
                <a16:creationId xmlns:a16="http://schemas.microsoft.com/office/drawing/2014/main" id="{FEA5D771-1E37-4674-A454-5B6A887E81B8}"/>
              </a:ext>
            </a:extLst>
          </p:cNvPr>
          <p:cNvSpPr>
            <a:spLocks noGrp="1"/>
          </p:cNvSpPr>
          <p:nvPr>
            <p:ph type="title" idx="1" hasCustomPrompt="1"/>
          </p:nvPr>
        </p:nvSpPr>
        <p:spPr>
          <a:xfrm>
            <a:off x="365760" y="1709738"/>
            <a:ext cx="11472013" cy="3609846"/>
          </a:xfrm>
        </p:spPr>
        <p:txBody>
          <a:bodyPr anchor="ctr">
            <a:normAutofit/>
          </a:bodyPr>
          <a:lstStyle>
            <a:lvl1pPr>
              <a:spcBef>
                <a:spcPts val="0"/>
              </a:spcBef>
              <a:spcAft>
                <a:spcPts val="0"/>
              </a:spcAft>
              <a:defRPr sz="4000">
                <a:solidFill>
                  <a:schemeClr val="bg1"/>
                </a:solidFill>
                <a:latin typeface="Amazon Ember Display Heavy"/>
              </a:defRPr>
            </a:lvl1pPr>
          </a:lstStyle>
          <a:p>
            <a:r>
              <a:rPr lang="en-US"/>
              <a:t>“Enter quote”</a:t>
            </a:r>
          </a:p>
        </p:txBody>
      </p:sp>
      <p:sp>
        <p:nvSpPr>
          <p:cNvPr id="2" name="Attribution">
            <a:extLst>
              <a:ext uri="{FF2B5EF4-FFF2-40B4-BE49-F238E27FC236}">
                <a16:creationId xmlns:a16="http://schemas.microsoft.com/office/drawing/2014/main" id="{0DEABB21-C29F-4E2E-AADE-6FBA5EF95AF4}"/>
              </a:ext>
            </a:extLst>
          </p:cNvPr>
          <p:cNvSpPr>
            <a:spLocks noGrp="1"/>
          </p:cNvSpPr>
          <p:nvPr>
            <p:ph type="body" idx="2" hasCustomPrompt="1"/>
          </p:nvPr>
        </p:nvSpPr>
        <p:spPr>
          <a:xfrm>
            <a:off x="365760" y="5319584"/>
            <a:ext cx="11472013" cy="770066"/>
          </a:xfrm>
        </p:spPr>
        <p:txBody>
          <a:bodyPr/>
          <a:lstStyle>
            <a:lvl1pPr marL="0" indent="0">
              <a:spcBef>
                <a:spcPts val="0"/>
              </a:spcBef>
              <a:spcAft>
                <a:spcPts val="0"/>
              </a:spcAft>
              <a:buNone/>
              <a:defRPr sz="2800">
                <a:solidFill>
                  <a:schemeClr val="bg1"/>
                </a:solidFill>
              </a:defRPr>
            </a:lvl1pPr>
          </a:lstStyle>
          <a:p>
            <a:r>
              <a:rPr lang="en-US"/>
              <a:t>Attribution</a:t>
            </a:r>
          </a:p>
        </p:txBody>
      </p:sp>
    </p:spTree>
    <p:extLst>
      <p:ext uri="{BB962C8B-B14F-4D97-AF65-F5344CB8AC3E}">
        <p14:creationId xmlns:p14="http://schemas.microsoft.com/office/powerpoint/2010/main" val="1218612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Topic Introduction">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9" name="Copyright1">
            <a:extLst>
              <a:ext uri="{FF2B5EF4-FFF2-40B4-BE49-F238E27FC236}">
                <a16:creationId xmlns:a16="http://schemas.microsoft.com/office/drawing/2014/main" id="{CDC91484-6E62-4770-B3FC-242E5E69A6DD}"/>
              </a:ext>
              <a:ext uri="{C183D7F6-B498-43B3-948B-1728B52AA6E4}">
                <adec:decorative xmlns:adec="http://schemas.microsoft.com/office/drawing/2017/decorative" val="1"/>
              </a:ext>
            </a:extLst>
          </p:cNvPr>
          <p:cNvPicPr>
            <a:picLocks/>
          </p:cNvPicPr>
          <p:nvPr userDrawn="1"/>
        </p:nvPicPr>
        <p:blipFill>
          <a:blip r:embed="rId4">
            <a:extLst>
              <a:ext uri="{28A0092B-C50C-407E-A947-70E740481C1C}">
                <a14:useLocalDpi xmlns:a14="http://schemas.microsoft.com/office/drawing/2010/main" val="0"/>
              </a:ext>
            </a:extLst>
          </a:blip>
          <a:stretch>
            <a:fillRect/>
          </a:stretch>
        </p:blipFill>
        <p:spPr>
          <a:xfrm>
            <a:off x="254000" y="6477000"/>
            <a:ext cx="3556000" cy="165100"/>
          </a:xfrm>
          <a:prstGeom prst="rect">
            <a:avLst/>
          </a:prstGeom>
        </p:spPr>
      </p:pic>
      <p:sp>
        <p:nvSpPr>
          <p:cNvPr id="97" name="Slide Number">
            <a:extLst>
              <a:ext uri="{FF2B5EF4-FFF2-40B4-BE49-F238E27FC236}">
                <a16:creationId xmlns:a16="http://schemas.microsoft.com/office/drawing/2014/main" id="{E7A23F66-1657-489E-8769-B7CCC9F020AC}"/>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930176A1-BCF0-4712-97A6-6B495F55390B}" type="slidenum">
              <a:rPr lang="en-US" smtClean="0"/>
              <a:pPr/>
              <a:t>‹#›</a:t>
            </a:fld>
            <a:endParaRPr lang="en-US" dirty="0"/>
          </a:p>
        </p:txBody>
      </p:sp>
      <p:sp>
        <p:nvSpPr>
          <p:cNvPr id="4" name="Title">
            <a:extLst>
              <a:ext uri="{FF2B5EF4-FFF2-40B4-BE49-F238E27FC236}">
                <a16:creationId xmlns:a16="http://schemas.microsoft.com/office/drawing/2014/main" id="{F2D32D74-0FC6-414A-96C5-2549942CD64E}"/>
              </a:ext>
            </a:extLst>
          </p:cNvPr>
          <p:cNvSpPr>
            <a:spLocks noGrp="1"/>
          </p:cNvSpPr>
          <p:nvPr>
            <p:ph type="title" idx="1" hasCustomPrompt="1"/>
          </p:nvPr>
        </p:nvSpPr>
        <p:spPr>
          <a:xfrm>
            <a:off x="243242" y="292099"/>
            <a:ext cx="4062057" cy="1866901"/>
          </a:xfrm>
        </p:spPr>
        <p:txBody>
          <a:bodyPr anchor="t">
            <a:noAutofit/>
          </a:bodyPr>
          <a:lstStyle>
            <a:lvl1pPr algn="ctr">
              <a:defRPr sz="3600">
                <a:solidFill>
                  <a:srgbClr val="F1F3F3"/>
                </a:solidFill>
                <a:latin typeface="Amazon Ember Display Heavy"/>
              </a:defRPr>
            </a:lvl1pPr>
          </a:lstStyle>
          <a:p>
            <a:r>
              <a:rPr lang="en-US"/>
              <a:t>Type title here</a:t>
            </a:r>
          </a:p>
        </p:txBody>
      </p:sp>
      <p:sp>
        <p:nvSpPr>
          <p:cNvPr id="2" name="LeftPlaceholder">
            <a:extLst>
              <a:ext uri="{FF2B5EF4-FFF2-40B4-BE49-F238E27FC236}">
                <a16:creationId xmlns:a16="http://schemas.microsoft.com/office/drawing/2014/main" id="{84AC47C1-092B-4DE6-902E-A0B393854995}"/>
              </a:ext>
              <a:ext uri="{C183D7F6-B498-43B3-948B-1728B52AA6E4}">
                <adec:decorative xmlns:adec="http://schemas.microsoft.com/office/drawing/2017/decorative" val="1"/>
              </a:ext>
            </a:extLst>
          </p:cNvPr>
          <p:cNvSpPr>
            <a:spLocks noGrp="1"/>
          </p:cNvSpPr>
          <p:nvPr>
            <p:ph idx="2" hasCustomPrompt="1"/>
          </p:nvPr>
        </p:nvSpPr>
        <p:spPr>
          <a:xfrm>
            <a:off x="246888" y="2434960"/>
            <a:ext cx="4060392" cy="3657600"/>
          </a:xfrm>
        </p:spPr>
        <p:txBody>
          <a:bodyPr anchor="t">
            <a:noAutofit/>
          </a:bodyPr>
          <a:lstStyle>
            <a:lvl1pPr marL="0" indent="0" algn="ctr">
              <a:buNone/>
              <a:defRPr>
                <a:solidFill>
                  <a:srgbClr val="F1F3F3"/>
                </a:solidFill>
                <a:latin typeface="+mn-lt"/>
              </a:defRPr>
            </a:lvl1pPr>
          </a:lstStyle>
          <a:p>
            <a:r>
              <a:rPr lang="en-US"/>
              <a:t>Click to add content</a:t>
            </a:r>
          </a:p>
        </p:txBody>
      </p:sp>
      <p:sp>
        <p:nvSpPr>
          <p:cNvPr id="3" name="Content">
            <a:extLst>
              <a:ext uri="{FF2B5EF4-FFF2-40B4-BE49-F238E27FC236}">
                <a16:creationId xmlns:a16="http://schemas.microsoft.com/office/drawing/2014/main" id="{E88E0D0B-F719-4929-9A45-08A3503393CA}"/>
              </a:ext>
            </a:extLst>
          </p:cNvPr>
          <p:cNvSpPr>
            <a:spLocks noGrp="1"/>
          </p:cNvSpPr>
          <p:nvPr>
            <p:ph type="body" idx="3" hasCustomPrompt="1"/>
          </p:nvPr>
        </p:nvSpPr>
        <p:spPr>
          <a:xfrm>
            <a:off x="4592635" y="292099"/>
            <a:ext cx="7239701" cy="6142651"/>
          </a:xfrm>
        </p:spPr>
        <p:txBody>
          <a:bodyPr>
            <a:noAutofit/>
          </a:bodyPr>
          <a:lstStyle>
            <a:lvl1pPr>
              <a:lnSpc>
                <a:spcPct val="100000"/>
              </a:lnSpc>
              <a:spcAft>
                <a:spcPts val="1200"/>
              </a:spcAft>
              <a:defRPr sz="2800">
                <a:solidFill>
                  <a:srgbClr val="232F3E"/>
                </a:solidFill>
                <a:latin typeface="+mn-lt"/>
              </a:defRPr>
            </a:lvl1pPr>
            <a:lvl2pPr marL="457200" indent="-228600">
              <a:lnSpc>
                <a:spcPct val="100000"/>
              </a:lnSpc>
              <a:spcAft>
                <a:spcPts val="1200"/>
              </a:spcAft>
              <a:defRPr sz="2400">
                <a:solidFill>
                  <a:srgbClr val="232F3E"/>
                </a:solidFill>
                <a:latin typeface="+mn-lt"/>
              </a:defRPr>
            </a:lvl2pPr>
            <a:lvl3pPr marL="684213" indent="-228600">
              <a:lnSpc>
                <a:spcPct val="100000"/>
              </a:lnSpc>
              <a:spcAft>
                <a:spcPts val="1200"/>
              </a:spcAft>
              <a:defRPr sz="2000">
                <a:solidFill>
                  <a:srgbClr val="232F3E"/>
                </a:solidFill>
                <a:latin typeface="+mn-lt"/>
              </a:defRPr>
            </a:lvl3pPr>
            <a:lvl4pPr marL="914400" indent="-228600">
              <a:lnSpc>
                <a:spcPct val="100000"/>
              </a:lnSpc>
              <a:spcAft>
                <a:spcPts val="1200"/>
              </a:spcAft>
              <a:defRPr sz="1800">
                <a:solidFill>
                  <a:srgbClr val="232F3E"/>
                </a:solidFill>
                <a:latin typeface="+mn-lt"/>
              </a:defRPr>
            </a:lvl4pPr>
            <a:lvl5pPr marL="1144588" indent="-228600">
              <a:lnSpc>
                <a:spcPct val="100000"/>
              </a:lnSpc>
              <a:spcAft>
                <a:spcPts val="1200"/>
              </a:spcAft>
              <a:defRPr sz="1800">
                <a:solidFill>
                  <a:srgbClr val="232F3E"/>
                </a:solidFill>
                <a:latin typeface="+mn-lt"/>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Tree>
    <p:custDataLst>
      <p:tags r:id="rId1"/>
    </p:custDataLst>
    <p:extLst>
      <p:ext uri="{BB962C8B-B14F-4D97-AF65-F5344CB8AC3E}">
        <p14:creationId xmlns:p14="http://schemas.microsoft.com/office/powerpoint/2010/main" val="25264797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Thank You">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8" name="Copyright1">
            <a:extLst>
              <a:ext uri="{FF2B5EF4-FFF2-40B4-BE49-F238E27FC236}">
                <a16:creationId xmlns:a16="http://schemas.microsoft.com/office/drawing/2014/main" id="{588F5E9F-C43B-48A5-BA37-2056D878701A}"/>
              </a:ext>
              <a:ext uri="{C183D7F6-B498-43B3-948B-1728B52AA6E4}">
                <adec:decorative xmlns:adec="http://schemas.microsoft.com/office/drawing/2017/decorative" val="1"/>
              </a:ext>
            </a:extLst>
          </p:cNvPr>
          <p:cNvPicPr>
            <a:picLocks/>
          </p:cNvPicPr>
          <p:nvPr userDrawn="1"/>
        </p:nvPicPr>
        <p:blipFill>
          <a:blip r:embed="rId4">
            <a:extLst>
              <a:ext uri="{28A0092B-C50C-407E-A947-70E740481C1C}">
                <a14:useLocalDpi xmlns:a14="http://schemas.microsoft.com/office/drawing/2010/main" val="0"/>
              </a:ext>
            </a:extLst>
          </a:blip>
          <a:stretch>
            <a:fillRect/>
          </a:stretch>
        </p:blipFill>
        <p:spPr>
          <a:xfrm>
            <a:off x="254000" y="6477000"/>
            <a:ext cx="3556000" cy="165100"/>
          </a:xfrm>
          <a:prstGeom prst="rect">
            <a:avLst/>
          </a:prstGeom>
        </p:spPr>
      </p:pic>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3" name="Title">
            <a:extLst>
              <a:ext uri="{FF2B5EF4-FFF2-40B4-BE49-F238E27FC236}">
                <a16:creationId xmlns:a16="http://schemas.microsoft.com/office/drawing/2014/main" id="{E52B1449-9D22-45E9-8E29-DD9653749C2D}"/>
              </a:ext>
            </a:extLst>
          </p:cNvPr>
          <p:cNvSpPr>
            <a:spLocks noGrp="1"/>
          </p:cNvSpPr>
          <p:nvPr>
            <p:ph type="title" idx="1" hasCustomPrompt="1"/>
          </p:nvPr>
        </p:nvSpPr>
        <p:spPr>
          <a:xfrm>
            <a:off x="457200" y="1256247"/>
            <a:ext cx="7998031" cy="4049824"/>
          </a:xfrm>
        </p:spPr>
        <p:txBody>
          <a:bodyPr anchor="ctr">
            <a:noAutofit/>
          </a:bodyPr>
          <a:lstStyle>
            <a:lvl1pPr>
              <a:lnSpc>
                <a:spcPct val="100000"/>
              </a:lnSpc>
              <a:spcBef>
                <a:spcPts val="0"/>
              </a:spcBef>
              <a:defRPr sz="4400">
                <a:solidFill>
                  <a:schemeClr val="bg1"/>
                </a:solidFill>
                <a:latin typeface="Amazon Ember Display Heavy"/>
              </a:defRPr>
            </a:lvl1pPr>
          </a:lstStyle>
          <a:p>
            <a:r>
              <a:rPr lang="en-US"/>
              <a:t>Thank you text</a:t>
            </a:r>
          </a:p>
        </p:txBody>
      </p:sp>
      <p:sp>
        <p:nvSpPr>
          <p:cNvPr id="2" name="Corrections text">
            <a:extLst>
              <a:ext uri="{FF2B5EF4-FFF2-40B4-BE49-F238E27FC236}">
                <a16:creationId xmlns:a16="http://schemas.microsoft.com/office/drawing/2014/main" id="{6A373FD5-C6D5-4BB3-B1C2-AF88C1A95E05}"/>
              </a:ext>
            </a:extLst>
          </p:cNvPr>
          <p:cNvSpPr>
            <a:spLocks noGrp="1"/>
          </p:cNvSpPr>
          <p:nvPr>
            <p:ph type="body" idx="2" hasCustomPrompt="1"/>
          </p:nvPr>
        </p:nvSpPr>
        <p:spPr>
          <a:xfrm>
            <a:off x="457200" y="5305425"/>
            <a:ext cx="7997825" cy="1141413"/>
          </a:xfrm>
        </p:spPr>
        <p:txBody>
          <a:bodyPr>
            <a:noAutofit/>
          </a:bodyPr>
          <a:lstStyle>
            <a:lvl1pPr marL="0" indent="0">
              <a:lnSpc>
                <a:spcPct val="100000"/>
              </a:lnSpc>
              <a:spcBef>
                <a:spcPts val="0"/>
              </a:spcBef>
              <a:spcAft>
                <a:spcPts val="0"/>
              </a:spcAft>
              <a:buClrTx/>
              <a:buSzTx/>
              <a:buFontTx/>
              <a:buNone/>
              <a:tabLst/>
              <a:defRPr lang="en-US" b="0" cap="none" spc="0" baseline="0">
                <a:ln>
                  <a:noFill/>
                </a:ln>
                <a:solidFill>
                  <a:schemeClr val="bg1"/>
                </a:solidFill>
                <a:effectLst/>
              </a:defRPr>
            </a:lvl1pPr>
            <a:lvl2pPr marL="457200" indent="0">
              <a:buNone/>
              <a:defRPr sz="2000">
                <a:solidFill>
                  <a:schemeClr val="bg2"/>
                </a:solidFill>
              </a:defRPr>
            </a:lvl2pPr>
            <a:lvl3pPr marL="914400" indent="0">
              <a:buNone/>
              <a:defRPr sz="1800">
                <a:solidFill>
                  <a:schemeClr val="bg2"/>
                </a:solidFill>
              </a:defRPr>
            </a:lvl3pPr>
            <a:lvl4pPr marL="1371600" indent="0">
              <a:buNone/>
              <a:defRPr sz="1600">
                <a:solidFill>
                  <a:schemeClr val="bg2"/>
                </a:solidFill>
              </a:defRPr>
            </a:lvl4pPr>
            <a:lvl5pPr marL="1828800" indent="0">
              <a:buNone/>
              <a:defRPr sz="1600">
                <a:solidFill>
                  <a:schemeClr val="bg2"/>
                </a:solidFill>
              </a:defRPr>
            </a:lvl5pPr>
          </a:lstStyle>
          <a:p>
            <a:pPr marL="0" indent="0">
              <a:lnSpc>
                <a:spcPct val="100000"/>
              </a:lnSpc>
              <a:spcBef>
                <a:spcPts val="0"/>
              </a:spcBef>
              <a:spcAft>
                <a:spcPts val="0"/>
              </a:spcAft>
              <a:buClrTx/>
              <a:buSzTx/>
              <a:buFontTx/>
              <a:buNone/>
              <a:tabLst/>
              <a:defRPr/>
            </a:pPr>
            <a:r>
              <a:rPr lang="en-US" sz="1800">
                <a:solidFill>
                  <a:srgbClr val="F1F3F3"/>
                </a:solidFill>
              </a:rPr>
              <a:t>Type: Corrections, feedback, or other questions? </a:t>
            </a:r>
            <a:br>
              <a:rPr lang="en-US" sz="1800">
                <a:solidFill>
                  <a:srgbClr val="F1F3F3"/>
                </a:solidFill>
              </a:rPr>
            </a:br>
            <a:r>
              <a:rPr lang="en-US" sz="1800">
                <a:solidFill>
                  <a:srgbClr val="F1F3F3"/>
                </a:solidFill>
              </a:rPr>
              <a:t>Contact us at https://support.aws.amazon.com/#/contacts/aws-academy.</a:t>
            </a:r>
          </a:p>
        </p:txBody>
      </p:sp>
    </p:spTree>
    <p:custDataLst>
      <p:tags r:id="rId1"/>
    </p:custDataLst>
    <p:extLst>
      <p:ext uri="{BB962C8B-B14F-4D97-AF65-F5344CB8AC3E}">
        <p14:creationId xmlns:p14="http://schemas.microsoft.com/office/powerpoint/2010/main" val="41831911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and Content">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02D04820-1551-4DB8-9246-39CB85899696}"/>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3" name="Title">
            <a:extLst>
              <a:ext uri="{FF2B5EF4-FFF2-40B4-BE49-F238E27FC236}">
                <a16:creationId xmlns:a16="http://schemas.microsoft.com/office/drawing/2014/main" id="{5F8A0ED5-8D88-437F-965F-590C0BD195F1}"/>
              </a:ext>
            </a:extLst>
          </p:cNvPr>
          <p:cNvSpPr>
            <a:spLocks noGrp="1"/>
          </p:cNvSpPr>
          <p:nvPr>
            <p:ph type="title" idx="1" hasCustomPrompt="1"/>
          </p:nvPr>
        </p:nvSpPr>
        <p:spPr>
          <a:xfrm>
            <a:off x="365760" y="301752"/>
            <a:ext cx="11466576" cy="731318"/>
          </a:xfrm>
        </p:spPr>
        <p:txBody>
          <a:bodyPr/>
          <a:lstStyle>
            <a:lvl1pPr>
              <a:lnSpc>
                <a:spcPct val="90000"/>
              </a:lnSpc>
              <a:spcAft>
                <a:spcPts val="0"/>
              </a:spcAft>
              <a:defRPr>
                <a:solidFill>
                  <a:srgbClr val="232F3E"/>
                </a:solidFill>
                <a:latin typeface="Amazon Ember Display Heavy"/>
              </a:defRPr>
            </a:lvl1pPr>
          </a:lstStyle>
          <a:p>
            <a:r>
              <a:rPr lang="en-US"/>
              <a:t>Title and text column</a:t>
            </a:r>
          </a:p>
        </p:txBody>
      </p:sp>
      <p:pic>
        <p:nvPicPr>
          <p:cNvPr id="99" name="Divider">
            <a:extLst>
              <a:ext uri="{FF2B5EF4-FFF2-40B4-BE49-F238E27FC236}">
                <a16:creationId xmlns:a16="http://schemas.microsoft.com/office/drawing/2014/main" id="{F3CAEA78-64D9-4CA8-84AB-317B5F555D3C}"/>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2" name="Content">
            <a:extLst>
              <a:ext uri="{FF2B5EF4-FFF2-40B4-BE49-F238E27FC236}">
                <a16:creationId xmlns:a16="http://schemas.microsoft.com/office/drawing/2014/main" id="{C4E502B2-1435-4BCB-BD77-B9E6CB7B3BF5}"/>
              </a:ext>
            </a:extLst>
          </p:cNvPr>
          <p:cNvSpPr>
            <a:spLocks noGrp="1"/>
          </p:cNvSpPr>
          <p:nvPr>
            <p:ph idx="2" hasCustomPrompt="1"/>
          </p:nvPr>
        </p:nvSpPr>
        <p:spPr>
          <a:xfrm>
            <a:off x="365760" y="1097280"/>
            <a:ext cx="11466576" cy="5330952"/>
          </a:xfrm>
        </p:spPr>
        <p:txBody>
          <a:bodyPr>
            <a:normAutofit/>
          </a:bodyPr>
          <a:lstStyle>
            <a:lvl1pPr>
              <a:lnSpc>
                <a:spcPct val="100000"/>
              </a:lnSpc>
              <a:spcBef>
                <a:spcPts val="0"/>
              </a:spcBef>
              <a:spcAft>
                <a:spcPts val="1200"/>
              </a:spcAft>
              <a:defRPr>
                <a:solidFill>
                  <a:srgbClr val="232F3E"/>
                </a:solidFill>
              </a:defRPr>
            </a:lvl1pPr>
            <a:lvl2pPr marL="457200" indent="-228600">
              <a:lnSpc>
                <a:spcPct val="100000"/>
              </a:lnSpc>
              <a:spcBef>
                <a:spcPts val="0"/>
              </a:spcBef>
              <a:spcAft>
                <a:spcPts val="1200"/>
              </a:spcAft>
              <a:defRPr>
                <a:solidFill>
                  <a:srgbClr val="232F3E"/>
                </a:solidFill>
              </a:defRPr>
            </a:lvl2pPr>
            <a:lvl3pPr marL="682625" indent="-228600">
              <a:lnSpc>
                <a:spcPct val="100000"/>
              </a:lnSpc>
              <a:spcBef>
                <a:spcPts val="0"/>
              </a:spcBef>
              <a:spcAft>
                <a:spcPts val="1200"/>
              </a:spcAft>
              <a:defRPr>
                <a:solidFill>
                  <a:srgbClr val="232F3E"/>
                </a:solidFill>
              </a:defRPr>
            </a:lvl3pPr>
            <a:lvl4pPr marL="914400" indent="-228600">
              <a:lnSpc>
                <a:spcPct val="100000"/>
              </a:lnSpc>
              <a:spcBef>
                <a:spcPts val="0"/>
              </a:spcBef>
              <a:spcAft>
                <a:spcPts val="1200"/>
              </a:spcAft>
              <a:defRPr>
                <a:solidFill>
                  <a:srgbClr val="232F3E"/>
                </a:solidFill>
              </a:defRPr>
            </a:lvl4pPr>
            <a:lvl5pPr marL="1146175" indent="-228600">
              <a:lnSpc>
                <a:spcPct val="100000"/>
              </a:lnSpc>
              <a:spcBef>
                <a:spcPts val="0"/>
              </a:spcBef>
              <a:spcAft>
                <a:spcPts val="1200"/>
              </a:spcAft>
              <a:defRPr>
                <a:solidFill>
                  <a:srgbClr val="232F3E"/>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Tree>
    <p:custDataLst>
      <p:tags r:id="rId1"/>
    </p:custDataLst>
    <p:extLst>
      <p:ext uri="{BB962C8B-B14F-4D97-AF65-F5344CB8AC3E}">
        <p14:creationId xmlns:p14="http://schemas.microsoft.com/office/powerpoint/2010/main" val="26501704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x" preserve="1">
  <p:cSld name="Title and Code">
    <p:bg>
      <p:bgPr>
        <a:solidFill>
          <a:schemeClr val="bg1"/>
        </a:solidFill>
        <a:effectLst/>
      </p:bgPr>
    </p:bg>
    <p:spTree>
      <p:nvGrpSpPr>
        <p:cNvPr id="1" name=""/>
        <p:cNvGrpSpPr/>
        <p:nvPr/>
      </p:nvGrpSpPr>
      <p:grpSpPr>
        <a:xfrm>
          <a:off x="0" y="0"/>
          <a:ext cx="0" cy="0"/>
          <a:chOff x="0" y="0"/>
          <a:chExt cx="0" cy="0"/>
        </a:xfrm>
      </p:grpSpPr>
      <p:pic>
        <p:nvPicPr>
          <p:cNvPr id="8" name="Copyright2">
            <a:extLst>
              <a:ext uri="{FF2B5EF4-FFF2-40B4-BE49-F238E27FC236}">
                <a16:creationId xmlns:a16="http://schemas.microsoft.com/office/drawing/2014/main" id="{067CB1A6-5189-455E-9918-EE214F66ACAA}"/>
              </a:ext>
              <a:ext uri="{C183D7F6-B498-43B3-948B-1728B52AA6E4}">
                <adec:decorative xmlns:adec="http://schemas.microsoft.com/office/drawing/2017/decorative" val="1"/>
              </a:ext>
            </a:extLst>
          </p:cNvPr>
          <p:cNvPicPr>
            <a:picLocks/>
          </p:cNvPicPr>
          <p:nvPr userDrawn="1"/>
        </p:nvPicPr>
        <p:blipFill>
          <a:blip r:embed="rId3">
            <a:extLst>
              <a:ext uri="{28A0092B-C50C-407E-A947-70E740481C1C}">
                <a14:useLocalDpi xmlns:a14="http://schemas.microsoft.com/office/drawing/2010/main" val="0"/>
              </a:ext>
            </a:extLst>
          </a:blip>
          <a:stretch>
            <a:fillRect/>
          </a:stretch>
        </p:blipFill>
        <p:spPr>
          <a:xfrm>
            <a:off x="254000" y="6477000"/>
            <a:ext cx="3556000" cy="165100"/>
          </a:xfrm>
          <a:prstGeom prst="rect">
            <a:avLst/>
          </a:prstGeom>
        </p:spPr>
      </p:pic>
      <p:sp>
        <p:nvSpPr>
          <p:cNvPr id="97" name="Slide Number">
            <a:extLst>
              <a:ext uri="{FF2B5EF4-FFF2-40B4-BE49-F238E27FC236}">
                <a16:creationId xmlns:a16="http://schemas.microsoft.com/office/drawing/2014/main" id="{1D7818F9-B3C0-42E7-B6E1-5347230963DC}"/>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3" name="Title">
            <a:extLst>
              <a:ext uri="{FF2B5EF4-FFF2-40B4-BE49-F238E27FC236}">
                <a16:creationId xmlns:a16="http://schemas.microsoft.com/office/drawing/2014/main" id="{5F8A0ED5-8D88-437F-965F-590C0BD195F1}"/>
              </a:ext>
            </a:extLst>
          </p:cNvPr>
          <p:cNvSpPr>
            <a:spLocks noGrp="1"/>
          </p:cNvSpPr>
          <p:nvPr>
            <p:ph type="title" idx="1" hasCustomPrompt="1"/>
          </p:nvPr>
        </p:nvSpPr>
        <p:spPr>
          <a:xfrm>
            <a:off x="365760" y="301752"/>
            <a:ext cx="11466576" cy="731520"/>
          </a:xfrm>
        </p:spPr>
        <p:txBody>
          <a:bodyPr/>
          <a:lstStyle>
            <a:lvl1pPr>
              <a:defRPr>
                <a:solidFill>
                  <a:srgbClr val="232F3E"/>
                </a:solidFill>
                <a:latin typeface="Amazon Ember Display Heavy"/>
              </a:defRPr>
            </a:lvl1pPr>
          </a:lstStyle>
          <a:p>
            <a:r>
              <a:rPr lang="en-US"/>
              <a:t>Title and code</a:t>
            </a:r>
          </a:p>
        </p:txBody>
      </p:sp>
      <p:pic>
        <p:nvPicPr>
          <p:cNvPr id="99" name="Divider">
            <a:extLst>
              <a:ext uri="{FF2B5EF4-FFF2-40B4-BE49-F238E27FC236}">
                <a16:creationId xmlns:a16="http://schemas.microsoft.com/office/drawing/2014/main" id="{1AA7B286-8B48-4C92-B2A9-AADCF2EEA2A0}"/>
              </a:ext>
              <a:ext uri="{C183D7F6-B498-43B3-948B-1728B52AA6E4}">
                <adec:decorative xmlns:adec="http://schemas.microsoft.com/office/drawing/2017/decorative" val="1"/>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2" name="Code">
            <a:extLst>
              <a:ext uri="{FF2B5EF4-FFF2-40B4-BE49-F238E27FC236}">
                <a16:creationId xmlns:a16="http://schemas.microsoft.com/office/drawing/2014/main" id="{D77EFECE-400E-4BAA-A766-7DD8A1117BBC}"/>
              </a:ext>
            </a:extLst>
          </p:cNvPr>
          <p:cNvSpPr>
            <a:spLocks noGrp="1"/>
          </p:cNvSpPr>
          <p:nvPr>
            <p:ph type="body" idx="2" hasCustomPrompt="1"/>
          </p:nvPr>
        </p:nvSpPr>
        <p:spPr>
          <a:xfrm>
            <a:off x="365760" y="1097280"/>
            <a:ext cx="11466576" cy="5330952"/>
          </a:xfrm>
        </p:spPr>
        <p:txBody>
          <a:bodyPr>
            <a:noAutofit/>
          </a:bodyPr>
          <a:lstStyle>
            <a:lvl1pPr marL="0" indent="0" defTabSz="228600">
              <a:lnSpc>
                <a:spcPct val="100000"/>
              </a:lnSpc>
              <a:spcBef>
                <a:spcPts val="0"/>
              </a:spcBef>
              <a:spcAft>
                <a:spcPts val="0"/>
              </a:spcAft>
              <a:buNone/>
              <a:defRPr sz="1600">
                <a:solidFill>
                  <a:srgbClr val="232F3E"/>
                </a:solidFill>
                <a:latin typeface="Lucida Console" panose="020B0609040504020204" pitchFamily="49" charset="0"/>
              </a:defRPr>
            </a:lvl1pPr>
          </a:lstStyle>
          <a:p>
            <a:pPr lvl="0"/>
            <a:r>
              <a:rPr lang="en-US"/>
              <a:t>; Syntax Test file for 68k Assembly code</a:t>
            </a:r>
          </a:p>
          <a:p>
            <a:pPr lvl="0"/>
            <a:r>
              <a:rPr lang="en-US"/>
              <a:t>; Some comments about this file</a:t>
            </a:r>
          </a:p>
          <a:p>
            <a:pPr lvl="0"/>
            <a:r>
              <a:rPr lang="en-US"/>
              <a:t>.D0 00000000</a:t>
            </a:r>
          </a:p>
          <a:p>
            <a:pPr lvl="0"/>
            <a:r>
              <a:rPr lang="en-US"/>
              <a:t>MS 2100 00000002</a:t>
            </a:r>
          </a:p>
          <a:p>
            <a:pPr lvl="0"/>
            <a:r>
              <a:rPr lang="en-US"/>
              <a:t>MM 2000;DI</a:t>
            </a:r>
          </a:p>
          <a:p>
            <a:pPr lvl="0"/>
            <a:r>
              <a:rPr lang="en-US"/>
              <a:t>LEA.L $002100,A1</a:t>
            </a:r>
          </a:p>
          <a:p>
            <a:pPr lvl="0"/>
            <a:r>
              <a:rPr lang="en-US"/>
              <a:t>MOVE.L #2,-(A1)</a:t>
            </a:r>
          </a:p>
          <a:p>
            <a:pPr lvl="0"/>
            <a:r>
              <a:rPr lang="en-US"/>
              <a:t>BSR $00002050</a:t>
            </a:r>
          </a:p>
          <a:p>
            <a:pPr lvl="0"/>
            <a:r>
              <a:rPr lang="en-US"/>
              <a:t>MM 2050;DI</a:t>
            </a:r>
          </a:p>
          <a:p>
            <a:pPr lvl="0"/>
            <a:r>
              <a:rPr lang="en-US"/>
              <a:t>MOVE.L (A1)+,D1</a:t>
            </a:r>
          </a:p>
          <a:p>
            <a:pPr lvl="0"/>
            <a:r>
              <a:rPr lang="en-US"/>
              <a:t>MOVE.L (A1),D2</a:t>
            </a:r>
          </a:p>
          <a:p>
            <a:pPr lvl="0"/>
            <a:r>
              <a:rPr lang="en-US"/>
              <a:t>ADD.L D1,D2</a:t>
            </a:r>
          </a:p>
          <a:p>
            <a:pPr lvl="0"/>
            <a:r>
              <a:rPr lang="en-US"/>
              <a:t>MOVE.L D2,D0</a:t>
            </a:r>
          </a:p>
          <a:p>
            <a:pPr lvl="0"/>
            <a:r>
              <a:rPr lang="en-US"/>
              <a:t>RTS</a:t>
            </a:r>
          </a:p>
        </p:txBody>
      </p:sp>
    </p:spTree>
    <p:custDataLst>
      <p:tags r:id="rId1"/>
    </p:custDataLst>
    <p:extLst>
      <p:ext uri="{BB962C8B-B14F-4D97-AF65-F5344CB8AC3E}">
        <p14:creationId xmlns:p14="http://schemas.microsoft.com/office/powerpoint/2010/main" val="16062535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Text Column, and Small Picture">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F8BD5B93-38A6-4C4A-A3EB-A591F4EDD6E5}"/>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3"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a:t>Title, 2/3 Column, and picture</a:t>
            </a:r>
          </a:p>
        </p:txBody>
      </p:sp>
      <p:pic>
        <p:nvPicPr>
          <p:cNvPr id="99" name="Divider">
            <a:extLst>
              <a:ext uri="{FF2B5EF4-FFF2-40B4-BE49-F238E27FC236}">
                <a16:creationId xmlns:a16="http://schemas.microsoft.com/office/drawing/2014/main" id="{ECDF26F2-E972-40FE-806F-12B056EA9DCC}"/>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2" name="Content">
            <a:extLst>
              <a:ext uri="{FF2B5EF4-FFF2-40B4-BE49-F238E27FC236}">
                <a16:creationId xmlns:a16="http://schemas.microsoft.com/office/drawing/2014/main" id="{5ACBD598-6775-4223-B2AB-B169A112E3FF}"/>
              </a:ext>
            </a:extLst>
          </p:cNvPr>
          <p:cNvSpPr>
            <a:spLocks noGrp="1"/>
          </p:cNvSpPr>
          <p:nvPr>
            <p:ph idx="2" hasCustomPrompt="1"/>
          </p:nvPr>
        </p:nvSpPr>
        <p:spPr>
          <a:xfrm>
            <a:off x="365760" y="1097280"/>
            <a:ext cx="7644384" cy="5330952"/>
          </a:xfrm>
        </p:spPr>
        <p:txBody>
          <a:bodyPr>
            <a:noAutofit/>
          </a:bodyPr>
          <a:lstStyle>
            <a:lvl1pPr>
              <a:lnSpc>
                <a:spcPct val="100000"/>
              </a:lnSpc>
              <a:spcBef>
                <a:spcPts val="0"/>
              </a:spcBef>
              <a:spcAft>
                <a:spcPts val="1200"/>
              </a:spcAft>
              <a:defRPr>
                <a:solidFill>
                  <a:srgbClr val="232F3E"/>
                </a:solidFill>
              </a:defRPr>
            </a:lvl1pPr>
            <a:lvl2pPr marL="457200" indent="-228600">
              <a:lnSpc>
                <a:spcPct val="100000"/>
              </a:lnSpc>
              <a:spcBef>
                <a:spcPts val="0"/>
              </a:spcBef>
              <a:spcAft>
                <a:spcPts val="1200"/>
              </a:spcAft>
              <a:defRPr>
                <a:solidFill>
                  <a:srgbClr val="232F3E"/>
                </a:solidFill>
              </a:defRPr>
            </a:lvl2pPr>
            <a:lvl3pPr marL="682625" indent="-228600">
              <a:lnSpc>
                <a:spcPct val="100000"/>
              </a:lnSpc>
              <a:spcBef>
                <a:spcPts val="0"/>
              </a:spcBef>
              <a:spcAft>
                <a:spcPts val="1200"/>
              </a:spcAft>
              <a:defRPr>
                <a:solidFill>
                  <a:srgbClr val="232F3E"/>
                </a:solidFill>
              </a:defRPr>
            </a:lvl3pPr>
            <a:lvl4pPr marL="914400" indent="-228600">
              <a:lnSpc>
                <a:spcPct val="100000"/>
              </a:lnSpc>
              <a:spcBef>
                <a:spcPts val="0"/>
              </a:spcBef>
              <a:spcAft>
                <a:spcPts val="1200"/>
              </a:spcAft>
              <a:defRPr>
                <a:solidFill>
                  <a:srgbClr val="232F3E"/>
                </a:solidFill>
              </a:defRPr>
            </a:lvl4pPr>
            <a:lvl5pPr marL="1146175" indent="-228600">
              <a:lnSpc>
                <a:spcPct val="100000"/>
              </a:lnSpc>
              <a:spcBef>
                <a:spcPts val="0"/>
              </a:spcBef>
              <a:spcAft>
                <a:spcPts val="1200"/>
              </a:spcAft>
              <a:defRPr>
                <a:solidFill>
                  <a:srgbClr val="232F3E"/>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
        <p:nvSpPr>
          <p:cNvPr id="22" name="Picture">
            <a:extLst>
              <a:ext uri="{FF2B5EF4-FFF2-40B4-BE49-F238E27FC236}">
                <a16:creationId xmlns:a16="http://schemas.microsoft.com/office/drawing/2014/main" id="{A644AF2C-FFDC-4661-BF6B-D208E5E816FA}"/>
              </a:ext>
              <a:ext uri="{C183D7F6-B498-43B3-948B-1728B52AA6E4}">
                <adec:decorative xmlns:adec="http://schemas.microsoft.com/office/drawing/2017/decorative" val="1"/>
              </a:ext>
            </a:extLst>
          </p:cNvPr>
          <p:cNvSpPr>
            <a:spLocks noGrp="1"/>
          </p:cNvSpPr>
          <p:nvPr>
            <p:ph type="pic" idx="22" hasCustomPrompt="1"/>
          </p:nvPr>
        </p:nvSpPr>
        <p:spPr>
          <a:xfrm>
            <a:off x="8498586" y="2276856"/>
            <a:ext cx="2971800" cy="2971800"/>
          </a:xfrm>
        </p:spPr>
        <p:txBody>
          <a:bodyPr anchor="t">
            <a:noAutofit/>
          </a:bodyPr>
          <a:lstStyle>
            <a:lvl1pPr marL="0" indent="0" algn="ctr">
              <a:buNone/>
              <a:defRPr sz="2000">
                <a:solidFill>
                  <a:srgbClr val="232F3E"/>
                </a:solidFill>
              </a:defRPr>
            </a:lvl1pPr>
          </a:lstStyle>
          <a:p>
            <a:r>
              <a:rPr lang="en-US" dirty="0"/>
              <a:t>Click icon to add image</a:t>
            </a:r>
          </a:p>
        </p:txBody>
      </p:sp>
    </p:spTree>
    <p:custDataLst>
      <p:tags r:id="rId1"/>
    </p:custDataLst>
    <p:extLst>
      <p:ext uri="{BB962C8B-B14F-4D97-AF65-F5344CB8AC3E}">
        <p14:creationId xmlns:p14="http://schemas.microsoft.com/office/powerpoint/2010/main" val="4182447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Header, Text, and Small Picture">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1D310634-6D6F-45BA-96BC-E6E4225BB2B6}"/>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3"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2712" y="301752"/>
            <a:ext cx="11466576" cy="731318"/>
          </a:xfrm>
        </p:spPr>
        <p:txBody>
          <a:bodyPr/>
          <a:lstStyle>
            <a:lvl1pPr>
              <a:defRPr>
                <a:solidFill>
                  <a:srgbClr val="232F3E"/>
                </a:solidFill>
                <a:latin typeface="Amazon Ember Display Heavy"/>
              </a:defRPr>
            </a:lvl1pPr>
          </a:lstStyle>
          <a:p>
            <a:r>
              <a:rPr lang="en-US"/>
              <a:t>Title, header, text, and picture</a:t>
            </a:r>
          </a:p>
        </p:txBody>
      </p:sp>
      <p:pic>
        <p:nvPicPr>
          <p:cNvPr id="99" name="Background">
            <a:extLst>
              <a:ext uri="{FF2B5EF4-FFF2-40B4-BE49-F238E27FC236}">
                <a16:creationId xmlns:a16="http://schemas.microsoft.com/office/drawing/2014/main" id="{FFFF9C37-F39B-42A9-BBBE-575861502579}"/>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5760" y="1053311"/>
            <a:ext cx="11460480" cy="440329"/>
          </a:xfrm>
          <a:prstGeom prst="rect">
            <a:avLst/>
          </a:prstGeom>
        </p:spPr>
      </p:pic>
      <p:sp>
        <p:nvSpPr>
          <p:cNvPr id="12" name="Content Header">
            <a:extLst>
              <a:ext uri="{FF2B5EF4-FFF2-40B4-BE49-F238E27FC236}">
                <a16:creationId xmlns:a16="http://schemas.microsoft.com/office/drawing/2014/main" id="{CEBB69C5-28A4-4F99-A9FE-572F9D53CF4E}"/>
              </a:ext>
            </a:extLst>
          </p:cNvPr>
          <p:cNvSpPr>
            <a:spLocks noGrp="1"/>
          </p:cNvSpPr>
          <p:nvPr>
            <p:ph type="body" idx="12" hasCustomPrompt="1"/>
          </p:nvPr>
        </p:nvSpPr>
        <p:spPr>
          <a:xfrm>
            <a:off x="365760" y="1053311"/>
            <a:ext cx="11460480" cy="440329"/>
          </a:xfrm>
          <a:noFill/>
          <a:ln>
            <a:noFill/>
          </a:ln>
        </p:spPr>
        <p:txBody>
          <a:bodyPr anchor="ctr">
            <a:noAutofit/>
          </a:bodyPr>
          <a:lstStyle>
            <a:lvl1pPr marL="0" indent="0">
              <a:lnSpc>
                <a:spcPct val="100000"/>
              </a:lnSpc>
              <a:spcBef>
                <a:spcPts val="0"/>
              </a:spcBef>
              <a:spcAft>
                <a:spcPts val="0"/>
              </a:spcAft>
              <a:buNone/>
              <a:defRPr sz="2400" b="0">
                <a:solidFill>
                  <a:schemeClr val="bg1"/>
                </a:solidFill>
                <a:latin typeface="Amazon Ember Display"/>
              </a:defRPr>
            </a:lvl1pPr>
          </a:lstStyle>
          <a:p>
            <a:pPr lvl="0"/>
            <a:r>
              <a:rPr lang="en-US"/>
              <a:t>Enter header text</a:t>
            </a:r>
          </a:p>
        </p:txBody>
      </p:sp>
      <p:sp>
        <p:nvSpPr>
          <p:cNvPr id="2" name="Content">
            <a:extLst>
              <a:ext uri="{FF2B5EF4-FFF2-40B4-BE49-F238E27FC236}">
                <a16:creationId xmlns:a16="http://schemas.microsoft.com/office/drawing/2014/main" id="{5ACBD598-6775-4223-B2AB-B169A112E3FF}"/>
              </a:ext>
            </a:extLst>
          </p:cNvPr>
          <p:cNvSpPr>
            <a:spLocks noGrp="1"/>
          </p:cNvSpPr>
          <p:nvPr>
            <p:ph idx="2" hasCustomPrompt="1"/>
          </p:nvPr>
        </p:nvSpPr>
        <p:spPr>
          <a:xfrm>
            <a:off x="365760" y="1563624"/>
            <a:ext cx="7644384" cy="4873752"/>
          </a:xfrm>
        </p:spPr>
        <p:txBody>
          <a:bodyPr>
            <a:normAutofit/>
          </a:bodyPr>
          <a:lstStyle>
            <a:lvl1pPr>
              <a:lnSpc>
                <a:spcPct val="100000"/>
              </a:lnSpc>
              <a:spcAft>
                <a:spcPts val="1200"/>
              </a:spcAft>
              <a:defRPr sz="2800">
                <a:solidFill>
                  <a:srgbClr val="232F3E"/>
                </a:solidFill>
              </a:defRPr>
            </a:lvl1pPr>
            <a:lvl2pPr marL="457200" indent="-228600">
              <a:lnSpc>
                <a:spcPct val="100000"/>
              </a:lnSpc>
              <a:spcAft>
                <a:spcPts val="1200"/>
              </a:spcAft>
              <a:defRPr sz="2400">
                <a:solidFill>
                  <a:srgbClr val="232F3E"/>
                </a:solidFill>
              </a:defRPr>
            </a:lvl2pPr>
            <a:lvl3pPr marL="684213" indent="-228600">
              <a:lnSpc>
                <a:spcPct val="100000"/>
              </a:lnSpc>
              <a:spcAft>
                <a:spcPts val="1200"/>
              </a:spcAft>
              <a:defRPr sz="2000">
                <a:solidFill>
                  <a:srgbClr val="232F3E"/>
                </a:solidFill>
              </a:defRPr>
            </a:lvl3pPr>
            <a:lvl4pPr marL="914400" indent="-228600">
              <a:lnSpc>
                <a:spcPct val="100000"/>
              </a:lnSpc>
              <a:spcAft>
                <a:spcPts val="1200"/>
              </a:spcAft>
              <a:defRPr sz="1800">
                <a:solidFill>
                  <a:srgbClr val="232F3E"/>
                </a:solidFill>
              </a:defRPr>
            </a:lvl4pPr>
            <a:lvl5pPr marL="1144588" indent="-228600">
              <a:lnSpc>
                <a:spcPct val="100000"/>
              </a:lnSpc>
              <a:spcAft>
                <a:spcPts val="1200"/>
              </a:spcAft>
              <a:defRPr sz="1800">
                <a:solidFill>
                  <a:srgbClr val="232F3E"/>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
        <p:nvSpPr>
          <p:cNvPr id="22" name="Picture">
            <a:extLst>
              <a:ext uri="{FF2B5EF4-FFF2-40B4-BE49-F238E27FC236}">
                <a16:creationId xmlns:a16="http://schemas.microsoft.com/office/drawing/2014/main" id="{A644AF2C-FFDC-4661-BF6B-D208E5E816FA}"/>
              </a:ext>
              <a:ext uri="{C183D7F6-B498-43B3-948B-1728B52AA6E4}">
                <adec:decorative xmlns:adec="http://schemas.microsoft.com/office/drawing/2017/decorative" val="1"/>
              </a:ext>
            </a:extLst>
          </p:cNvPr>
          <p:cNvSpPr>
            <a:spLocks noGrp="1"/>
          </p:cNvSpPr>
          <p:nvPr>
            <p:ph type="pic" idx="22" hasCustomPrompt="1"/>
          </p:nvPr>
        </p:nvSpPr>
        <p:spPr>
          <a:xfrm>
            <a:off x="8498586" y="2276856"/>
            <a:ext cx="2971800" cy="2971800"/>
          </a:xfrm>
        </p:spPr>
        <p:txBody>
          <a:bodyPr anchor="t">
            <a:noAutofit/>
          </a:bodyPr>
          <a:lstStyle>
            <a:lvl1pPr marL="0" indent="0" algn="ctr">
              <a:buNone/>
              <a:defRPr sz="2000">
                <a:solidFill>
                  <a:srgbClr val="232F3E"/>
                </a:solidFill>
              </a:defRPr>
            </a:lvl1pPr>
          </a:lstStyle>
          <a:p>
            <a:r>
              <a:rPr lang="en-US" dirty="0"/>
              <a:t>Click icon to add image</a:t>
            </a:r>
          </a:p>
        </p:txBody>
      </p:sp>
    </p:spTree>
    <p:custDataLst>
      <p:tags r:id="rId1"/>
    </p:custDataLst>
    <p:extLst>
      <p:ext uri="{BB962C8B-B14F-4D97-AF65-F5344CB8AC3E}">
        <p14:creationId xmlns:p14="http://schemas.microsoft.com/office/powerpoint/2010/main" val="107237882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picTx" preserve="1">
  <p:cSld name="Service Introduction Option 1">
    <p:bg>
      <p:bgPr>
        <a:solidFill>
          <a:schemeClr val="bg1"/>
        </a:solidFill>
        <a:effectLst/>
      </p:bgPr>
    </p:bg>
    <p:spTree>
      <p:nvGrpSpPr>
        <p:cNvPr id="1" name=""/>
        <p:cNvGrpSpPr/>
        <p:nvPr/>
      </p:nvGrpSpPr>
      <p:grpSpPr>
        <a:xfrm>
          <a:off x="0" y="0"/>
          <a:ext cx="0" cy="0"/>
          <a:chOff x="0" y="0"/>
          <a:chExt cx="0" cy="0"/>
        </a:xfrm>
      </p:grpSpPr>
      <p:grpSp>
        <p:nvGrpSpPr>
          <p:cNvPr id="99" name="Background">
            <a:extLst>
              <a:ext uri="{FF2B5EF4-FFF2-40B4-BE49-F238E27FC236}">
                <a16:creationId xmlns:a16="http://schemas.microsoft.com/office/drawing/2014/main" id="{76567437-E18D-4274-8EB3-54B9DE902BBD}"/>
              </a:ext>
              <a:ext uri="{C183D7F6-B498-43B3-948B-1728B52AA6E4}">
                <adec:decorative xmlns:adec="http://schemas.microsoft.com/office/drawing/2017/decorative" val="1"/>
              </a:ext>
            </a:extLst>
          </p:cNvPr>
          <p:cNvGrpSpPr/>
          <p:nvPr/>
        </p:nvGrpSpPr>
        <p:grpSpPr>
          <a:xfrm>
            <a:off x="365759" y="1028377"/>
            <a:ext cx="11484864" cy="5509260"/>
            <a:chOff x="365759" y="1028377"/>
            <a:chExt cx="11484864" cy="5509260"/>
          </a:xfrm>
        </p:grpSpPr>
        <p:pic>
          <p:nvPicPr>
            <p:cNvPr id="9" name="Divider H">
              <a:extLst>
                <a:ext uri="{FF2B5EF4-FFF2-40B4-BE49-F238E27FC236}">
                  <a16:creationId xmlns:a16="http://schemas.microsoft.com/office/drawing/2014/main" id="{50B9701F-77A8-41C6-92EB-864571F194D7}"/>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pic>
          <p:nvPicPr>
            <p:cNvPr id="11" name="Divider V">
              <a:extLst>
                <a:ext uri="{FF2B5EF4-FFF2-40B4-BE49-F238E27FC236}">
                  <a16:creationId xmlns:a16="http://schemas.microsoft.com/office/drawing/2014/main" id="{39B7DF57-C231-4CAA-9959-A12A3D224023}"/>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rot="5400000">
              <a:off x="224043" y="3771577"/>
              <a:ext cx="5486400" cy="45720"/>
            </a:xfrm>
            <a:prstGeom prst="rect">
              <a:avLst/>
            </a:prstGeom>
          </p:spPr>
        </p:pic>
      </p:grpSp>
      <p:sp>
        <p:nvSpPr>
          <p:cNvPr id="97" name="Slide Number">
            <a:extLst>
              <a:ext uri="{FF2B5EF4-FFF2-40B4-BE49-F238E27FC236}">
                <a16:creationId xmlns:a16="http://schemas.microsoft.com/office/drawing/2014/main" id="{845B9C66-42EC-414D-A8B0-97B2C6F57217}"/>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5" name="Title">
            <a:extLst>
              <a:ext uri="{FF2B5EF4-FFF2-40B4-BE49-F238E27FC236}">
                <a16:creationId xmlns:a16="http://schemas.microsoft.com/office/drawing/2014/main" id="{5F8A0ED5-8D88-437F-965F-590C0BD195F1}"/>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a:t>Service introduction slide – Option 1</a:t>
            </a:r>
          </a:p>
        </p:txBody>
      </p:sp>
      <p:sp>
        <p:nvSpPr>
          <p:cNvPr id="3" name="Service Image">
            <a:extLst>
              <a:ext uri="{FF2B5EF4-FFF2-40B4-BE49-F238E27FC236}">
                <a16:creationId xmlns:a16="http://schemas.microsoft.com/office/drawing/2014/main" id="{E25EBCDC-6C07-4B35-82D5-0AC6628754E6}"/>
              </a:ext>
              <a:ext uri="{C183D7F6-B498-43B3-948B-1728B52AA6E4}">
                <adec:decorative xmlns:adec="http://schemas.microsoft.com/office/drawing/2017/decorative" val="1"/>
              </a:ext>
            </a:extLst>
          </p:cNvPr>
          <p:cNvSpPr>
            <a:spLocks noGrp="1"/>
          </p:cNvSpPr>
          <p:nvPr>
            <p:ph type="pic" idx="3" hasCustomPrompt="1"/>
          </p:nvPr>
        </p:nvSpPr>
        <p:spPr>
          <a:xfrm>
            <a:off x="531884" y="2182807"/>
            <a:ext cx="2286000" cy="2286000"/>
          </a:xfrm>
        </p:spPr>
        <p:txBody>
          <a:bodyPr anchor="t">
            <a:noAutofit/>
          </a:bodyPr>
          <a:lstStyle>
            <a:lvl1pPr marL="0" indent="0" algn="ctr">
              <a:buNone/>
              <a:defRPr sz="2000">
                <a:solidFill>
                  <a:srgbClr val="232F3E"/>
                </a:solidFill>
              </a:defRPr>
            </a:lvl1pPr>
          </a:lstStyle>
          <a:p>
            <a:r>
              <a:rPr lang="en-US" dirty="0"/>
              <a:t>Click the icon to add a service icon</a:t>
            </a:r>
          </a:p>
        </p:txBody>
      </p:sp>
      <p:sp>
        <p:nvSpPr>
          <p:cNvPr id="4" name="Service name">
            <a:extLst>
              <a:ext uri="{FF2B5EF4-FFF2-40B4-BE49-F238E27FC236}">
                <a16:creationId xmlns:a16="http://schemas.microsoft.com/office/drawing/2014/main" id="{5EE453FC-29B3-4823-BA8D-E5D7343F2858}"/>
              </a:ext>
            </a:extLst>
          </p:cNvPr>
          <p:cNvSpPr>
            <a:spLocks noGrp="1"/>
          </p:cNvSpPr>
          <p:nvPr>
            <p:ph type="body" idx="4" hasCustomPrompt="1"/>
          </p:nvPr>
        </p:nvSpPr>
        <p:spPr>
          <a:xfrm>
            <a:off x="531884" y="4508261"/>
            <a:ext cx="2286001" cy="914400"/>
          </a:xfrm>
        </p:spPr>
        <p:txBody>
          <a:bodyPr>
            <a:noAutofit/>
          </a:bodyPr>
          <a:lstStyle>
            <a:lvl1pPr algn="ctr">
              <a:spcAft>
                <a:spcPts val="0"/>
              </a:spcAft>
              <a:buNone/>
              <a:defRPr sz="2000">
                <a:solidFill>
                  <a:srgbClr val="232F3E"/>
                </a:solidFill>
                <a:latin typeface="Amazon Ember Display"/>
              </a:defRPr>
            </a:lvl1pPr>
          </a:lstStyle>
          <a:p>
            <a:pPr lvl="0"/>
            <a:r>
              <a:rPr lang="en-US"/>
              <a:t>Enter service name</a:t>
            </a:r>
          </a:p>
        </p:txBody>
      </p:sp>
      <p:sp>
        <p:nvSpPr>
          <p:cNvPr id="2" name="Content">
            <a:extLst>
              <a:ext uri="{FF2B5EF4-FFF2-40B4-BE49-F238E27FC236}">
                <a16:creationId xmlns:a16="http://schemas.microsoft.com/office/drawing/2014/main" id="{951E617C-D9F7-4098-883E-6A048DBCF862}"/>
              </a:ext>
            </a:extLst>
          </p:cNvPr>
          <p:cNvSpPr>
            <a:spLocks noGrp="1"/>
          </p:cNvSpPr>
          <p:nvPr>
            <p:ph idx="2" hasCustomPrompt="1"/>
          </p:nvPr>
        </p:nvSpPr>
        <p:spPr>
          <a:xfrm>
            <a:off x="3118104" y="1097280"/>
            <a:ext cx="8714232" cy="5330952"/>
          </a:xfrm>
        </p:spPr>
        <p:txBody>
          <a:bodyPr anchor="ctr">
            <a:normAutofit/>
          </a:bodyPr>
          <a:lstStyle>
            <a:lvl1pPr>
              <a:lnSpc>
                <a:spcPct val="100000"/>
              </a:lnSpc>
              <a:spcAft>
                <a:spcPts val="1200"/>
              </a:spcAft>
              <a:defRPr sz="3200">
                <a:solidFill>
                  <a:srgbClr val="232F3E"/>
                </a:solidFill>
              </a:defRPr>
            </a:lvl1pPr>
            <a:lvl2pPr marL="457200" indent="-228600">
              <a:lnSpc>
                <a:spcPct val="100000"/>
              </a:lnSpc>
              <a:spcAft>
                <a:spcPts val="1200"/>
              </a:spcAft>
              <a:defRPr sz="2800">
                <a:solidFill>
                  <a:srgbClr val="232F3E"/>
                </a:solidFill>
              </a:defRPr>
            </a:lvl2pPr>
            <a:lvl3pPr marL="684213" indent="-228600">
              <a:lnSpc>
                <a:spcPct val="100000"/>
              </a:lnSpc>
              <a:spcAft>
                <a:spcPts val="1200"/>
              </a:spcAft>
              <a:defRPr sz="2400">
                <a:solidFill>
                  <a:srgbClr val="232F3E"/>
                </a:solidFill>
              </a:defRPr>
            </a:lvl3pPr>
            <a:lvl4pPr marL="914400" indent="-228600">
              <a:lnSpc>
                <a:spcPct val="100000"/>
              </a:lnSpc>
              <a:spcAft>
                <a:spcPts val="1200"/>
              </a:spcAft>
              <a:defRPr sz="2000">
                <a:solidFill>
                  <a:srgbClr val="232F3E"/>
                </a:solidFill>
              </a:defRPr>
            </a:lvl4pPr>
            <a:lvl5pPr marL="1144588" indent="-228600">
              <a:lnSpc>
                <a:spcPct val="100000"/>
              </a:lnSpc>
              <a:spcAft>
                <a:spcPts val="1200"/>
              </a:spcAft>
              <a:defRPr sz="2000">
                <a:solidFill>
                  <a:srgbClr val="232F3E"/>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Tree>
    <p:custDataLst>
      <p:tags r:id="rId1"/>
    </p:custDataLst>
    <p:extLst>
      <p:ext uri="{BB962C8B-B14F-4D97-AF65-F5344CB8AC3E}">
        <p14:creationId xmlns:p14="http://schemas.microsoft.com/office/powerpoint/2010/main" val="123227821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Service Introduction Option 2">
    <p:bg>
      <p:bgPr>
        <a:solidFill>
          <a:schemeClr val="bg1"/>
        </a:solidFill>
        <a:effectLst/>
      </p:bgPr>
    </p:bg>
    <p:spTree>
      <p:nvGrpSpPr>
        <p:cNvPr id="1" name=""/>
        <p:cNvGrpSpPr/>
        <p:nvPr/>
      </p:nvGrpSpPr>
      <p:grpSpPr>
        <a:xfrm>
          <a:off x="0" y="0"/>
          <a:ext cx="0" cy="0"/>
          <a:chOff x="0" y="0"/>
          <a:chExt cx="0" cy="0"/>
        </a:xfrm>
      </p:grpSpPr>
      <p:grpSp>
        <p:nvGrpSpPr>
          <p:cNvPr id="99" name="Background">
            <a:extLst>
              <a:ext uri="{FF2B5EF4-FFF2-40B4-BE49-F238E27FC236}">
                <a16:creationId xmlns:a16="http://schemas.microsoft.com/office/drawing/2014/main" id="{47407828-5EAD-4B51-9E63-A3BCA2C02C10}"/>
              </a:ext>
              <a:ext uri="{C183D7F6-B498-43B3-948B-1728B52AA6E4}">
                <adec:decorative xmlns:adec="http://schemas.microsoft.com/office/drawing/2017/decorative" val="1"/>
              </a:ext>
            </a:extLst>
          </p:cNvPr>
          <p:cNvGrpSpPr/>
          <p:nvPr/>
        </p:nvGrpSpPr>
        <p:grpSpPr>
          <a:xfrm>
            <a:off x="365759" y="1028377"/>
            <a:ext cx="11484864" cy="5509260"/>
            <a:chOff x="365759" y="1028377"/>
            <a:chExt cx="11484864" cy="5509260"/>
          </a:xfrm>
        </p:grpSpPr>
        <p:pic>
          <p:nvPicPr>
            <p:cNvPr id="96" name="Divider H">
              <a:extLst>
                <a:ext uri="{FF2B5EF4-FFF2-40B4-BE49-F238E27FC236}">
                  <a16:creationId xmlns:a16="http://schemas.microsoft.com/office/drawing/2014/main" id="{86EB8EF7-E12A-4724-8CD0-BCD419CC1D72}"/>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pic>
          <p:nvPicPr>
            <p:cNvPr id="95" name="Divider V">
              <a:extLst>
                <a:ext uri="{FF2B5EF4-FFF2-40B4-BE49-F238E27FC236}">
                  <a16:creationId xmlns:a16="http://schemas.microsoft.com/office/drawing/2014/main" id="{A98871DD-BA51-4D2E-B73C-B53E0040D847}"/>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rot="5400000">
              <a:off x="224043" y="3771577"/>
              <a:ext cx="5486400" cy="45720"/>
            </a:xfrm>
            <a:prstGeom prst="rect">
              <a:avLst/>
            </a:prstGeom>
          </p:spPr>
        </p:pic>
      </p:grpSp>
      <p:sp>
        <p:nvSpPr>
          <p:cNvPr id="97" name="Slide Number">
            <a:extLst>
              <a:ext uri="{FF2B5EF4-FFF2-40B4-BE49-F238E27FC236}">
                <a16:creationId xmlns:a16="http://schemas.microsoft.com/office/drawing/2014/main" id="{1C486246-EB4C-49BA-AED3-F7550CA0BAFE}"/>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930176A1-BCF0-4712-97A6-6B495F55390B}" type="slidenum">
              <a:rPr lang="en-US" smtClean="0"/>
              <a:pPr/>
              <a:t>‹#›</a:t>
            </a:fld>
            <a:endParaRPr lang="en-US" dirty="0"/>
          </a:p>
        </p:txBody>
      </p:sp>
      <p:sp>
        <p:nvSpPr>
          <p:cNvPr id="11"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a:latin typeface="Amazon Ember Display Heavy" panose="04020705040A02060702" pitchFamily="82" charset="0"/>
              </a:rPr>
              <a:t>Service introduction slide – Option 2</a:t>
            </a:r>
          </a:p>
        </p:txBody>
      </p:sp>
      <p:sp>
        <p:nvSpPr>
          <p:cNvPr id="3" name="Service image">
            <a:extLst>
              <a:ext uri="{FF2B5EF4-FFF2-40B4-BE49-F238E27FC236}">
                <a16:creationId xmlns:a16="http://schemas.microsoft.com/office/drawing/2014/main" id="{A8750EE2-55D6-4668-9C14-21FA8D6643EA}"/>
              </a:ext>
              <a:ext uri="{C183D7F6-B498-43B3-948B-1728B52AA6E4}">
                <adec:decorative xmlns:adec="http://schemas.microsoft.com/office/drawing/2017/decorative" val="1"/>
              </a:ext>
            </a:extLst>
          </p:cNvPr>
          <p:cNvSpPr>
            <a:spLocks noGrp="1"/>
          </p:cNvSpPr>
          <p:nvPr>
            <p:ph type="pic" idx="3" hasCustomPrompt="1"/>
          </p:nvPr>
        </p:nvSpPr>
        <p:spPr>
          <a:xfrm>
            <a:off x="531884" y="2182807"/>
            <a:ext cx="2286000" cy="2286000"/>
          </a:xfrm>
        </p:spPr>
        <p:txBody>
          <a:bodyPr anchor="t">
            <a:noAutofit/>
          </a:bodyPr>
          <a:lstStyle>
            <a:lvl1pPr marL="0" indent="0" algn="ctr">
              <a:buNone/>
              <a:defRPr sz="2000">
                <a:solidFill>
                  <a:srgbClr val="232F3E"/>
                </a:solidFill>
              </a:defRPr>
            </a:lvl1pPr>
          </a:lstStyle>
          <a:p>
            <a:r>
              <a:rPr lang="en-US" dirty="0"/>
              <a:t>Click the icon to add a service icon</a:t>
            </a:r>
          </a:p>
        </p:txBody>
      </p:sp>
      <p:sp>
        <p:nvSpPr>
          <p:cNvPr id="4" name="Service name">
            <a:extLst>
              <a:ext uri="{FF2B5EF4-FFF2-40B4-BE49-F238E27FC236}">
                <a16:creationId xmlns:a16="http://schemas.microsoft.com/office/drawing/2014/main" id="{ED5D782A-3E94-4C16-BD1E-13F939926C06}"/>
              </a:ext>
            </a:extLst>
          </p:cNvPr>
          <p:cNvSpPr>
            <a:spLocks noGrp="1"/>
          </p:cNvSpPr>
          <p:nvPr>
            <p:ph type="body" idx="4" hasCustomPrompt="1"/>
          </p:nvPr>
        </p:nvSpPr>
        <p:spPr>
          <a:xfrm>
            <a:off x="531884" y="4508261"/>
            <a:ext cx="2286001" cy="914400"/>
          </a:xfrm>
        </p:spPr>
        <p:txBody>
          <a:bodyPr>
            <a:noAutofit/>
          </a:bodyPr>
          <a:lstStyle>
            <a:lvl1pPr marL="0" indent="0" algn="ctr">
              <a:spcAft>
                <a:spcPts val="0"/>
              </a:spcAft>
              <a:buNone/>
              <a:defRPr sz="2000">
                <a:solidFill>
                  <a:srgbClr val="232F3E"/>
                </a:solidFill>
                <a:latin typeface="Amazon Ember Display"/>
              </a:defRPr>
            </a:lvl1pPr>
          </a:lstStyle>
          <a:p>
            <a:pPr lvl="0"/>
            <a:r>
              <a:rPr lang="en-US"/>
              <a:t>Enter service name</a:t>
            </a:r>
          </a:p>
        </p:txBody>
      </p:sp>
      <p:sp>
        <p:nvSpPr>
          <p:cNvPr id="2" name="Service description">
            <a:extLst>
              <a:ext uri="{FF2B5EF4-FFF2-40B4-BE49-F238E27FC236}">
                <a16:creationId xmlns:a16="http://schemas.microsoft.com/office/drawing/2014/main" id="{125C2183-0325-4A52-BF1F-38F8AAFA8B4A}"/>
              </a:ext>
            </a:extLst>
          </p:cNvPr>
          <p:cNvSpPr>
            <a:spLocks noGrp="1"/>
          </p:cNvSpPr>
          <p:nvPr>
            <p:ph type="body" idx="2" hasCustomPrompt="1"/>
          </p:nvPr>
        </p:nvSpPr>
        <p:spPr>
          <a:xfrm>
            <a:off x="3118104" y="1097280"/>
            <a:ext cx="8714232" cy="1655064"/>
          </a:xfrm>
        </p:spPr>
        <p:txBody>
          <a:bodyPr tIns="45720" bIns="45720">
            <a:normAutofit/>
          </a:bodyPr>
          <a:lstStyle>
            <a:lvl1pPr marL="0" indent="0">
              <a:lnSpc>
                <a:spcPct val="100000"/>
              </a:lnSpc>
              <a:spcBef>
                <a:spcPts val="0"/>
              </a:spcBef>
              <a:spcAft>
                <a:spcPts val="300"/>
              </a:spcAft>
              <a:buNone/>
              <a:defRPr sz="2400">
                <a:solidFill>
                  <a:srgbClr val="232F3E"/>
                </a:solidFill>
                <a:latin typeface="Amazon Ember Display"/>
              </a:defRPr>
            </a:lvl1pPr>
            <a:lvl2pPr marL="457200" indent="0">
              <a:buNone/>
              <a:defRPr/>
            </a:lvl2pPr>
          </a:lstStyle>
          <a:p>
            <a:pPr lvl="0"/>
            <a:r>
              <a:rPr lang="en-US"/>
              <a:t>Enter service description from our website.</a:t>
            </a:r>
          </a:p>
        </p:txBody>
      </p:sp>
      <p:sp>
        <p:nvSpPr>
          <p:cNvPr id="8" name="Service Benefit 1">
            <a:extLst>
              <a:ext uri="{FF2B5EF4-FFF2-40B4-BE49-F238E27FC236}">
                <a16:creationId xmlns:a16="http://schemas.microsoft.com/office/drawing/2014/main" id="{97C88FB1-7BD6-48D3-9B99-1098619F5246}"/>
              </a:ext>
              <a:ext uri="{C183D7F6-B498-43B3-948B-1728B52AA6E4}">
                <adec:decorative xmlns:adec="http://schemas.microsoft.com/office/drawing/2017/decorative" val="1"/>
              </a:ext>
            </a:extLst>
          </p:cNvPr>
          <p:cNvSpPr>
            <a:spLocks noGrp="1"/>
          </p:cNvSpPr>
          <p:nvPr>
            <p:ph type="pic" idx="8" hasCustomPrompt="1"/>
          </p:nvPr>
        </p:nvSpPr>
        <p:spPr>
          <a:xfrm>
            <a:off x="3483864" y="2798064"/>
            <a:ext cx="2011680" cy="2011680"/>
          </a:xfrm>
        </p:spPr>
        <p:txBody>
          <a:bodyPr anchor="t">
            <a:noAutofit/>
          </a:bodyPr>
          <a:lstStyle>
            <a:lvl1pPr marL="0" indent="0" algn="ctr">
              <a:buNone/>
              <a:defRPr sz="1800">
                <a:solidFill>
                  <a:srgbClr val="232F3E"/>
                </a:solidFill>
              </a:defRPr>
            </a:lvl1pPr>
          </a:lstStyle>
          <a:p>
            <a:r>
              <a:rPr lang="en-US" dirty="0"/>
              <a:t>Click icon to add a service benefit image</a:t>
            </a:r>
          </a:p>
        </p:txBody>
      </p:sp>
      <p:sp>
        <p:nvSpPr>
          <p:cNvPr id="5" name="Benefit 1 Description">
            <a:extLst>
              <a:ext uri="{FF2B5EF4-FFF2-40B4-BE49-F238E27FC236}">
                <a16:creationId xmlns:a16="http://schemas.microsoft.com/office/drawing/2014/main" id="{CEBB69C5-28A4-4F99-A9FE-572F9D53CF4E}"/>
              </a:ext>
            </a:extLst>
          </p:cNvPr>
          <p:cNvSpPr>
            <a:spLocks noGrp="1"/>
          </p:cNvSpPr>
          <p:nvPr>
            <p:ph type="body" idx="5" hasCustomPrompt="1"/>
          </p:nvPr>
        </p:nvSpPr>
        <p:spPr>
          <a:xfrm>
            <a:off x="3118104" y="4846320"/>
            <a:ext cx="2743200" cy="1600200"/>
          </a:xfrm>
          <a:noFill/>
          <a:ln>
            <a:noFill/>
          </a:ln>
        </p:spPr>
        <p:txBody>
          <a:bodyPr lIns="91440" anchor="t">
            <a:noAutofit/>
          </a:bodyPr>
          <a:lstStyle>
            <a:lvl1pPr marL="60325" indent="0" algn="ctr">
              <a:spcBef>
                <a:spcPts val="0"/>
              </a:spcBef>
              <a:spcAft>
                <a:spcPts val="0"/>
              </a:spcAft>
              <a:buNone/>
              <a:defRPr sz="2000" b="0">
                <a:solidFill>
                  <a:srgbClr val="232F3E"/>
                </a:solidFill>
                <a:latin typeface="Amazon Ember Display"/>
              </a:defRPr>
            </a:lvl1pPr>
          </a:lstStyle>
          <a:p>
            <a:pPr lvl="0"/>
            <a:r>
              <a:rPr lang="en-US"/>
              <a:t>Enter benefit description</a:t>
            </a:r>
          </a:p>
        </p:txBody>
      </p:sp>
      <p:sp>
        <p:nvSpPr>
          <p:cNvPr id="9" name="Service Benefit 2">
            <a:extLst>
              <a:ext uri="{FF2B5EF4-FFF2-40B4-BE49-F238E27FC236}">
                <a16:creationId xmlns:a16="http://schemas.microsoft.com/office/drawing/2014/main" id="{536ADC96-59CC-4670-BA80-757A11151BF9}"/>
              </a:ext>
              <a:ext uri="{C183D7F6-B498-43B3-948B-1728B52AA6E4}">
                <adec:decorative xmlns:adec="http://schemas.microsoft.com/office/drawing/2017/decorative" val="1"/>
              </a:ext>
            </a:extLst>
          </p:cNvPr>
          <p:cNvSpPr>
            <a:spLocks noGrp="1"/>
          </p:cNvSpPr>
          <p:nvPr>
            <p:ph type="pic" idx="9" hasCustomPrompt="1"/>
          </p:nvPr>
        </p:nvSpPr>
        <p:spPr>
          <a:xfrm>
            <a:off x="6473952" y="2798064"/>
            <a:ext cx="2011680" cy="2011680"/>
          </a:xfrm>
        </p:spPr>
        <p:txBody>
          <a:bodyPr anchor="t">
            <a:noAutofit/>
          </a:bodyPr>
          <a:lstStyle>
            <a:lvl1pPr marL="0" indent="0" algn="ctr">
              <a:buNone/>
              <a:defRPr sz="1800">
                <a:solidFill>
                  <a:srgbClr val="232F3E"/>
                </a:solidFill>
              </a:defRPr>
            </a:lvl1pPr>
          </a:lstStyle>
          <a:p>
            <a:r>
              <a:rPr lang="en-US" dirty="0"/>
              <a:t>Click icon to add a service benefit image</a:t>
            </a:r>
          </a:p>
        </p:txBody>
      </p:sp>
      <p:sp>
        <p:nvSpPr>
          <p:cNvPr id="6" name="Benefit 2 Description">
            <a:extLst>
              <a:ext uri="{FF2B5EF4-FFF2-40B4-BE49-F238E27FC236}">
                <a16:creationId xmlns:a16="http://schemas.microsoft.com/office/drawing/2014/main" id="{04C41CFA-9BF9-474A-89A9-E22790A538E2}"/>
              </a:ext>
            </a:extLst>
          </p:cNvPr>
          <p:cNvSpPr>
            <a:spLocks noGrp="1"/>
          </p:cNvSpPr>
          <p:nvPr>
            <p:ph type="body" idx="6" hasCustomPrompt="1"/>
          </p:nvPr>
        </p:nvSpPr>
        <p:spPr>
          <a:xfrm>
            <a:off x="6108192" y="4846320"/>
            <a:ext cx="2743200" cy="1600200"/>
          </a:xfrm>
          <a:noFill/>
          <a:ln>
            <a:noFill/>
          </a:ln>
        </p:spPr>
        <p:txBody>
          <a:bodyPr lIns="91440" anchor="t">
            <a:noAutofit/>
          </a:bodyPr>
          <a:lstStyle>
            <a:lvl1pPr marL="60325" indent="0" algn="ctr">
              <a:spcBef>
                <a:spcPts val="0"/>
              </a:spcBef>
              <a:spcAft>
                <a:spcPts val="0"/>
              </a:spcAft>
              <a:buNone/>
              <a:defRPr sz="2000" b="0">
                <a:solidFill>
                  <a:srgbClr val="232F3E"/>
                </a:solidFill>
                <a:latin typeface="Amazon Ember Display"/>
              </a:defRPr>
            </a:lvl1pPr>
          </a:lstStyle>
          <a:p>
            <a:pPr lvl="0"/>
            <a:r>
              <a:rPr lang="en-US"/>
              <a:t>Enter benefit description</a:t>
            </a:r>
          </a:p>
        </p:txBody>
      </p:sp>
      <p:sp>
        <p:nvSpPr>
          <p:cNvPr id="10" name="Service Benefit 3">
            <a:extLst>
              <a:ext uri="{FF2B5EF4-FFF2-40B4-BE49-F238E27FC236}">
                <a16:creationId xmlns:a16="http://schemas.microsoft.com/office/drawing/2014/main" id="{DEC705E3-5BBB-4173-AAF5-E12991B7D59F}"/>
              </a:ext>
              <a:ext uri="{C183D7F6-B498-43B3-948B-1728B52AA6E4}">
                <adec:decorative xmlns:adec="http://schemas.microsoft.com/office/drawing/2017/decorative" val="1"/>
              </a:ext>
            </a:extLst>
          </p:cNvPr>
          <p:cNvSpPr>
            <a:spLocks noGrp="1"/>
          </p:cNvSpPr>
          <p:nvPr>
            <p:ph type="pic" idx="10" hasCustomPrompt="1"/>
          </p:nvPr>
        </p:nvSpPr>
        <p:spPr>
          <a:xfrm>
            <a:off x="9454896" y="2798064"/>
            <a:ext cx="2011680" cy="2011680"/>
          </a:xfrm>
        </p:spPr>
        <p:txBody>
          <a:bodyPr anchor="t">
            <a:noAutofit/>
          </a:bodyPr>
          <a:lstStyle>
            <a:lvl1pPr marL="0" indent="0" algn="ctr">
              <a:buNone/>
              <a:defRPr sz="1800">
                <a:solidFill>
                  <a:srgbClr val="232F3E"/>
                </a:solidFill>
              </a:defRPr>
            </a:lvl1pPr>
          </a:lstStyle>
          <a:p>
            <a:r>
              <a:rPr lang="en-US" dirty="0"/>
              <a:t>Click icon to add a service benefit image</a:t>
            </a:r>
          </a:p>
        </p:txBody>
      </p:sp>
      <p:sp>
        <p:nvSpPr>
          <p:cNvPr id="7" name="Benefit 3 Description">
            <a:extLst>
              <a:ext uri="{FF2B5EF4-FFF2-40B4-BE49-F238E27FC236}">
                <a16:creationId xmlns:a16="http://schemas.microsoft.com/office/drawing/2014/main" id="{CF01F87A-DBEF-4657-8500-6A751FF3BC24}"/>
              </a:ext>
            </a:extLst>
          </p:cNvPr>
          <p:cNvSpPr>
            <a:spLocks noGrp="1"/>
          </p:cNvSpPr>
          <p:nvPr>
            <p:ph type="body" idx="7" hasCustomPrompt="1"/>
          </p:nvPr>
        </p:nvSpPr>
        <p:spPr>
          <a:xfrm>
            <a:off x="9089136" y="4846320"/>
            <a:ext cx="2743200" cy="1600200"/>
          </a:xfrm>
          <a:noFill/>
          <a:ln>
            <a:noFill/>
          </a:ln>
        </p:spPr>
        <p:txBody>
          <a:bodyPr lIns="91440" anchor="t">
            <a:noAutofit/>
          </a:bodyPr>
          <a:lstStyle>
            <a:lvl1pPr marL="60325" indent="0" algn="ctr">
              <a:spcBef>
                <a:spcPts val="0"/>
              </a:spcBef>
              <a:spcAft>
                <a:spcPts val="0"/>
              </a:spcAft>
              <a:buNone/>
              <a:defRPr sz="2000" b="0">
                <a:solidFill>
                  <a:srgbClr val="232F3E"/>
                </a:solidFill>
                <a:latin typeface="Amazon Ember Display"/>
              </a:defRPr>
            </a:lvl1pPr>
          </a:lstStyle>
          <a:p>
            <a:pPr lvl="0"/>
            <a:r>
              <a:rPr lang="en-US"/>
              <a:t>Enter benefit description</a:t>
            </a:r>
          </a:p>
        </p:txBody>
      </p:sp>
    </p:spTree>
    <p:custDataLst>
      <p:tags r:id="rId1"/>
    </p:custDataLst>
    <p:extLst>
      <p:ext uri="{BB962C8B-B14F-4D97-AF65-F5344CB8AC3E}">
        <p14:creationId xmlns:p14="http://schemas.microsoft.com/office/powerpoint/2010/main" val="354811422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x" preserve="1">
  <p:cSld name="Title and 2 Content Columns">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79271B92-68F7-439C-8199-7E16014A6742}"/>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4" name="Title">
            <a:extLst>
              <a:ext uri="{FF2B5EF4-FFF2-40B4-BE49-F238E27FC236}">
                <a16:creationId xmlns:a16="http://schemas.microsoft.com/office/drawing/2014/main" id="{5F8A0ED5-8D88-437F-965F-590C0BD195F1}"/>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a:t>Title and 2 content columns</a:t>
            </a:r>
          </a:p>
        </p:txBody>
      </p:sp>
      <p:pic>
        <p:nvPicPr>
          <p:cNvPr id="99" name="Divider">
            <a:extLst>
              <a:ext uri="{FF2B5EF4-FFF2-40B4-BE49-F238E27FC236}">
                <a16:creationId xmlns:a16="http://schemas.microsoft.com/office/drawing/2014/main" id="{DDE84D45-638C-4BCD-B539-05F38F37CF3D}"/>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2" name="Content Left">
            <a:extLst>
              <a:ext uri="{FF2B5EF4-FFF2-40B4-BE49-F238E27FC236}">
                <a16:creationId xmlns:a16="http://schemas.microsoft.com/office/drawing/2014/main" id="{8A73B5A2-5001-4FA4-B113-0F6124F1F6A0}"/>
              </a:ext>
            </a:extLst>
          </p:cNvPr>
          <p:cNvSpPr>
            <a:spLocks noGrp="1"/>
          </p:cNvSpPr>
          <p:nvPr>
            <p:ph idx="2" hasCustomPrompt="1"/>
          </p:nvPr>
        </p:nvSpPr>
        <p:spPr>
          <a:xfrm>
            <a:off x="365760" y="1097280"/>
            <a:ext cx="5669280" cy="5330952"/>
          </a:xfrm>
        </p:spPr>
        <p:txBody>
          <a:bodyPr>
            <a:noAutofit/>
          </a:bodyPr>
          <a:lstStyle>
            <a:lvl1pPr>
              <a:lnSpc>
                <a:spcPct val="100000"/>
              </a:lnSpc>
              <a:spcAft>
                <a:spcPts val="1200"/>
              </a:spcAft>
              <a:defRPr sz="2800">
                <a:solidFill>
                  <a:srgbClr val="232F3E"/>
                </a:solidFill>
              </a:defRPr>
            </a:lvl1pPr>
            <a:lvl2pPr marL="457200" indent="-228600">
              <a:lnSpc>
                <a:spcPct val="100000"/>
              </a:lnSpc>
              <a:spcAft>
                <a:spcPts val="1200"/>
              </a:spcAft>
              <a:defRPr sz="2400">
                <a:solidFill>
                  <a:srgbClr val="232F3E"/>
                </a:solidFill>
              </a:defRPr>
            </a:lvl2pPr>
            <a:lvl3pPr marL="684213" indent="-228600">
              <a:lnSpc>
                <a:spcPct val="100000"/>
              </a:lnSpc>
              <a:spcAft>
                <a:spcPts val="1200"/>
              </a:spcAft>
              <a:defRPr sz="2000">
                <a:solidFill>
                  <a:srgbClr val="232F3E"/>
                </a:solidFill>
              </a:defRPr>
            </a:lvl3pPr>
            <a:lvl4pPr marL="914400" indent="-228600">
              <a:lnSpc>
                <a:spcPct val="100000"/>
              </a:lnSpc>
              <a:spcAft>
                <a:spcPts val="1200"/>
              </a:spcAft>
              <a:defRPr sz="1800">
                <a:solidFill>
                  <a:srgbClr val="232F3E"/>
                </a:solidFill>
              </a:defRPr>
            </a:lvl4pPr>
            <a:lvl5pPr marL="1144588" indent="-228600">
              <a:lnSpc>
                <a:spcPct val="100000"/>
              </a:lnSpc>
              <a:spcAft>
                <a:spcPts val="1200"/>
              </a:spcAft>
              <a:defRPr sz="1800">
                <a:solidFill>
                  <a:srgbClr val="232F3E"/>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
        <p:nvSpPr>
          <p:cNvPr id="3" name="Content Right">
            <a:extLst>
              <a:ext uri="{FF2B5EF4-FFF2-40B4-BE49-F238E27FC236}">
                <a16:creationId xmlns:a16="http://schemas.microsoft.com/office/drawing/2014/main" id="{951E617C-D9F7-4098-883E-6A048DBCF862}"/>
              </a:ext>
            </a:extLst>
          </p:cNvPr>
          <p:cNvSpPr>
            <a:spLocks noGrp="1"/>
          </p:cNvSpPr>
          <p:nvPr>
            <p:ph idx="3" hasCustomPrompt="1"/>
          </p:nvPr>
        </p:nvSpPr>
        <p:spPr>
          <a:xfrm>
            <a:off x="6163056" y="1097280"/>
            <a:ext cx="5669280" cy="5330952"/>
          </a:xfrm>
        </p:spPr>
        <p:txBody>
          <a:bodyPr>
            <a:noAutofit/>
          </a:bodyPr>
          <a:lstStyle>
            <a:lvl1pPr>
              <a:lnSpc>
                <a:spcPct val="100000"/>
              </a:lnSpc>
              <a:spcAft>
                <a:spcPts val="1200"/>
              </a:spcAft>
              <a:defRPr sz="2800">
                <a:solidFill>
                  <a:srgbClr val="232F3E"/>
                </a:solidFill>
              </a:defRPr>
            </a:lvl1pPr>
            <a:lvl2pPr marL="457200" indent="-228600">
              <a:lnSpc>
                <a:spcPct val="100000"/>
              </a:lnSpc>
              <a:spcAft>
                <a:spcPts val="1200"/>
              </a:spcAft>
              <a:defRPr sz="2400">
                <a:solidFill>
                  <a:srgbClr val="232F3E"/>
                </a:solidFill>
              </a:defRPr>
            </a:lvl2pPr>
            <a:lvl3pPr marL="684213" indent="-228600">
              <a:lnSpc>
                <a:spcPct val="100000"/>
              </a:lnSpc>
              <a:spcAft>
                <a:spcPts val="1200"/>
              </a:spcAft>
              <a:defRPr sz="2000">
                <a:solidFill>
                  <a:srgbClr val="232F3E"/>
                </a:solidFill>
              </a:defRPr>
            </a:lvl3pPr>
            <a:lvl4pPr marL="914400" indent="-228600">
              <a:lnSpc>
                <a:spcPct val="100000"/>
              </a:lnSpc>
              <a:spcAft>
                <a:spcPts val="1200"/>
              </a:spcAft>
              <a:defRPr sz="1800">
                <a:solidFill>
                  <a:srgbClr val="232F3E"/>
                </a:solidFill>
              </a:defRPr>
            </a:lvl4pPr>
            <a:lvl5pPr marL="1144588" indent="-228600">
              <a:lnSpc>
                <a:spcPct val="100000"/>
              </a:lnSpc>
              <a:spcAft>
                <a:spcPts val="1200"/>
              </a:spcAft>
              <a:defRPr sz="1800">
                <a:solidFill>
                  <a:srgbClr val="232F3E"/>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Tree>
    <p:custDataLst>
      <p:tags r:id="rId1"/>
    </p:custDataLst>
    <p:extLst>
      <p:ext uri="{BB962C8B-B14F-4D97-AF65-F5344CB8AC3E}">
        <p14:creationId xmlns:p14="http://schemas.microsoft.com/office/powerpoint/2010/main" val="24520538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x" preserve="1">
  <p:cSld name="Title, Narrow, and Wide Columns">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79271B92-68F7-439C-8199-7E16014A6742}"/>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4" name="Title">
            <a:extLst>
              <a:ext uri="{FF2B5EF4-FFF2-40B4-BE49-F238E27FC236}">
                <a16:creationId xmlns:a16="http://schemas.microsoft.com/office/drawing/2014/main" id="{5F8A0ED5-8D88-437F-965F-590C0BD195F1}"/>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a:t>Title, narrow left, and wide right columns</a:t>
            </a:r>
          </a:p>
        </p:txBody>
      </p:sp>
      <p:pic>
        <p:nvPicPr>
          <p:cNvPr id="99" name="Divider">
            <a:extLst>
              <a:ext uri="{FF2B5EF4-FFF2-40B4-BE49-F238E27FC236}">
                <a16:creationId xmlns:a16="http://schemas.microsoft.com/office/drawing/2014/main" id="{436CF646-2D71-47F1-8550-51446EDEB819}"/>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2" name="Content Left">
            <a:extLst>
              <a:ext uri="{FF2B5EF4-FFF2-40B4-BE49-F238E27FC236}">
                <a16:creationId xmlns:a16="http://schemas.microsoft.com/office/drawing/2014/main" id="{8A73B5A2-5001-4FA4-B113-0F6124F1F6A0}"/>
              </a:ext>
            </a:extLst>
          </p:cNvPr>
          <p:cNvSpPr>
            <a:spLocks noGrp="1"/>
          </p:cNvSpPr>
          <p:nvPr>
            <p:ph idx="2" hasCustomPrompt="1"/>
          </p:nvPr>
        </p:nvSpPr>
        <p:spPr>
          <a:xfrm>
            <a:off x="365760" y="1097280"/>
            <a:ext cx="3657600" cy="5330952"/>
          </a:xfrm>
        </p:spPr>
        <p:txBody>
          <a:bodyPr>
            <a:noAutofit/>
          </a:bodyPr>
          <a:lstStyle>
            <a:lvl1pPr>
              <a:lnSpc>
                <a:spcPct val="100000"/>
              </a:lnSpc>
              <a:spcAft>
                <a:spcPts val="1200"/>
              </a:spcAft>
              <a:defRPr sz="2400">
                <a:solidFill>
                  <a:srgbClr val="232F3E"/>
                </a:solidFill>
              </a:defRPr>
            </a:lvl1pPr>
            <a:lvl2pPr marL="457200" indent="-228600">
              <a:lnSpc>
                <a:spcPct val="100000"/>
              </a:lnSpc>
              <a:spcAft>
                <a:spcPts val="1200"/>
              </a:spcAft>
              <a:defRPr sz="2000">
                <a:solidFill>
                  <a:srgbClr val="232F3E"/>
                </a:solidFill>
              </a:defRPr>
            </a:lvl2pPr>
            <a:lvl3pPr marL="684213" indent="-228600">
              <a:lnSpc>
                <a:spcPct val="100000"/>
              </a:lnSpc>
              <a:spcAft>
                <a:spcPts val="1200"/>
              </a:spcAft>
              <a:defRPr sz="1800">
                <a:solidFill>
                  <a:srgbClr val="232F3E"/>
                </a:solidFill>
              </a:defRPr>
            </a:lvl3pPr>
            <a:lvl4pPr marL="914400" indent="-228600">
              <a:lnSpc>
                <a:spcPct val="100000"/>
              </a:lnSpc>
              <a:spcAft>
                <a:spcPts val="1200"/>
              </a:spcAft>
              <a:defRPr sz="1600">
                <a:solidFill>
                  <a:srgbClr val="232F3E"/>
                </a:solidFill>
              </a:defRPr>
            </a:lvl4pPr>
            <a:lvl5pPr marL="1144588" indent="-228600">
              <a:lnSpc>
                <a:spcPct val="100000"/>
              </a:lnSpc>
              <a:spcAft>
                <a:spcPts val="1200"/>
              </a:spcAft>
              <a:defRPr sz="1600">
                <a:solidFill>
                  <a:srgbClr val="232F3E"/>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
        <p:nvSpPr>
          <p:cNvPr id="3" name="Content Right">
            <a:extLst>
              <a:ext uri="{FF2B5EF4-FFF2-40B4-BE49-F238E27FC236}">
                <a16:creationId xmlns:a16="http://schemas.microsoft.com/office/drawing/2014/main" id="{951E617C-D9F7-4098-883E-6A048DBCF862}"/>
              </a:ext>
            </a:extLst>
          </p:cNvPr>
          <p:cNvSpPr>
            <a:spLocks noGrp="1"/>
          </p:cNvSpPr>
          <p:nvPr>
            <p:ph idx="3" hasCustomPrompt="1"/>
          </p:nvPr>
        </p:nvSpPr>
        <p:spPr>
          <a:xfrm>
            <a:off x="4187952" y="1097280"/>
            <a:ext cx="7644384" cy="5330952"/>
          </a:xfrm>
        </p:spPr>
        <p:txBody>
          <a:bodyPr>
            <a:noAutofit/>
          </a:bodyPr>
          <a:lstStyle>
            <a:lvl1pPr>
              <a:lnSpc>
                <a:spcPct val="100000"/>
              </a:lnSpc>
              <a:spcAft>
                <a:spcPts val="1200"/>
              </a:spcAft>
              <a:defRPr sz="2400">
                <a:solidFill>
                  <a:srgbClr val="232F3E"/>
                </a:solidFill>
              </a:defRPr>
            </a:lvl1pPr>
            <a:lvl2pPr marL="457200" indent="-228600">
              <a:lnSpc>
                <a:spcPct val="100000"/>
              </a:lnSpc>
              <a:spcAft>
                <a:spcPts val="1200"/>
              </a:spcAft>
              <a:defRPr sz="2000">
                <a:solidFill>
                  <a:srgbClr val="232F3E"/>
                </a:solidFill>
              </a:defRPr>
            </a:lvl2pPr>
            <a:lvl3pPr marL="684213" indent="-228600">
              <a:lnSpc>
                <a:spcPct val="100000"/>
              </a:lnSpc>
              <a:spcAft>
                <a:spcPts val="1200"/>
              </a:spcAft>
              <a:defRPr sz="1800">
                <a:solidFill>
                  <a:srgbClr val="232F3E"/>
                </a:solidFill>
              </a:defRPr>
            </a:lvl3pPr>
            <a:lvl4pPr marL="914400" indent="-228600">
              <a:lnSpc>
                <a:spcPct val="100000"/>
              </a:lnSpc>
              <a:spcAft>
                <a:spcPts val="1200"/>
              </a:spcAft>
              <a:defRPr sz="1600">
                <a:solidFill>
                  <a:srgbClr val="232F3E"/>
                </a:solidFill>
              </a:defRPr>
            </a:lvl4pPr>
            <a:lvl5pPr marL="1144588" indent="-228600">
              <a:lnSpc>
                <a:spcPct val="100000"/>
              </a:lnSpc>
              <a:spcAft>
                <a:spcPts val="1200"/>
              </a:spcAft>
              <a:defRPr sz="1600">
                <a:solidFill>
                  <a:srgbClr val="232F3E"/>
                </a:solidFill>
              </a:defRPr>
            </a:lvl5pPr>
          </a:lstStyle>
          <a:p>
            <a:pPr lvl="0"/>
            <a:r>
              <a:rPr lang="en-US"/>
              <a:t>Add content text or Click to add image</a:t>
            </a:r>
          </a:p>
          <a:p>
            <a:pPr lvl="1"/>
            <a:r>
              <a:rPr lang="en-US"/>
              <a:t>Second level</a:t>
            </a:r>
          </a:p>
          <a:p>
            <a:pPr lvl="2"/>
            <a:r>
              <a:rPr lang="en-US"/>
              <a:t>Third level</a:t>
            </a:r>
          </a:p>
          <a:p>
            <a:pPr lvl="3"/>
            <a:r>
              <a:rPr lang="en-US"/>
              <a:t>Avoid using fourth  level</a:t>
            </a:r>
          </a:p>
          <a:p>
            <a:pPr lvl="4"/>
            <a:r>
              <a:rPr lang="en-US"/>
              <a:t>Avoid using fifth level</a:t>
            </a:r>
          </a:p>
        </p:txBody>
      </p:sp>
    </p:spTree>
    <p:custDataLst>
      <p:tags r:id="rId1"/>
    </p:custDataLst>
    <p:extLst>
      <p:ext uri="{BB962C8B-B14F-4D97-AF65-F5344CB8AC3E}">
        <p14:creationId xmlns:p14="http://schemas.microsoft.com/office/powerpoint/2010/main" val="249719115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x" preserve="1">
  <p:cSld name="Title and 2 Code Columns">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D1314593-B97F-4159-BF1C-7D08727B7989}"/>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4" name="Title">
            <a:extLst>
              <a:ext uri="{FF2B5EF4-FFF2-40B4-BE49-F238E27FC236}">
                <a16:creationId xmlns:a16="http://schemas.microsoft.com/office/drawing/2014/main" id="{5F8A0ED5-8D88-437F-965F-590C0BD195F1}"/>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a:t>Title and 2 code columns</a:t>
            </a:r>
          </a:p>
        </p:txBody>
      </p:sp>
      <p:pic>
        <p:nvPicPr>
          <p:cNvPr id="99" name="Divider">
            <a:extLst>
              <a:ext uri="{FF2B5EF4-FFF2-40B4-BE49-F238E27FC236}">
                <a16:creationId xmlns:a16="http://schemas.microsoft.com/office/drawing/2014/main" id="{25E540B6-8F1E-4977-BD60-59FB7D23F464}"/>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2" name="Code Left">
            <a:extLst>
              <a:ext uri="{FF2B5EF4-FFF2-40B4-BE49-F238E27FC236}">
                <a16:creationId xmlns:a16="http://schemas.microsoft.com/office/drawing/2014/main" id="{D77EFECE-400E-4BAA-A766-7DD8A1117BBC}"/>
              </a:ext>
            </a:extLst>
          </p:cNvPr>
          <p:cNvSpPr>
            <a:spLocks noGrp="1"/>
          </p:cNvSpPr>
          <p:nvPr>
            <p:ph type="body" idx="2" hasCustomPrompt="1"/>
          </p:nvPr>
        </p:nvSpPr>
        <p:spPr>
          <a:xfrm>
            <a:off x="365760" y="1097280"/>
            <a:ext cx="5669280" cy="5330952"/>
          </a:xfrm>
        </p:spPr>
        <p:txBody>
          <a:bodyPr>
            <a:noAutofit/>
          </a:bodyPr>
          <a:lstStyle>
            <a:lvl1pPr marL="0" indent="0">
              <a:spcBef>
                <a:spcPts val="0"/>
              </a:spcBef>
              <a:buNone/>
              <a:defRPr sz="1600">
                <a:solidFill>
                  <a:srgbClr val="232F3E"/>
                </a:solidFill>
                <a:latin typeface="Lucida Console" panose="020B0609040504020204" pitchFamily="49" charset="0"/>
              </a:defRPr>
            </a:lvl1pPr>
          </a:lstStyle>
          <a:p>
            <a:pPr lvl="0"/>
            <a:r>
              <a:rPr lang="en-US"/>
              <a:t>; Syntax Test file for 68k Assembly code</a:t>
            </a:r>
          </a:p>
          <a:p>
            <a:pPr lvl="0"/>
            <a:r>
              <a:rPr lang="en-US"/>
              <a:t>; Some comments about this file</a:t>
            </a:r>
          </a:p>
          <a:p>
            <a:pPr lvl="0"/>
            <a:r>
              <a:rPr lang="en-US"/>
              <a:t>.D0 00000000</a:t>
            </a:r>
          </a:p>
          <a:p>
            <a:pPr lvl="0"/>
            <a:r>
              <a:rPr lang="en-US"/>
              <a:t>MS 2100 00000002</a:t>
            </a:r>
          </a:p>
          <a:p>
            <a:pPr lvl="0"/>
            <a:r>
              <a:rPr lang="en-US"/>
              <a:t>MM 2000;DI</a:t>
            </a:r>
          </a:p>
          <a:p>
            <a:pPr lvl="0"/>
            <a:r>
              <a:rPr lang="en-US"/>
              <a:t>LEA.L $002100,A1</a:t>
            </a:r>
          </a:p>
          <a:p>
            <a:pPr lvl="0"/>
            <a:r>
              <a:rPr lang="en-US"/>
              <a:t>MOVE.L #2,-(A1)</a:t>
            </a:r>
          </a:p>
          <a:p>
            <a:pPr lvl="0"/>
            <a:r>
              <a:rPr lang="en-US"/>
              <a:t>BSR $00002050</a:t>
            </a:r>
          </a:p>
          <a:p>
            <a:pPr lvl="0"/>
            <a:r>
              <a:rPr lang="en-US"/>
              <a:t>MM 2050;DI</a:t>
            </a:r>
          </a:p>
          <a:p>
            <a:pPr lvl="0"/>
            <a:r>
              <a:rPr lang="en-US"/>
              <a:t>MOVE.L (A1)+,D1</a:t>
            </a:r>
          </a:p>
          <a:p>
            <a:pPr lvl="0"/>
            <a:r>
              <a:rPr lang="en-US"/>
              <a:t>MOVE.L (A1),D2</a:t>
            </a:r>
          </a:p>
          <a:p>
            <a:pPr lvl="0"/>
            <a:r>
              <a:rPr lang="en-US"/>
              <a:t>ADD.L D1,D2</a:t>
            </a:r>
          </a:p>
          <a:p>
            <a:pPr lvl="0"/>
            <a:r>
              <a:rPr lang="en-US"/>
              <a:t>MOVE.L D2,D0</a:t>
            </a:r>
          </a:p>
          <a:p>
            <a:pPr lvl="0"/>
            <a:r>
              <a:rPr lang="en-US"/>
              <a:t>RTS</a:t>
            </a:r>
          </a:p>
        </p:txBody>
      </p:sp>
      <p:sp>
        <p:nvSpPr>
          <p:cNvPr id="3" name="Code Right">
            <a:extLst>
              <a:ext uri="{FF2B5EF4-FFF2-40B4-BE49-F238E27FC236}">
                <a16:creationId xmlns:a16="http://schemas.microsoft.com/office/drawing/2014/main" id="{E8572E41-DF36-40C1-9453-10D94D9775B7}"/>
              </a:ext>
            </a:extLst>
          </p:cNvPr>
          <p:cNvSpPr>
            <a:spLocks noGrp="1"/>
          </p:cNvSpPr>
          <p:nvPr>
            <p:ph type="body" idx="3" hasCustomPrompt="1"/>
          </p:nvPr>
        </p:nvSpPr>
        <p:spPr>
          <a:xfrm>
            <a:off x="6163056" y="1097280"/>
            <a:ext cx="5669280" cy="5330952"/>
          </a:xfrm>
        </p:spPr>
        <p:txBody>
          <a:bodyPr>
            <a:noAutofit/>
          </a:bodyPr>
          <a:lstStyle>
            <a:lvl1pPr marL="0" indent="0">
              <a:spcBef>
                <a:spcPts val="0"/>
              </a:spcBef>
              <a:buNone/>
              <a:defRPr sz="1600">
                <a:solidFill>
                  <a:srgbClr val="232F3E"/>
                </a:solidFill>
                <a:latin typeface="Lucida Console" panose="020B0609040504020204" pitchFamily="49" charset="0"/>
              </a:defRPr>
            </a:lvl1pPr>
          </a:lstStyle>
          <a:p>
            <a:pPr lvl="0"/>
            <a:r>
              <a:rPr lang="en-US"/>
              <a:t>; Syntax Test file for 68k Assembly code</a:t>
            </a:r>
          </a:p>
          <a:p>
            <a:pPr lvl="0"/>
            <a:r>
              <a:rPr lang="en-US"/>
              <a:t>; Some comments about this file</a:t>
            </a:r>
          </a:p>
          <a:p>
            <a:pPr lvl="0"/>
            <a:r>
              <a:rPr lang="en-US"/>
              <a:t>.D0 00000000</a:t>
            </a:r>
          </a:p>
          <a:p>
            <a:pPr lvl="0"/>
            <a:r>
              <a:rPr lang="en-US"/>
              <a:t>MS 2100 00000002</a:t>
            </a:r>
          </a:p>
          <a:p>
            <a:pPr lvl="0"/>
            <a:r>
              <a:rPr lang="en-US"/>
              <a:t>MM 2000;DI</a:t>
            </a:r>
          </a:p>
          <a:p>
            <a:pPr lvl="0"/>
            <a:r>
              <a:rPr lang="en-US"/>
              <a:t>LEA.L $002100,A1</a:t>
            </a:r>
          </a:p>
          <a:p>
            <a:pPr lvl="0"/>
            <a:r>
              <a:rPr lang="en-US"/>
              <a:t>MOVE.L #2,-(A1)</a:t>
            </a:r>
          </a:p>
          <a:p>
            <a:pPr lvl="0"/>
            <a:r>
              <a:rPr lang="en-US"/>
              <a:t>BSR $00002050</a:t>
            </a:r>
          </a:p>
          <a:p>
            <a:pPr lvl="0"/>
            <a:r>
              <a:rPr lang="en-US"/>
              <a:t>MM 2050;DI</a:t>
            </a:r>
          </a:p>
          <a:p>
            <a:pPr lvl="0"/>
            <a:r>
              <a:rPr lang="en-US"/>
              <a:t>MOVE.L (A1)+,D1</a:t>
            </a:r>
          </a:p>
          <a:p>
            <a:pPr lvl="0"/>
            <a:r>
              <a:rPr lang="en-US"/>
              <a:t>MOVE.L (A1),D2</a:t>
            </a:r>
          </a:p>
          <a:p>
            <a:pPr lvl="0"/>
            <a:r>
              <a:rPr lang="en-US"/>
              <a:t>ADD.L D1,D2</a:t>
            </a:r>
          </a:p>
          <a:p>
            <a:pPr lvl="0"/>
            <a:r>
              <a:rPr lang="en-US"/>
              <a:t>MOVE.L D2,D0</a:t>
            </a:r>
          </a:p>
          <a:p>
            <a:pPr lvl="0"/>
            <a:r>
              <a:rPr lang="en-US"/>
              <a:t>RTS</a:t>
            </a:r>
          </a:p>
        </p:txBody>
      </p:sp>
    </p:spTree>
    <p:custDataLst>
      <p:tags r:id="rId1"/>
    </p:custDataLst>
    <p:extLst>
      <p:ext uri="{BB962C8B-B14F-4D97-AF65-F5344CB8AC3E}">
        <p14:creationId xmlns:p14="http://schemas.microsoft.com/office/powerpoint/2010/main" val="420900801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x" preserve="1">
  <p:cSld name="Title, Header, and 2 Text Columns">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BF7951DD-641A-4F55-851E-3A3DAE5483DC}"/>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4"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a:t>Title, header, and 2 text columns</a:t>
            </a:r>
          </a:p>
        </p:txBody>
      </p:sp>
      <p:pic>
        <p:nvPicPr>
          <p:cNvPr id="99" name="Background">
            <a:extLst>
              <a:ext uri="{FF2B5EF4-FFF2-40B4-BE49-F238E27FC236}">
                <a16:creationId xmlns:a16="http://schemas.microsoft.com/office/drawing/2014/main" id="{B5282040-FA2B-4014-827F-F5B85DA67656}"/>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5760" y="1053311"/>
            <a:ext cx="11460480" cy="440329"/>
          </a:xfrm>
          <a:prstGeom prst="rect">
            <a:avLst/>
          </a:prstGeom>
        </p:spPr>
      </p:pic>
      <p:sp>
        <p:nvSpPr>
          <p:cNvPr id="12" name="Header">
            <a:extLst>
              <a:ext uri="{FF2B5EF4-FFF2-40B4-BE49-F238E27FC236}">
                <a16:creationId xmlns:a16="http://schemas.microsoft.com/office/drawing/2014/main" id="{CEBB69C5-28A4-4F99-A9FE-572F9D53CF4E}"/>
              </a:ext>
            </a:extLst>
          </p:cNvPr>
          <p:cNvSpPr>
            <a:spLocks noGrp="1"/>
          </p:cNvSpPr>
          <p:nvPr>
            <p:ph type="body" idx="12" hasCustomPrompt="1"/>
          </p:nvPr>
        </p:nvSpPr>
        <p:spPr>
          <a:xfrm>
            <a:off x="365760" y="1053311"/>
            <a:ext cx="11460480" cy="440329"/>
          </a:xfrm>
          <a:noFill/>
          <a:ln>
            <a:noFill/>
          </a:ln>
        </p:spPr>
        <p:txBody>
          <a:bodyPr anchor="ctr">
            <a:noAutofit/>
          </a:bodyPr>
          <a:lstStyle>
            <a:lvl1pPr marL="0" indent="0">
              <a:lnSpc>
                <a:spcPct val="100000"/>
              </a:lnSpc>
              <a:spcBef>
                <a:spcPts val="0"/>
              </a:spcBef>
              <a:spcAft>
                <a:spcPts val="0"/>
              </a:spcAft>
              <a:buNone/>
              <a:defRPr sz="2400" b="0">
                <a:solidFill>
                  <a:schemeClr val="bg1"/>
                </a:solidFill>
                <a:latin typeface="Amazon Ember Display"/>
              </a:defRPr>
            </a:lvl1pPr>
          </a:lstStyle>
          <a:p>
            <a:pPr lvl="0"/>
            <a:r>
              <a:rPr lang="en-US"/>
              <a:t>Enter header text</a:t>
            </a:r>
          </a:p>
        </p:txBody>
      </p:sp>
      <p:sp>
        <p:nvSpPr>
          <p:cNvPr id="2" name="Content Left">
            <a:extLst>
              <a:ext uri="{FF2B5EF4-FFF2-40B4-BE49-F238E27FC236}">
                <a16:creationId xmlns:a16="http://schemas.microsoft.com/office/drawing/2014/main" id="{5ACBD598-6775-4223-B2AB-B169A112E3FF}"/>
              </a:ext>
            </a:extLst>
          </p:cNvPr>
          <p:cNvSpPr>
            <a:spLocks noGrp="1"/>
          </p:cNvSpPr>
          <p:nvPr>
            <p:ph idx="2" hasCustomPrompt="1"/>
          </p:nvPr>
        </p:nvSpPr>
        <p:spPr>
          <a:xfrm>
            <a:off x="365760" y="1563624"/>
            <a:ext cx="5669280" cy="4873752"/>
          </a:xfrm>
        </p:spPr>
        <p:txBody>
          <a:bodyPr>
            <a:noAutofit/>
          </a:bodyPr>
          <a:lstStyle>
            <a:lvl1pPr>
              <a:lnSpc>
                <a:spcPct val="100000"/>
              </a:lnSpc>
              <a:spcAft>
                <a:spcPts val="1200"/>
              </a:spcAft>
              <a:defRPr sz="2800">
                <a:solidFill>
                  <a:srgbClr val="232F3E"/>
                </a:solidFill>
              </a:defRPr>
            </a:lvl1pPr>
            <a:lvl2pPr marL="457200" indent="-228600">
              <a:lnSpc>
                <a:spcPct val="100000"/>
              </a:lnSpc>
              <a:spcAft>
                <a:spcPts val="1200"/>
              </a:spcAft>
              <a:defRPr sz="2400">
                <a:solidFill>
                  <a:srgbClr val="232F3E"/>
                </a:solidFill>
              </a:defRPr>
            </a:lvl2pPr>
            <a:lvl3pPr marL="684213" indent="-228600">
              <a:lnSpc>
                <a:spcPct val="100000"/>
              </a:lnSpc>
              <a:spcAft>
                <a:spcPts val="1200"/>
              </a:spcAft>
              <a:defRPr sz="2000">
                <a:solidFill>
                  <a:srgbClr val="232F3E"/>
                </a:solidFill>
              </a:defRPr>
            </a:lvl3pPr>
            <a:lvl4pPr marL="914400" indent="-228600">
              <a:lnSpc>
                <a:spcPct val="100000"/>
              </a:lnSpc>
              <a:spcAft>
                <a:spcPts val="1200"/>
              </a:spcAft>
              <a:defRPr sz="1800">
                <a:solidFill>
                  <a:srgbClr val="232F3E"/>
                </a:solidFill>
              </a:defRPr>
            </a:lvl4pPr>
            <a:lvl5pPr marL="1144588" indent="-228600">
              <a:lnSpc>
                <a:spcPct val="100000"/>
              </a:lnSpc>
              <a:spcAft>
                <a:spcPts val="1200"/>
              </a:spcAft>
              <a:defRPr sz="1800">
                <a:solidFill>
                  <a:srgbClr val="232F3E"/>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
        <p:nvSpPr>
          <p:cNvPr id="3" name="Content Right">
            <a:extLst>
              <a:ext uri="{FF2B5EF4-FFF2-40B4-BE49-F238E27FC236}">
                <a16:creationId xmlns:a16="http://schemas.microsoft.com/office/drawing/2014/main" id="{7F5B85B9-BABC-44F6-B2AE-99F02670D702}"/>
              </a:ext>
            </a:extLst>
          </p:cNvPr>
          <p:cNvSpPr>
            <a:spLocks noGrp="1"/>
          </p:cNvSpPr>
          <p:nvPr>
            <p:ph idx="3" hasCustomPrompt="1"/>
          </p:nvPr>
        </p:nvSpPr>
        <p:spPr>
          <a:xfrm>
            <a:off x="6163056" y="1563624"/>
            <a:ext cx="5669280" cy="4873752"/>
          </a:xfrm>
        </p:spPr>
        <p:txBody>
          <a:bodyPr>
            <a:noAutofit/>
          </a:bodyPr>
          <a:lstStyle>
            <a:lvl1pPr>
              <a:lnSpc>
                <a:spcPct val="100000"/>
              </a:lnSpc>
              <a:spcAft>
                <a:spcPts val="1200"/>
              </a:spcAft>
              <a:defRPr sz="2800">
                <a:solidFill>
                  <a:srgbClr val="232F3E"/>
                </a:solidFill>
              </a:defRPr>
            </a:lvl1pPr>
            <a:lvl2pPr marL="457200" indent="-228600">
              <a:lnSpc>
                <a:spcPct val="100000"/>
              </a:lnSpc>
              <a:spcAft>
                <a:spcPts val="1200"/>
              </a:spcAft>
              <a:defRPr sz="2400">
                <a:solidFill>
                  <a:srgbClr val="232F3E"/>
                </a:solidFill>
              </a:defRPr>
            </a:lvl2pPr>
            <a:lvl3pPr marL="684213" indent="-228600">
              <a:lnSpc>
                <a:spcPct val="100000"/>
              </a:lnSpc>
              <a:spcAft>
                <a:spcPts val="1200"/>
              </a:spcAft>
              <a:defRPr sz="2000">
                <a:solidFill>
                  <a:srgbClr val="232F3E"/>
                </a:solidFill>
              </a:defRPr>
            </a:lvl3pPr>
            <a:lvl4pPr marL="914400" indent="-228600">
              <a:lnSpc>
                <a:spcPct val="100000"/>
              </a:lnSpc>
              <a:spcAft>
                <a:spcPts val="1200"/>
              </a:spcAft>
              <a:defRPr sz="1800">
                <a:solidFill>
                  <a:srgbClr val="232F3E"/>
                </a:solidFill>
              </a:defRPr>
            </a:lvl4pPr>
            <a:lvl5pPr marL="1144588" indent="-228600">
              <a:lnSpc>
                <a:spcPct val="100000"/>
              </a:lnSpc>
              <a:spcAft>
                <a:spcPts val="1200"/>
              </a:spcAft>
              <a:defRPr sz="1800">
                <a:solidFill>
                  <a:srgbClr val="232F3E"/>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Tree>
    <p:custDataLst>
      <p:tags r:id="rId1"/>
    </p:custDataLst>
    <p:extLst>
      <p:ext uri="{BB962C8B-B14F-4D97-AF65-F5344CB8AC3E}">
        <p14:creationId xmlns:p14="http://schemas.microsoft.com/office/powerpoint/2010/main" val="93953358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Title, 2 Headers, and 2 Text Columns">
    <p:bg>
      <p:bgPr>
        <a:solidFill>
          <a:schemeClr val="bg1"/>
        </a:solidFill>
        <a:effectLst/>
      </p:bgPr>
    </p:bg>
    <p:spTree>
      <p:nvGrpSpPr>
        <p:cNvPr id="1" name=""/>
        <p:cNvGrpSpPr/>
        <p:nvPr/>
      </p:nvGrpSpPr>
      <p:grpSpPr>
        <a:xfrm>
          <a:off x="0" y="0"/>
          <a:ext cx="0" cy="0"/>
          <a:chOff x="0" y="0"/>
          <a:chExt cx="0" cy="0"/>
        </a:xfrm>
      </p:grpSpPr>
      <p:pic>
        <p:nvPicPr>
          <p:cNvPr id="99" name="Background">
            <a:extLst>
              <a:ext uri="{FF2B5EF4-FFF2-40B4-BE49-F238E27FC236}">
                <a16:creationId xmlns:a16="http://schemas.microsoft.com/office/drawing/2014/main" id="{12D9B9CA-678C-44DB-A29A-D7DA4A64C7B1}"/>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60" y="1053311"/>
            <a:ext cx="11460480" cy="440329"/>
          </a:xfrm>
          <a:prstGeom prst="rect">
            <a:avLst/>
          </a:prstGeom>
        </p:spPr>
      </p:pic>
      <p:sp>
        <p:nvSpPr>
          <p:cNvPr id="97" name="Slide Number">
            <a:extLst>
              <a:ext uri="{FF2B5EF4-FFF2-40B4-BE49-F238E27FC236}">
                <a16:creationId xmlns:a16="http://schemas.microsoft.com/office/drawing/2014/main" id="{BF7951DD-641A-4F55-851E-3A3DAE5483DC}"/>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4"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a:t>Title, 2 headers, and 2 text columns</a:t>
            </a:r>
          </a:p>
        </p:txBody>
      </p:sp>
      <p:sp>
        <p:nvSpPr>
          <p:cNvPr id="12" name="Header Left">
            <a:extLst>
              <a:ext uri="{FF2B5EF4-FFF2-40B4-BE49-F238E27FC236}">
                <a16:creationId xmlns:a16="http://schemas.microsoft.com/office/drawing/2014/main" id="{CEBB69C5-28A4-4F99-A9FE-572F9D53CF4E}"/>
              </a:ext>
            </a:extLst>
          </p:cNvPr>
          <p:cNvSpPr>
            <a:spLocks noGrp="1"/>
          </p:cNvSpPr>
          <p:nvPr>
            <p:ph type="body" idx="12" hasCustomPrompt="1"/>
          </p:nvPr>
        </p:nvSpPr>
        <p:spPr>
          <a:xfrm>
            <a:off x="365760" y="1053311"/>
            <a:ext cx="5669280" cy="440329"/>
          </a:xfrm>
          <a:noFill/>
          <a:ln>
            <a:noFill/>
          </a:ln>
        </p:spPr>
        <p:txBody>
          <a:bodyPr anchor="ctr">
            <a:noAutofit/>
          </a:bodyPr>
          <a:lstStyle>
            <a:lvl1pPr marL="0" indent="0">
              <a:lnSpc>
                <a:spcPct val="100000"/>
              </a:lnSpc>
              <a:spcBef>
                <a:spcPts val="0"/>
              </a:spcBef>
              <a:spcAft>
                <a:spcPts val="0"/>
              </a:spcAft>
              <a:buNone/>
              <a:defRPr sz="2400" b="0">
                <a:solidFill>
                  <a:schemeClr val="bg1"/>
                </a:solidFill>
                <a:latin typeface="Amazon Ember Display"/>
              </a:defRPr>
            </a:lvl1pPr>
          </a:lstStyle>
          <a:p>
            <a:pPr lvl="0"/>
            <a:r>
              <a:rPr lang="en-US"/>
              <a:t>Enter header text</a:t>
            </a:r>
          </a:p>
        </p:txBody>
      </p:sp>
      <p:sp>
        <p:nvSpPr>
          <p:cNvPr id="2" name="Body1 Content">
            <a:extLst>
              <a:ext uri="{FF2B5EF4-FFF2-40B4-BE49-F238E27FC236}">
                <a16:creationId xmlns:a16="http://schemas.microsoft.com/office/drawing/2014/main" id="{5ACBD598-6775-4223-B2AB-B169A112E3FF}"/>
              </a:ext>
            </a:extLst>
          </p:cNvPr>
          <p:cNvSpPr>
            <a:spLocks noGrp="1"/>
          </p:cNvSpPr>
          <p:nvPr>
            <p:ph idx="2" hasCustomPrompt="1"/>
          </p:nvPr>
        </p:nvSpPr>
        <p:spPr>
          <a:xfrm>
            <a:off x="365760" y="1563624"/>
            <a:ext cx="5669280" cy="4873752"/>
          </a:xfrm>
        </p:spPr>
        <p:txBody>
          <a:bodyPr>
            <a:noAutofit/>
          </a:bodyPr>
          <a:lstStyle>
            <a:lvl1pPr>
              <a:lnSpc>
                <a:spcPct val="100000"/>
              </a:lnSpc>
              <a:spcAft>
                <a:spcPts val="1200"/>
              </a:spcAft>
              <a:defRPr sz="2800">
                <a:solidFill>
                  <a:srgbClr val="232F3E"/>
                </a:solidFill>
                <a:latin typeface="Amazon Ember Display"/>
              </a:defRPr>
            </a:lvl1pPr>
            <a:lvl2pPr marL="457200" indent="-228600">
              <a:lnSpc>
                <a:spcPct val="100000"/>
              </a:lnSpc>
              <a:spcAft>
                <a:spcPts val="1200"/>
              </a:spcAft>
              <a:defRPr sz="2400">
                <a:solidFill>
                  <a:srgbClr val="232F3E"/>
                </a:solidFill>
                <a:latin typeface="Amazon Ember Display"/>
              </a:defRPr>
            </a:lvl2pPr>
            <a:lvl3pPr marL="684213" indent="-228600">
              <a:lnSpc>
                <a:spcPct val="100000"/>
              </a:lnSpc>
              <a:spcAft>
                <a:spcPts val="1200"/>
              </a:spcAft>
              <a:defRPr sz="2000">
                <a:solidFill>
                  <a:srgbClr val="232F3E"/>
                </a:solidFill>
                <a:latin typeface="Amazon Ember Display"/>
              </a:defRPr>
            </a:lvl3pPr>
            <a:lvl4pPr marL="914400" indent="-228600">
              <a:lnSpc>
                <a:spcPct val="100000"/>
              </a:lnSpc>
              <a:spcAft>
                <a:spcPts val="1200"/>
              </a:spcAft>
              <a:defRPr sz="1800">
                <a:solidFill>
                  <a:srgbClr val="232F3E"/>
                </a:solidFill>
                <a:latin typeface="Amazon Ember Display"/>
              </a:defRPr>
            </a:lvl4pPr>
            <a:lvl5pPr marL="1144588" indent="-228600">
              <a:lnSpc>
                <a:spcPct val="100000"/>
              </a:lnSpc>
              <a:spcAft>
                <a:spcPts val="1200"/>
              </a:spcAft>
              <a:defRPr sz="1800">
                <a:solidFill>
                  <a:srgbClr val="232F3E"/>
                </a:solidFill>
                <a:latin typeface="Amazon Ember Display"/>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
        <p:nvSpPr>
          <p:cNvPr id="13" name="Header Right">
            <a:extLst>
              <a:ext uri="{FF2B5EF4-FFF2-40B4-BE49-F238E27FC236}">
                <a16:creationId xmlns:a16="http://schemas.microsoft.com/office/drawing/2014/main" id="{08B6087B-5128-4D07-A02C-11A4D91176A4}"/>
              </a:ext>
            </a:extLst>
          </p:cNvPr>
          <p:cNvSpPr>
            <a:spLocks noGrp="1"/>
          </p:cNvSpPr>
          <p:nvPr>
            <p:ph type="body" idx="13" hasCustomPrompt="1"/>
          </p:nvPr>
        </p:nvSpPr>
        <p:spPr>
          <a:xfrm>
            <a:off x="6163056" y="1053311"/>
            <a:ext cx="5669280" cy="440329"/>
          </a:xfrm>
          <a:noFill/>
        </p:spPr>
        <p:txBody>
          <a:bodyPr anchor="ctr">
            <a:noAutofit/>
          </a:bodyPr>
          <a:lstStyle>
            <a:lvl1pPr marL="0" indent="0">
              <a:lnSpc>
                <a:spcPct val="100000"/>
              </a:lnSpc>
              <a:spcBef>
                <a:spcPts val="0"/>
              </a:spcBef>
              <a:spcAft>
                <a:spcPts val="0"/>
              </a:spcAft>
              <a:buNone/>
              <a:defRPr sz="2400" b="0">
                <a:solidFill>
                  <a:schemeClr val="bg1"/>
                </a:solidFill>
                <a:latin typeface="Amazon Ember Display"/>
              </a:defRPr>
            </a:lvl1pPr>
          </a:lstStyle>
          <a:p>
            <a:pPr lvl="0"/>
            <a:r>
              <a:rPr lang="en-US"/>
              <a:t>Enter header text</a:t>
            </a:r>
          </a:p>
        </p:txBody>
      </p:sp>
      <p:sp>
        <p:nvSpPr>
          <p:cNvPr id="3" name="Content Right">
            <a:extLst>
              <a:ext uri="{FF2B5EF4-FFF2-40B4-BE49-F238E27FC236}">
                <a16:creationId xmlns:a16="http://schemas.microsoft.com/office/drawing/2014/main" id="{7F5B85B9-BABC-44F6-B2AE-99F02670D702}"/>
              </a:ext>
            </a:extLst>
          </p:cNvPr>
          <p:cNvSpPr>
            <a:spLocks noGrp="1"/>
          </p:cNvSpPr>
          <p:nvPr>
            <p:ph idx="3" hasCustomPrompt="1"/>
          </p:nvPr>
        </p:nvSpPr>
        <p:spPr>
          <a:xfrm>
            <a:off x="6163056" y="1563624"/>
            <a:ext cx="5669280" cy="4873752"/>
          </a:xfrm>
        </p:spPr>
        <p:txBody>
          <a:bodyPr>
            <a:noAutofit/>
          </a:bodyPr>
          <a:lstStyle>
            <a:lvl1pPr>
              <a:lnSpc>
                <a:spcPct val="100000"/>
              </a:lnSpc>
              <a:spcAft>
                <a:spcPts val="1200"/>
              </a:spcAft>
              <a:defRPr sz="2800">
                <a:solidFill>
                  <a:srgbClr val="232F3E"/>
                </a:solidFill>
                <a:latin typeface="Amazon Ember Display"/>
              </a:defRPr>
            </a:lvl1pPr>
            <a:lvl2pPr marL="457200" indent="-228600">
              <a:lnSpc>
                <a:spcPct val="100000"/>
              </a:lnSpc>
              <a:spcAft>
                <a:spcPts val="1200"/>
              </a:spcAft>
              <a:defRPr sz="2400">
                <a:solidFill>
                  <a:srgbClr val="232F3E"/>
                </a:solidFill>
                <a:latin typeface="Amazon Ember Display"/>
              </a:defRPr>
            </a:lvl2pPr>
            <a:lvl3pPr marL="684213" indent="-228600">
              <a:lnSpc>
                <a:spcPct val="100000"/>
              </a:lnSpc>
              <a:spcAft>
                <a:spcPts val="1200"/>
              </a:spcAft>
              <a:defRPr sz="2000">
                <a:solidFill>
                  <a:srgbClr val="232F3E"/>
                </a:solidFill>
                <a:latin typeface="Amazon Ember Display"/>
              </a:defRPr>
            </a:lvl3pPr>
            <a:lvl4pPr marL="914400" indent="-228600">
              <a:lnSpc>
                <a:spcPct val="100000"/>
              </a:lnSpc>
              <a:spcAft>
                <a:spcPts val="1200"/>
              </a:spcAft>
              <a:defRPr sz="1800">
                <a:solidFill>
                  <a:srgbClr val="232F3E"/>
                </a:solidFill>
                <a:latin typeface="Amazon Ember Display"/>
              </a:defRPr>
            </a:lvl4pPr>
            <a:lvl5pPr marL="1144588" indent="-228600">
              <a:lnSpc>
                <a:spcPct val="100000"/>
              </a:lnSpc>
              <a:spcAft>
                <a:spcPts val="1200"/>
              </a:spcAft>
              <a:defRPr sz="1800">
                <a:solidFill>
                  <a:srgbClr val="232F3E"/>
                </a:solidFill>
                <a:latin typeface="Amazon Ember Display"/>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Tree>
    <p:custDataLst>
      <p:tags r:id="rId1"/>
    </p:custDataLst>
    <p:extLst>
      <p:ext uri="{BB962C8B-B14F-4D97-AF65-F5344CB8AC3E}">
        <p14:creationId xmlns:p14="http://schemas.microsoft.com/office/powerpoint/2010/main" val="208478445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Header, Content, Full Height Picture">
    <p:bg>
      <p:bgPr>
        <a:solidFill>
          <a:schemeClr val="bg1"/>
        </a:solidFill>
        <a:effectLst/>
      </p:bgPr>
    </p:bg>
    <p:spTree>
      <p:nvGrpSpPr>
        <p:cNvPr id="1" name=""/>
        <p:cNvGrpSpPr/>
        <p:nvPr/>
      </p:nvGrpSpPr>
      <p:grpSpPr>
        <a:xfrm>
          <a:off x="0" y="0"/>
          <a:ext cx="0" cy="0"/>
          <a:chOff x="0" y="0"/>
          <a:chExt cx="0" cy="0"/>
        </a:xfrm>
      </p:grpSpPr>
      <p:pic>
        <p:nvPicPr>
          <p:cNvPr id="99" name="Background">
            <a:extLst>
              <a:ext uri="{FF2B5EF4-FFF2-40B4-BE49-F238E27FC236}">
                <a16:creationId xmlns:a16="http://schemas.microsoft.com/office/drawing/2014/main" id="{DEF6C79C-9D0E-41C2-AA50-8E21FCE741EA}"/>
              </a:ext>
              <a:ext uri="{C183D7F6-B498-43B3-948B-1728B52AA6E4}">
                <adec:decorative xmlns:adec="http://schemas.microsoft.com/office/drawing/2017/decorative" val="1"/>
              </a:ext>
            </a:extLst>
          </p:cNvPr>
          <p:cNvPicPr>
            <a:picLocks/>
          </p:cNvPicPr>
          <p:nvPr/>
        </p:nvPicPr>
        <p:blipFill rotWithShape="1">
          <a:blip r:embed="rId3">
            <a:extLst>
              <a:ext uri="{28A0092B-C50C-407E-A947-70E740481C1C}">
                <a14:useLocalDpi xmlns:a14="http://schemas.microsoft.com/office/drawing/2010/main" val="0"/>
              </a:ext>
            </a:extLst>
          </a:blip>
          <a:srcRect r="50690"/>
          <a:stretch/>
        </p:blipFill>
        <p:spPr>
          <a:xfrm>
            <a:off x="365761" y="1059966"/>
            <a:ext cx="5663184" cy="459972"/>
          </a:xfrm>
          <a:prstGeom prst="rect">
            <a:avLst/>
          </a:prstGeom>
        </p:spPr>
      </p:pic>
      <p:sp>
        <p:nvSpPr>
          <p:cNvPr id="97" name="Slide Number">
            <a:extLst>
              <a:ext uri="{FF2B5EF4-FFF2-40B4-BE49-F238E27FC236}">
                <a16:creationId xmlns:a16="http://schemas.microsoft.com/office/drawing/2014/main" id="{73F8E55C-0C56-481E-96C0-45506B8577FA}"/>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3"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a:t>Title, header, content, and full height picture</a:t>
            </a:r>
          </a:p>
        </p:txBody>
      </p:sp>
      <p:sp>
        <p:nvSpPr>
          <p:cNvPr id="12" name="Header">
            <a:extLst>
              <a:ext uri="{FF2B5EF4-FFF2-40B4-BE49-F238E27FC236}">
                <a16:creationId xmlns:a16="http://schemas.microsoft.com/office/drawing/2014/main" id="{CEBB69C5-28A4-4F99-A9FE-572F9D53CF4E}"/>
              </a:ext>
            </a:extLst>
          </p:cNvPr>
          <p:cNvSpPr>
            <a:spLocks noGrp="1"/>
          </p:cNvSpPr>
          <p:nvPr>
            <p:ph type="body" idx="12" hasCustomPrompt="1"/>
          </p:nvPr>
        </p:nvSpPr>
        <p:spPr>
          <a:xfrm>
            <a:off x="365761" y="1051560"/>
            <a:ext cx="5669279" cy="440329"/>
          </a:xfrm>
          <a:noFill/>
          <a:ln>
            <a:noFill/>
          </a:ln>
        </p:spPr>
        <p:txBody>
          <a:bodyPr anchor="ctr">
            <a:noAutofit/>
          </a:bodyPr>
          <a:lstStyle>
            <a:lvl1pPr marL="0" indent="0">
              <a:lnSpc>
                <a:spcPct val="100000"/>
              </a:lnSpc>
              <a:spcBef>
                <a:spcPts val="0"/>
              </a:spcBef>
              <a:spcAft>
                <a:spcPts val="0"/>
              </a:spcAft>
              <a:buNone/>
              <a:defRPr sz="2400" b="0">
                <a:solidFill>
                  <a:schemeClr val="bg1"/>
                </a:solidFill>
                <a:latin typeface="Amazon Ember Display"/>
              </a:defRPr>
            </a:lvl1pPr>
          </a:lstStyle>
          <a:p>
            <a:pPr lvl="0"/>
            <a:r>
              <a:rPr lang="en-US"/>
              <a:t>Enter header text</a:t>
            </a:r>
          </a:p>
        </p:txBody>
      </p:sp>
      <p:sp>
        <p:nvSpPr>
          <p:cNvPr id="2" name="Content">
            <a:extLst>
              <a:ext uri="{FF2B5EF4-FFF2-40B4-BE49-F238E27FC236}">
                <a16:creationId xmlns:a16="http://schemas.microsoft.com/office/drawing/2014/main" id="{EEA0232A-1E36-4B66-8855-7774205AD335}"/>
              </a:ext>
            </a:extLst>
          </p:cNvPr>
          <p:cNvSpPr>
            <a:spLocks noGrp="1"/>
          </p:cNvSpPr>
          <p:nvPr>
            <p:ph idx="2" hasCustomPrompt="1"/>
          </p:nvPr>
        </p:nvSpPr>
        <p:spPr>
          <a:xfrm>
            <a:off x="365760" y="1554480"/>
            <a:ext cx="5669280" cy="4881742"/>
          </a:xfrm>
        </p:spPr>
        <p:txBody>
          <a:bodyPr>
            <a:normAutofit/>
          </a:bodyPr>
          <a:lstStyle>
            <a:lvl1pPr>
              <a:lnSpc>
                <a:spcPct val="100000"/>
              </a:lnSpc>
              <a:spcAft>
                <a:spcPts val="1200"/>
              </a:spcAft>
              <a:defRPr sz="2800">
                <a:solidFill>
                  <a:srgbClr val="232F3E"/>
                </a:solidFill>
              </a:defRPr>
            </a:lvl1pPr>
            <a:lvl2pPr marL="457200" indent="-228600">
              <a:lnSpc>
                <a:spcPct val="100000"/>
              </a:lnSpc>
              <a:spcAft>
                <a:spcPts val="1200"/>
              </a:spcAft>
              <a:defRPr sz="2400">
                <a:solidFill>
                  <a:srgbClr val="232F3E"/>
                </a:solidFill>
              </a:defRPr>
            </a:lvl2pPr>
            <a:lvl3pPr marL="684213" indent="-228600">
              <a:lnSpc>
                <a:spcPct val="100000"/>
              </a:lnSpc>
              <a:spcAft>
                <a:spcPts val="1200"/>
              </a:spcAft>
              <a:defRPr sz="2000">
                <a:solidFill>
                  <a:srgbClr val="232F3E"/>
                </a:solidFill>
              </a:defRPr>
            </a:lvl3pPr>
            <a:lvl4pPr marL="914400" indent="-228600">
              <a:lnSpc>
                <a:spcPct val="100000"/>
              </a:lnSpc>
              <a:spcAft>
                <a:spcPts val="1200"/>
              </a:spcAft>
              <a:defRPr sz="1800">
                <a:solidFill>
                  <a:srgbClr val="232F3E"/>
                </a:solidFill>
              </a:defRPr>
            </a:lvl4pPr>
            <a:lvl5pPr marL="1144588" indent="-228600">
              <a:lnSpc>
                <a:spcPct val="100000"/>
              </a:lnSpc>
              <a:spcAft>
                <a:spcPts val="1200"/>
              </a:spcAft>
              <a:defRPr sz="1800">
                <a:solidFill>
                  <a:srgbClr val="232F3E"/>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
        <p:nvSpPr>
          <p:cNvPr id="22" name="Picture">
            <a:extLst>
              <a:ext uri="{FF2B5EF4-FFF2-40B4-BE49-F238E27FC236}">
                <a16:creationId xmlns:a16="http://schemas.microsoft.com/office/drawing/2014/main" id="{E9ECC349-DC9E-43B4-9780-22F11542C500}"/>
              </a:ext>
              <a:ext uri="{C183D7F6-B498-43B3-948B-1728B52AA6E4}">
                <adec:decorative xmlns:adec="http://schemas.microsoft.com/office/drawing/2017/decorative" val="1"/>
              </a:ext>
            </a:extLst>
          </p:cNvPr>
          <p:cNvSpPr>
            <a:spLocks noGrp="1"/>
          </p:cNvSpPr>
          <p:nvPr>
            <p:ph type="pic" idx="22" hasCustomPrompt="1"/>
          </p:nvPr>
        </p:nvSpPr>
        <p:spPr>
          <a:xfrm>
            <a:off x="6163056" y="1046819"/>
            <a:ext cx="5669280" cy="5398103"/>
          </a:xfrm>
        </p:spPr>
        <p:txBody>
          <a:bodyPr anchor="t">
            <a:noAutofit/>
          </a:bodyPr>
          <a:lstStyle>
            <a:lvl1pPr marL="0" indent="0" algn="ctr">
              <a:buNone/>
              <a:defRPr sz="2800">
                <a:solidFill>
                  <a:srgbClr val="232F3E"/>
                </a:solidFill>
              </a:defRPr>
            </a:lvl1pPr>
          </a:lstStyle>
          <a:p>
            <a:r>
              <a:rPr lang="en-US" dirty="0"/>
              <a:t>Click icon to add image</a:t>
            </a:r>
          </a:p>
        </p:txBody>
      </p:sp>
    </p:spTree>
    <p:custDataLst>
      <p:tags r:id="rId1"/>
    </p:custDataLst>
    <p:extLst>
      <p:ext uri="{BB962C8B-B14F-4D97-AF65-F5344CB8AC3E}">
        <p14:creationId xmlns:p14="http://schemas.microsoft.com/office/powerpoint/2010/main" val="236880269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itle, 2 Pictures, 2 Headers, and 2 Text Columns">
    <p:bg>
      <p:bgPr>
        <a:solidFill>
          <a:schemeClr val="bg1"/>
        </a:solidFill>
        <a:effectLst/>
      </p:bgPr>
    </p:bg>
    <p:spTree>
      <p:nvGrpSpPr>
        <p:cNvPr id="1" name=""/>
        <p:cNvGrpSpPr/>
        <p:nvPr/>
      </p:nvGrpSpPr>
      <p:grpSpPr>
        <a:xfrm>
          <a:off x="0" y="0"/>
          <a:ext cx="0" cy="0"/>
          <a:chOff x="0" y="0"/>
          <a:chExt cx="0" cy="0"/>
        </a:xfrm>
      </p:grpSpPr>
      <p:grpSp>
        <p:nvGrpSpPr>
          <p:cNvPr id="99" name="Background">
            <a:extLst>
              <a:ext uri="{FF2B5EF4-FFF2-40B4-BE49-F238E27FC236}">
                <a16:creationId xmlns:a16="http://schemas.microsoft.com/office/drawing/2014/main" id="{173D7629-1A9C-4345-AAF8-04B661B01BFF}"/>
              </a:ext>
              <a:ext uri="{C183D7F6-B498-43B3-948B-1728B52AA6E4}">
                <adec:decorative xmlns:adec="http://schemas.microsoft.com/office/drawing/2017/decorative" val="1"/>
              </a:ext>
            </a:extLst>
          </p:cNvPr>
          <p:cNvGrpSpPr/>
          <p:nvPr/>
        </p:nvGrpSpPr>
        <p:grpSpPr>
          <a:xfrm>
            <a:off x="365759" y="1028377"/>
            <a:ext cx="11484866" cy="2850096"/>
            <a:chOff x="365759" y="1028377"/>
            <a:chExt cx="11484866" cy="2850096"/>
          </a:xfrm>
        </p:grpSpPr>
        <p:pic>
          <p:nvPicPr>
            <p:cNvPr id="96" name="Background">
              <a:extLst>
                <a:ext uri="{FF2B5EF4-FFF2-40B4-BE49-F238E27FC236}">
                  <a16:creationId xmlns:a16="http://schemas.microsoft.com/office/drawing/2014/main" id="{7D5C187B-1A36-4731-9D73-181529A36405}"/>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60" y="3438144"/>
              <a:ext cx="11460480" cy="440329"/>
            </a:xfrm>
            <a:prstGeom prst="rect">
              <a:avLst/>
            </a:prstGeom>
          </p:spPr>
        </p:pic>
        <p:pic>
          <p:nvPicPr>
            <p:cNvPr id="95" name="Divider">
              <a:extLst>
                <a:ext uri="{FF2B5EF4-FFF2-40B4-BE49-F238E27FC236}">
                  <a16:creationId xmlns:a16="http://schemas.microsoft.com/office/drawing/2014/main" id="{2BB9B5CB-6BB1-45BC-9AA7-38BB668B8A35}"/>
                </a:ext>
                <a:ext uri="{C183D7F6-B498-43B3-948B-1728B52AA6E4}">
                  <adec:decorative xmlns:adec="http://schemas.microsoft.com/office/drawing/2017/decorative" val="1"/>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grpSp>
      <p:sp>
        <p:nvSpPr>
          <p:cNvPr id="97" name="Slide Number">
            <a:extLst>
              <a:ext uri="{FF2B5EF4-FFF2-40B4-BE49-F238E27FC236}">
                <a16:creationId xmlns:a16="http://schemas.microsoft.com/office/drawing/2014/main" id="{BF7951DD-641A-4F55-851E-3A3DAE5483DC}"/>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2"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a:t>Title, 2 pictures, 2 headers, and 2 text columns</a:t>
            </a:r>
          </a:p>
        </p:txBody>
      </p:sp>
      <p:sp>
        <p:nvSpPr>
          <p:cNvPr id="22" name="Picture Left">
            <a:extLst>
              <a:ext uri="{FF2B5EF4-FFF2-40B4-BE49-F238E27FC236}">
                <a16:creationId xmlns:a16="http://schemas.microsoft.com/office/drawing/2014/main" id="{D20A7D1A-2EBE-48DA-AE10-ADAE1FC9C413}"/>
              </a:ext>
              <a:ext uri="{C183D7F6-B498-43B3-948B-1728B52AA6E4}">
                <adec:decorative xmlns:adec="http://schemas.microsoft.com/office/drawing/2017/decorative" val="1"/>
              </a:ext>
            </a:extLst>
          </p:cNvPr>
          <p:cNvSpPr>
            <a:spLocks noGrp="1"/>
          </p:cNvSpPr>
          <p:nvPr>
            <p:ph type="pic" idx="22" hasCustomPrompt="1"/>
          </p:nvPr>
        </p:nvSpPr>
        <p:spPr>
          <a:xfrm>
            <a:off x="2057400" y="1097280"/>
            <a:ext cx="2286000" cy="22860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2" name="Header Left">
            <a:extLst>
              <a:ext uri="{FF2B5EF4-FFF2-40B4-BE49-F238E27FC236}">
                <a16:creationId xmlns:a16="http://schemas.microsoft.com/office/drawing/2014/main" id="{CEBB69C5-28A4-4F99-A9FE-572F9D53CF4E}"/>
              </a:ext>
            </a:extLst>
          </p:cNvPr>
          <p:cNvSpPr>
            <a:spLocks noGrp="1"/>
          </p:cNvSpPr>
          <p:nvPr>
            <p:ph type="body" idx="12" hasCustomPrompt="1"/>
          </p:nvPr>
        </p:nvSpPr>
        <p:spPr>
          <a:xfrm>
            <a:off x="365760" y="3438144"/>
            <a:ext cx="5669280" cy="440329"/>
          </a:xfrm>
          <a:noFill/>
          <a:ln>
            <a:noFill/>
          </a:ln>
        </p:spPr>
        <p:txBody>
          <a:bodyPr anchor="ctr">
            <a:noAutofit/>
          </a:bodyPr>
          <a:lstStyle>
            <a:lvl1pPr marL="0" indent="0">
              <a:lnSpc>
                <a:spcPct val="100000"/>
              </a:lnSpc>
              <a:spcBef>
                <a:spcPts val="0"/>
              </a:spcBef>
              <a:spcAft>
                <a:spcPts val="0"/>
              </a:spcAft>
              <a:buNone/>
              <a:defRPr sz="2400" b="0">
                <a:solidFill>
                  <a:schemeClr val="bg1"/>
                </a:solidFill>
                <a:latin typeface="Amazon Ember Display"/>
              </a:defRPr>
            </a:lvl1pPr>
          </a:lstStyle>
          <a:p>
            <a:pPr lvl="0"/>
            <a:r>
              <a:rPr lang="en-US"/>
              <a:t>Enter header text</a:t>
            </a:r>
          </a:p>
        </p:txBody>
      </p:sp>
      <p:sp>
        <p:nvSpPr>
          <p:cNvPr id="3" name="Content Left">
            <a:extLst>
              <a:ext uri="{FF2B5EF4-FFF2-40B4-BE49-F238E27FC236}">
                <a16:creationId xmlns:a16="http://schemas.microsoft.com/office/drawing/2014/main" id="{5ACBD598-6775-4223-B2AB-B169A112E3FF}"/>
              </a:ext>
            </a:extLst>
          </p:cNvPr>
          <p:cNvSpPr>
            <a:spLocks noGrp="1"/>
          </p:cNvSpPr>
          <p:nvPr>
            <p:ph idx="3" hasCustomPrompt="1"/>
          </p:nvPr>
        </p:nvSpPr>
        <p:spPr>
          <a:xfrm>
            <a:off x="365760" y="3895344"/>
            <a:ext cx="5669280" cy="2551176"/>
          </a:xfrm>
        </p:spPr>
        <p:txBody>
          <a:bodyPr>
            <a:noAutofit/>
          </a:bodyPr>
          <a:lstStyle>
            <a:lvl1pPr>
              <a:lnSpc>
                <a:spcPct val="100000"/>
              </a:lnSpc>
              <a:spcAft>
                <a:spcPts val="600"/>
              </a:spcAft>
              <a:defRPr sz="2800">
                <a:solidFill>
                  <a:srgbClr val="232F3E"/>
                </a:solidFill>
                <a:latin typeface="Amazon Ember Display"/>
              </a:defRPr>
            </a:lvl1pPr>
            <a:lvl2pPr marL="457200" indent="-228600">
              <a:lnSpc>
                <a:spcPct val="100000"/>
              </a:lnSpc>
              <a:spcAft>
                <a:spcPts val="600"/>
              </a:spcAft>
              <a:defRPr sz="2400">
                <a:solidFill>
                  <a:srgbClr val="232F3E"/>
                </a:solidFill>
                <a:latin typeface="Amazon Ember Display"/>
              </a:defRPr>
            </a:lvl2pPr>
            <a:lvl3pPr marL="684213" indent="-228600">
              <a:lnSpc>
                <a:spcPct val="100000"/>
              </a:lnSpc>
              <a:spcAft>
                <a:spcPts val="600"/>
              </a:spcAft>
              <a:defRPr sz="2000">
                <a:solidFill>
                  <a:srgbClr val="232F3E"/>
                </a:solidFill>
                <a:latin typeface="Amazon Ember Display"/>
              </a:defRPr>
            </a:lvl3pPr>
            <a:lvl4pPr marL="914400" indent="-228600">
              <a:lnSpc>
                <a:spcPct val="100000"/>
              </a:lnSpc>
              <a:spcAft>
                <a:spcPts val="600"/>
              </a:spcAft>
              <a:defRPr sz="1800">
                <a:solidFill>
                  <a:srgbClr val="232F3E"/>
                </a:solidFill>
                <a:latin typeface="Amazon Ember Display"/>
              </a:defRPr>
            </a:lvl4pPr>
            <a:lvl5pPr marL="1144588" indent="-228600">
              <a:lnSpc>
                <a:spcPct val="100000"/>
              </a:lnSpc>
              <a:spcAft>
                <a:spcPts val="600"/>
              </a:spcAft>
              <a:defRPr sz="1800">
                <a:solidFill>
                  <a:srgbClr val="232F3E"/>
                </a:solidFill>
                <a:latin typeface="Amazon Ember Display"/>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
        <p:nvSpPr>
          <p:cNvPr id="23" name="Picture Right">
            <a:extLst>
              <a:ext uri="{FF2B5EF4-FFF2-40B4-BE49-F238E27FC236}">
                <a16:creationId xmlns:a16="http://schemas.microsoft.com/office/drawing/2014/main" id="{0FC9A3C9-76CB-45ED-925D-DF04C6D528DC}"/>
              </a:ext>
              <a:ext uri="{C183D7F6-B498-43B3-948B-1728B52AA6E4}">
                <adec:decorative xmlns:adec="http://schemas.microsoft.com/office/drawing/2017/decorative" val="1"/>
              </a:ext>
            </a:extLst>
          </p:cNvPr>
          <p:cNvSpPr>
            <a:spLocks noGrp="1"/>
          </p:cNvSpPr>
          <p:nvPr>
            <p:ph type="pic" idx="23" hasCustomPrompt="1"/>
          </p:nvPr>
        </p:nvSpPr>
        <p:spPr>
          <a:xfrm>
            <a:off x="7891272" y="1097280"/>
            <a:ext cx="2286000" cy="22860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3" name="Header Right">
            <a:extLst>
              <a:ext uri="{FF2B5EF4-FFF2-40B4-BE49-F238E27FC236}">
                <a16:creationId xmlns:a16="http://schemas.microsoft.com/office/drawing/2014/main" id="{08B6087B-5128-4D07-A02C-11A4D91176A4}"/>
              </a:ext>
            </a:extLst>
          </p:cNvPr>
          <p:cNvSpPr>
            <a:spLocks noGrp="1"/>
          </p:cNvSpPr>
          <p:nvPr>
            <p:ph type="body" idx="13" hasCustomPrompt="1"/>
          </p:nvPr>
        </p:nvSpPr>
        <p:spPr>
          <a:xfrm>
            <a:off x="6163056" y="3438144"/>
            <a:ext cx="5669280" cy="440329"/>
          </a:xfrm>
          <a:noFill/>
        </p:spPr>
        <p:txBody>
          <a:bodyPr anchor="ctr">
            <a:noAutofit/>
          </a:bodyPr>
          <a:lstStyle>
            <a:lvl1pPr marL="0" indent="0">
              <a:lnSpc>
                <a:spcPct val="100000"/>
              </a:lnSpc>
              <a:spcBef>
                <a:spcPts val="0"/>
              </a:spcBef>
              <a:spcAft>
                <a:spcPts val="0"/>
              </a:spcAft>
              <a:buNone/>
              <a:defRPr sz="2400" b="0">
                <a:solidFill>
                  <a:schemeClr val="bg1"/>
                </a:solidFill>
                <a:latin typeface="Amazon Ember Display"/>
              </a:defRPr>
            </a:lvl1pPr>
          </a:lstStyle>
          <a:p>
            <a:pPr lvl="0"/>
            <a:r>
              <a:rPr lang="en-US"/>
              <a:t>Enter header text</a:t>
            </a:r>
          </a:p>
        </p:txBody>
      </p:sp>
      <p:sp>
        <p:nvSpPr>
          <p:cNvPr id="4" name="Content Right">
            <a:extLst>
              <a:ext uri="{FF2B5EF4-FFF2-40B4-BE49-F238E27FC236}">
                <a16:creationId xmlns:a16="http://schemas.microsoft.com/office/drawing/2014/main" id="{7F5B85B9-BABC-44F6-B2AE-99F02670D702}"/>
              </a:ext>
            </a:extLst>
          </p:cNvPr>
          <p:cNvSpPr>
            <a:spLocks noGrp="1"/>
          </p:cNvSpPr>
          <p:nvPr>
            <p:ph idx="4" hasCustomPrompt="1"/>
          </p:nvPr>
        </p:nvSpPr>
        <p:spPr>
          <a:xfrm>
            <a:off x="6163056" y="3895344"/>
            <a:ext cx="5669280" cy="2551176"/>
          </a:xfrm>
        </p:spPr>
        <p:txBody>
          <a:bodyPr>
            <a:noAutofit/>
          </a:bodyPr>
          <a:lstStyle>
            <a:lvl1pPr>
              <a:lnSpc>
                <a:spcPct val="100000"/>
              </a:lnSpc>
              <a:spcAft>
                <a:spcPts val="600"/>
              </a:spcAft>
              <a:defRPr sz="2800">
                <a:solidFill>
                  <a:srgbClr val="232F3E"/>
                </a:solidFill>
                <a:latin typeface="Amazon Ember Display"/>
              </a:defRPr>
            </a:lvl1pPr>
            <a:lvl2pPr marL="457200" indent="-228600">
              <a:lnSpc>
                <a:spcPct val="100000"/>
              </a:lnSpc>
              <a:spcAft>
                <a:spcPts val="600"/>
              </a:spcAft>
              <a:defRPr sz="2400">
                <a:solidFill>
                  <a:srgbClr val="232F3E"/>
                </a:solidFill>
                <a:latin typeface="Amazon Ember Display"/>
              </a:defRPr>
            </a:lvl2pPr>
            <a:lvl3pPr marL="684213" indent="-228600">
              <a:lnSpc>
                <a:spcPct val="100000"/>
              </a:lnSpc>
              <a:spcAft>
                <a:spcPts val="600"/>
              </a:spcAft>
              <a:defRPr sz="2000">
                <a:solidFill>
                  <a:srgbClr val="232F3E"/>
                </a:solidFill>
                <a:latin typeface="Amazon Ember Display"/>
              </a:defRPr>
            </a:lvl3pPr>
            <a:lvl4pPr marL="914400" indent="-228600">
              <a:lnSpc>
                <a:spcPct val="100000"/>
              </a:lnSpc>
              <a:spcAft>
                <a:spcPts val="600"/>
              </a:spcAft>
              <a:defRPr sz="1800">
                <a:solidFill>
                  <a:srgbClr val="232F3E"/>
                </a:solidFill>
                <a:latin typeface="Amazon Ember Display"/>
              </a:defRPr>
            </a:lvl4pPr>
            <a:lvl5pPr marL="1144588" indent="-228600">
              <a:lnSpc>
                <a:spcPct val="100000"/>
              </a:lnSpc>
              <a:spcAft>
                <a:spcPts val="600"/>
              </a:spcAft>
              <a:defRPr sz="1800">
                <a:solidFill>
                  <a:srgbClr val="232F3E"/>
                </a:solidFill>
                <a:latin typeface="Amazon Ember Display"/>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Tree>
    <p:custDataLst>
      <p:tags r:id="rId1"/>
    </p:custDataLst>
    <p:extLst>
      <p:ext uri="{BB962C8B-B14F-4D97-AF65-F5344CB8AC3E}">
        <p14:creationId xmlns:p14="http://schemas.microsoft.com/office/powerpoint/2010/main" val="308326678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x" preserve="1">
  <p:cSld name="Title and 3 Columns">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462D2B2A-D218-4356-AEF2-F7FF4059392D}"/>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5" name="Title">
            <a:extLst>
              <a:ext uri="{FF2B5EF4-FFF2-40B4-BE49-F238E27FC236}">
                <a16:creationId xmlns:a16="http://schemas.microsoft.com/office/drawing/2014/main" id="{5F8A0ED5-8D88-437F-965F-590C0BD195F1}"/>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a:t>Title and 3 text columns</a:t>
            </a:r>
          </a:p>
        </p:txBody>
      </p:sp>
      <p:pic>
        <p:nvPicPr>
          <p:cNvPr id="99" name="Divider">
            <a:extLst>
              <a:ext uri="{FF2B5EF4-FFF2-40B4-BE49-F238E27FC236}">
                <a16:creationId xmlns:a16="http://schemas.microsoft.com/office/drawing/2014/main" id="{7EE2A4FF-27FC-4124-82F8-941EBFCC0E4F}"/>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2" name="Content Left">
            <a:extLst>
              <a:ext uri="{FF2B5EF4-FFF2-40B4-BE49-F238E27FC236}">
                <a16:creationId xmlns:a16="http://schemas.microsoft.com/office/drawing/2014/main" id="{8A73B5A2-5001-4FA4-B113-0F6124F1F6A0}"/>
              </a:ext>
            </a:extLst>
          </p:cNvPr>
          <p:cNvSpPr>
            <a:spLocks noGrp="1"/>
          </p:cNvSpPr>
          <p:nvPr>
            <p:ph idx="2" hasCustomPrompt="1"/>
          </p:nvPr>
        </p:nvSpPr>
        <p:spPr>
          <a:xfrm>
            <a:off x="365760" y="1097280"/>
            <a:ext cx="3749040" cy="5330952"/>
          </a:xfrm>
        </p:spPr>
        <p:txBody>
          <a:bodyPr>
            <a:noAutofit/>
          </a:bodyPr>
          <a:lstStyle>
            <a:lvl1pPr>
              <a:lnSpc>
                <a:spcPct val="100000"/>
              </a:lnSpc>
              <a:spcAft>
                <a:spcPts val="600"/>
              </a:spcAft>
              <a:defRPr sz="2800">
                <a:solidFill>
                  <a:srgbClr val="232F3E"/>
                </a:solidFill>
              </a:defRPr>
            </a:lvl1pPr>
            <a:lvl2pPr marL="457200" indent="-228600">
              <a:lnSpc>
                <a:spcPct val="100000"/>
              </a:lnSpc>
              <a:spcAft>
                <a:spcPts val="600"/>
              </a:spcAft>
              <a:defRPr sz="2400">
                <a:solidFill>
                  <a:srgbClr val="232F3E"/>
                </a:solidFill>
              </a:defRPr>
            </a:lvl2pPr>
            <a:lvl3pPr marL="684213" indent="-228600">
              <a:lnSpc>
                <a:spcPct val="100000"/>
              </a:lnSpc>
              <a:spcAft>
                <a:spcPts val="600"/>
              </a:spcAft>
              <a:defRPr sz="2000">
                <a:solidFill>
                  <a:srgbClr val="232F3E"/>
                </a:solidFill>
              </a:defRPr>
            </a:lvl3pPr>
            <a:lvl4pPr marL="914400" indent="-228600">
              <a:lnSpc>
                <a:spcPct val="100000"/>
              </a:lnSpc>
              <a:spcAft>
                <a:spcPts val="600"/>
              </a:spcAft>
              <a:defRPr sz="1800">
                <a:solidFill>
                  <a:srgbClr val="232F3E"/>
                </a:solidFill>
              </a:defRPr>
            </a:lvl4pPr>
            <a:lvl5pPr marL="1144588" indent="-228600">
              <a:lnSpc>
                <a:spcPct val="100000"/>
              </a:lnSpc>
              <a:spcAft>
                <a:spcPts val="600"/>
              </a:spcAft>
              <a:defRPr sz="1800">
                <a:solidFill>
                  <a:srgbClr val="232F3E"/>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
        <p:nvSpPr>
          <p:cNvPr id="3" name="Content Middle">
            <a:extLst>
              <a:ext uri="{FF2B5EF4-FFF2-40B4-BE49-F238E27FC236}">
                <a16:creationId xmlns:a16="http://schemas.microsoft.com/office/drawing/2014/main" id="{951E617C-D9F7-4098-883E-6A048DBCF862}"/>
              </a:ext>
            </a:extLst>
          </p:cNvPr>
          <p:cNvSpPr>
            <a:spLocks noGrp="1"/>
          </p:cNvSpPr>
          <p:nvPr>
            <p:ph idx="3" hasCustomPrompt="1"/>
          </p:nvPr>
        </p:nvSpPr>
        <p:spPr>
          <a:xfrm>
            <a:off x="4224528" y="1097280"/>
            <a:ext cx="3749040" cy="5330952"/>
          </a:xfrm>
        </p:spPr>
        <p:txBody>
          <a:bodyPr>
            <a:noAutofit/>
          </a:bodyPr>
          <a:lstStyle>
            <a:lvl1pPr>
              <a:lnSpc>
                <a:spcPct val="100000"/>
              </a:lnSpc>
              <a:spcAft>
                <a:spcPts val="600"/>
              </a:spcAft>
              <a:defRPr sz="2800">
                <a:solidFill>
                  <a:srgbClr val="232F3E"/>
                </a:solidFill>
              </a:defRPr>
            </a:lvl1pPr>
            <a:lvl2pPr marL="457200" indent="-228600">
              <a:lnSpc>
                <a:spcPct val="100000"/>
              </a:lnSpc>
              <a:spcAft>
                <a:spcPts val="600"/>
              </a:spcAft>
              <a:defRPr sz="2400">
                <a:solidFill>
                  <a:srgbClr val="232F3E"/>
                </a:solidFill>
              </a:defRPr>
            </a:lvl2pPr>
            <a:lvl3pPr marL="684213" indent="-228600">
              <a:lnSpc>
                <a:spcPct val="100000"/>
              </a:lnSpc>
              <a:spcAft>
                <a:spcPts val="600"/>
              </a:spcAft>
              <a:defRPr sz="2000">
                <a:solidFill>
                  <a:srgbClr val="232F3E"/>
                </a:solidFill>
              </a:defRPr>
            </a:lvl3pPr>
            <a:lvl4pPr marL="914400" indent="-228600">
              <a:lnSpc>
                <a:spcPct val="100000"/>
              </a:lnSpc>
              <a:spcAft>
                <a:spcPts val="600"/>
              </a:spcAft>
              <a:defRPr sz="1800">
                <a:solidFill>
                  <a:srgbClr val="232F3E"/>
                </a:solidFill>
              </a:defRPr>
            </a:lvl4pPr>
            <a:lvl5pPr marL="1144588" indent="-228600">
              <a:lnSpc>
                <a:spcPct val="100000"/>
              </a:lnSpc>
              <a:spcAft>
                <a:spcPts val="600"/>
              </a:spcAft>
              <a:defRPr sz="1800">
                <a:solidFill>
                  <a:srgbClr val="232F3E"/>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
        <p:nvSpPr>
          <p:cNvPr id="4" name="Content Right">
            <a:extLst>
              <a:ext uri="{FF2B5EF4-FFF2-40B4-BE49-F238E27FC236}">
                <a16:creationId xmlns:a16="http://schemas.microsoft.com/office/drawing/2014/main" id="{A8A7CEA5-195D-4DB0-B5A3-06CEEA93C108}"/>
              </a:ext>
            </a:extLst>
          </p:cNvPr>
          <p:cNvSpPr>
            <a:spLocks noGrp="1"/>
          </p:cNvSpPr>
          <p:nvPr>
            <p:ph idx="4" hasCustomPrompt="1"/>
          </p:nvPr>
        </p:nvSpPr>
        <p:spPr>
          <a:xfrm>
            <a:off x="8083296" y="1097280"/>
            <a:ext cx="3749040" cy="5330952"/>
          </a:xfrm>
        </p:spPr>
        <p:txBody>
          <a:bodyPr>
            <a:noAutofit/>
          </a:bodyPr>
          <a:lstStyle>
            <a:lvl1pPr>
              <a:lnSpc>
                <a:spcPct val="100000"/>
              </a:lnSpc>
              <a:spcAft>
                <a:spcPts val="600"/>
              </a:spcAft>
              <a:defRPr sz="2800">
                <a:solidFill>
                  <a:srgbClr val="232F3E"/>
                </a:solidFill>
              </a:defRPr>
            </a:lvl1pPr>
            <a:lvl2pPr marL="457200" indent="-228600">
              <a:lnSpc>
                <a:spcPct val="100000"/>
              </a:lnSpc>
              <a:spcAft>
                <a:spcPts val="600"/>
              </a:spcAft>
              <a:defRPr sz="2400">
                <a:solidFill>
                  <a:srgbClr val="232F3E"/>
                </a:solidFill>
              </a:defRPr>
            </a:lvl2pPr>
            <a:lvl3pPr marL="684213" indent="-228600">
              <a:lnSpc>
                <a:spcPct val="100000"/>
              </a:lnSpc>
              <a:spcAft>
                <a:spcPts val="600"/>
              </a:spcAft>
              <a:defRPr sz="2000">
                <a:solidFill>
                  <a:srgbClr val="232F3E"/>
                </a:solidFill>
              </a:defRPr>
            </a:lvl3pPr>
            <a:lvl4pPr marL="914400" indent="-228600">
              <a:lnSpc>
                <a:spcPct val="100000"/>
              </a:lnSpc>
              <a:spcAft>
                <a:spcPts val="600"/>
              </a:spcAft>
              <a:defRPr sz="1800">
                <a:solidFill>
                  <a:srgbClr val="232F3E"/>
                </a:solidFill>
              </a:defRPr>
            </a:lvl4pPr>
            <a:lvl5pPr marL="1144588" indent="-228600">
              <a:lnSpc>
                <a:spcPct val="100000"/>
              </a:lnSpc>
              <a:spcAft>
                <a:spcPts val="600"/>
              </a:spcAft>
              <a:defRPr sz="1800">
                <a:solidFill>
                  <a:srgbClr val="232F3E"/>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Tree>
    <p:custDataLst>
      <p:tags r:id="rId1"/>
    </p:custDataLst>
    <p:extLst>
      <p:ext uri="{BB962C8B-B14F-4D97-AF65-F5344CB8AC3E}">
        <p14:creationId xmlns:p14="http://schemas.microsoft.com/office/powerpoint/2010/main" val="24471028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x" preserve="1">
  <p:cSld name="Title, 3 Headers, and 3 Text Columns">
    <p:bg>
      <p:bgPr>
        <a:solidFill>
          <a:schemeClr val="bg1"/>
        </a:solidFill>
        <a:effectLst/>
      </p:bgPr>
    </p:bg>
    <p:spTree>
      <p:nvGrpSpPr>
        <p:cNvPr id="1" name=""/>
        <p:cNvGrpSpPr/>
        <p:nvPr/>
      </p:nvGrpSpPr>
      <p:grpSpPr>
        <a:xfrm>
          <a:off x="0" y="0"/>
          <a:ext cx="0" cy="0"/>
          <a:chOff x="0" y="0"/>
          <a:chExt cx="0" cy="0"/>
        </a:xfrm>
      </p:grpSpPr>
      <p:pic>
        <p:nvPicPr>
          <p:cNvPr id="99" name="Background">
            <a:extLst>
              <a:ext uri="{FF2B5EF4-FFF2-40B4-BE49-F238E27FC236}">
                <a16:creationId xmlns:a16="http://schemas.microsoft.com/office/drawing/2014/main" id="{5E94278F-C163-4179-AC1B-35DE088D94AB}"/>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60" y="1053311"/>
            <a:ext cx="11460480" cy="440329"/>
          </a:xfrm>
          <a:prstGeom prst="rect">
            <a:avLst/>
          </a:prstGeom>
        </p:spPr>
      </p:pic>
      <p:sp>
        <p:nvSpPr>
          <p:cNvPr id="97" name="Slide Number">
            <a:extLst>
              <a:ext uri="{FF2B5EF4-FFF2-40B4-BE49-F238E27FC236}">
                <a16:creationId xmlns:a16="http://schemas.microsoft.com/office/drawing/2014/main" id="{D472F160-9C3B-4BD6-99BB-267BDD7DD312}"/>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5"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a:t>Title, 3 headers, and 3 text columns</a:t>
            </a:r>
          </a:p>
        </p:txBody>
      </p:sp>
      <p:sp>
        <p:nvSpPr>
          <p:cNvPr id="12" name="Content Header Left">
            <a:extLst>
              <a:ext uri="{FF2B5EF4-FFF2-40B4-BE49-F238E27FC236}">
                <a16:creationId xmlns:a16="http://schemas.microsoft.com/office/drawing/2014/main" id="{CEBB69C5-28A4-4F99-A9FE-572F9D53CF4E}"/>
              </a:ext>
            </a:extLst>
          </p:cNvPr>
          <p:cNvSpPr>
            <a:spLocks noGrp="1"/>
          </p:cNvSpPr>
          <p:nvPr>
            <p:ph type="body" idx="12" hasCustomPrompt="1"/>
          </p:nvPr>
        </p:nvSpPr>
        <p:spPr>
          <a:xfrm>
            <a:off x="365760" y="1053311"/>
            <a:ext cx="3749040" cy="440329"/>
          </a:xfrm>
          <a:noFill/>
          <a:ln>
            <a:noFill/>
          </a:ln>
        </p:spPr>
        <p:txBody>
          <a:bodyPr anchor="ctr">
            <a:noAutofit/>
          </a:bodyPr>
          <a:lstStyle>
            <a:lvl1pPr marL="0" indent="0">
              <a:lnSpc>
                <a:spcPct val="100000"/>
              </a:lnSpc>
              <a:spcBef>
                <a:spcPts val="0"/>
              </a:spcBef>
              <a:spcAft>
                <a:spcPts val="0"/>
              </a:spcAft>
              <a:buNone/>
              <a:defRPr sz="2400" b="0">
                <a:solidFill>
                  <a:schemeClr val="bg1"/>
                </a:solidFill>
                <a:latin typeface="Amazon Ember Display"/>
              </a:defRPr>
            </a:lvl1pPr>
          </a:lstStyle>
          <a:p>
            <a:pPr lvl="0"/>
            <a:r>
              <a:rPr lang="en-US"/>
              <a:t>Enter header text</a:t>
            </a:r>
          </a:p>
        </p:txBody>
      </p:sp>
      <p:sp>
        <p:nvSpPr>
          <p:cNvPr id="2" name="Content Left">
            <a:extLst>
              <a:ext uri="{FF2B5EF4-FFF2-40B4-BE49-F238E27FC236}">
                <a16:creationId xmlns:a16="http://schemas.microsoft.com/office/drawing/2014/main" id="{5ACBD598-6775-4223-B2AB-B169A112E3FF}"/>
              </a:ext>
            </a:extLst>
          </p:cNvPr>
          <p:cNvSpPr>
            <a:spLocks noGrp="1"/>
          </p:cNvSpPr>
          <p:nvPr>
            <p:ph type="body" idx="2" hasCustomPrompt="1"/>
          </p:nvPr>
        </p:nvSpPr>
        <p:spPr>
          <a:xfrm>
            <a:off x="365760" y="1563624"/>
            <a:ext cx="3749040" cy="4873752"/>
          </a:xfrm>
        </p:spPr>
        <p:txBody>
          <a:bodyPr>
            <a:noAutofit/>
          </a:bodyPr>
          <a:lstStyle>
            <a:lvl1pPr>
              <a:lnSpc>
                <a:spcPct val="100000"/>
              </a:lnSpc>
              <a:spcAft>
                <a:spcPts val="600"/>
              </a:spcAft>
              <a:defRPr sz="2800">
                <a:solidFill>
                  <a:srgbClr val="232F3E"/>
                </a:solidFill>
              </a:defRPr>
            </a:lvl1pPr>
            <a:lvl2pPr marL="457200" indent="-228600">
              <a:lnSpc>
                <a:spcPct val="100000"/>
              </a:lnSpc>
              <a:spcAft>
                <a:spcPts val="600"/>
              </a:spcAft>
              <a:defRPr sz="2400">
                <a:solidFill>
                  <a:srgbClr val="232F3E"/>
                </a:solidFill>
              </a:defRPr>
            </a:lvl2pPr>
            <a:lvl3pPr marL="684213" indent="-228600">
              <a:lnSpc>
                <a:spcPct val="100000"/>
              </a:lnSpc>
              <a:spcAft>
                <a:spcPts val="600"/>
              </a:spcAft>
              <a:defRPr sz="2000">
                <a:solidFill>
                  <a:srgbClr val="232F3E"/>
                </a:solidFill>
              </a:defRPr>
            </a:lvl3pPr>
            <a:lvl4pPr marL="914400" indent="-228600">
              <a:lnSpc>
                <a:spcPct val="100000"/>
              </a:lnSpc>
              <a:spcAft>
                <a:spcPts val="600"/>
              </a:spcAft>
              <a:defRPr sz="1800">
                <a:solidFill>
                  <a:srgbClr val="232F3E"/>
                </a:solidFill>
              </a:defRPr>
            </a:lvl4pPr>
            <a:lvl5pPr marL="1144588" indent="-228600">
              <a:lnSpc>
                <a:spcPct val="100000"/>
              </a:lnSpc>
              <a:spcAft>
                <a:spcPts val="600"/>
              </a:spcAft>
              <a:defRPr sz="1800">
                <a:solidFill>
                  <a:srgbClr val="232F3E"/>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
        <p:nvSpPr>
          <p:cNvPr id="13" name="Content Header Middle">
            <a:extLst>
              <a:ext uri="{FF2B5EF4-FFF2-40B4-BE49-F238E27FC236}">
                <a16:creationId xmlns:a16="http://schemas.microsoft.com/office/drawing/2014/main" id="{04C41CFA-9BF9-474A-89A9-E22790A538E2}"/>
              </a:ext>
            </a:extLst>
          </p:cNvPr>
          <p:cNvSpPr>
            <a:spLocks noGrp="1"/>
          </p:cNvSpPr>
          <p:nvPr>
            <p:ph type="body" idx="13" hasCustomPrompt="1"/>
          </p:nvPr>
        </p:nvSpPr>
        <p:spPr>
          <a:xfrm>
            <a:off x="4224528" y="1053311"/>
            <a:ext cx="3749040" cy="440329"/>
          </a:xfrm>
          <a:noFill/>
          <a:ln>
            <a:noFill/>
          </a:ln>
        </p:spPr>
        <p:txBody>
          <a:bodyPr anchor="ctr">
            <a:noAutofit/>
          </a:bodyPr>
          <a:lstStyle>
            <a:lvl1pPr marL="0" indent="0">
              <a:lnSpc>
                <a:spcPct val="100000"/>
              </a:lnSpc>
              <a:spcBef>
                <a:spcPts val="0"/>
              </a:spcBef>
              <a:spcAft>
                <a:spcPts val="0"/>
              </a:spcAft>
              <a:buNone/>
              <a:defRPr sz="2400" b="0">
                <a:solidFill>
                  <a:schemeClr val="bg1"/>
                </a:solidFill>
                <a:latin typeface="Amazon Ember Display"/>
              </a:defRPr>
            </a:lvl1pPr>
          </a:lstStyle>
          <a:p>
            <a:pPr lvl="0"/>
            <a:r>
              <a:rPr lang="en-US"/>
              <a:t>Enter header text</a:t>
            </a:r>
          </a:p>
        </p:txBody>
      </p:sp>
      <p:sp>
        <p:nvSpPr>
          <p:cNvPr id="3" name="Content Middle">
            <a:extLst>
              <a:ext uri="{FF2B5EF4-FFF2-40B4-BE49-F238E27FC236}">
                <a16:creationId xmlns:a16="http://schemas.microsoft.com/office/drawing/2014/main" id="{7F5B85B9-BABC-44F6-B2AE-99F02670D702}"/>
              </a:ext>
            </a:extLst>
          </p:cNvPr>
          <p:cNvSpPr>
            <a:spLocks noGrp="1"/>
          </p:cNvSpPr>
          <p:nvPr>
            <p:ph type="body" idx="3" hasCustomPrompt="1"/>
          </p:nvPr>
        </p:nvSpPr>
        <p:spPr>
          <a:xfrm>
            <a:off x="4224528" y="1563624"/>
            <a:ext cx="3749040" cy="4873752"/>
          </a:xfrm>
        </p:spPr>
        <p:txBody>
          <a:bodyPr>
            <a:noAutofit/>
          </a:bodyPr>
          <a:lstStyle>
            <a:lvl1pPr>
              <a:lnSpc>
                <a:spcPct val="100000"/>
              </a:lnSpc>
              <a:spcAft>
                <a:spcPts val="600"/>
              </a:spcAft>
              <a:defRPr sz="2800">
                <a:solidFill>
                  <a:srgbClr val="232F3E"/>
                </a:solidFill>
              </a:defRPr>
            </a:lvl1pPr>
            <a:lvl2pPr marL="457200" indent="-228600">
              <a:lnSpc>
                <a:spcPct val="100000"/>
              </a:lnSpc>
              <a:spcAft>
                <a:spcPts val="600"/>
              </a:spcAft>
              <a:defRPr sz="2400">
                <a:solidFill>
                  <a:srgbClr val="232F3E"/>
                </a:solidFill>
              </a:defRPr>
            </a:lvl2pPr>
            <a:lvl3pPr marL="684213" indent="-228600">
              <a:lnSpc>
                <a:spcPct val="100000"/>
              </a:lnSpc>
              <a:spcAft>
                <a:spcPts val="600"/>
              </a:spcAft>
              <a:defRPr sz="2000">
                <a:solidFill>
                  <a:srgbClr val="232F3E"/>
                </a:solidFill>
              </a:defRPr>
            </a:lvl3pPr>
            <a:lvl4pPr marL="914400" indent="-228600">
              <a:lnSpc>
                <a:spcPct val="100000"/>
              </a:lnSpc>
              <a:spcAft>
                <a:spcPts val="600"/>
              </a:spcAft>
              <a:defRPr sz="1800">
                <a:solidFill>
                  <a:srgbClr val="232F3E"/>
                </a:solidFill>
              </a:defRPr>
            </a:lvl4pPr>
            <a:lvl5pPr marL="1144588" indent="-228600">
              <a:lnSpc>
                <a:spcPct val="100000"/>
              </a:lnSpc>
              <a:spcAft>
                <a:spcPts val="600"/>
              </a:spcAft>
              <a:defRPr sz="1800">
                <a:solidFill>
                  <a:srgbClr val="232F3E"/>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
        <p:nvSpPr>
          <p:cNvPr id="14" name="Content Header Right">
            <a:extLst>
              <a:ext uri="{FF2B5EF4-FFF2-40B4-BE49-F238E27FC236}">
                <a16:creationId xmlns:a16="http://schemas.microsoft.com/office/drawing/2014/main" id="{B3EBECE3-35F9-4AF4-A8A7-FD546C7C32D6}"/>
              </a:ext>
            </a:extLst>
          </p:cNvPr>
          <p:cNvSpPr>
            <a:spLocks noGrp="1"/>
          </p:cNvSpPr>
          <p:nvPr>
            <p:ph type="body" idx="14" hasCustomPrompt="1"/>
          </p:nvPr>
        </p:nvSpPr>
        <p:spPr>
          <a:xfrm>
            <a:off x="8083296" y="1053311"/>
            <a:ext cx="3749040" cy="440329"/>
          </a:xfrm>
          <a:noFill/>
          <a:ln>
            <a:noFill/>
          </a:ln>
        </p:spPr>
        <p:txBody>
          <a:bodyPr anchor="ctr">
            <a:noAutofit/>
          </a:bodyPr>
          <a:lstStyle>
            <a:lvl1pPr marL="0" indent="0">
              <a:lnSpc>
                <a:spcPct val="100000"/>
              </a:lnSpc>
              <a:spcBef>
                <a:spcPts val="0"/>
              </a:spcBef>
              <a:spcAft>
                <a:spcPts val="0"/>
              </a:spcAft>
              <a:buNone/>
              <a:defRPr sz="2400" b="0">
                <a:solidFill>
                  <a:schemeClr val="bg1"/>
                </a:solidFill>
                <a:latin typeface="Amazon Ember Display"/>
              </a:defRPr>
            </a:lvl1pPr>
          </a:lstStyle>
          <a:p>
            <a:pPr lvl="0"/>
            <a:r>
              <a:rPr lang="en-US"/>
              <a:t>Enter header text</a:t>
            </a:r>
          </a:p>
        </p:txBody>
      </p:sp>
      <p:sp>
        <p:nvSpPr>
          <p:cNvPr id="4" name="Content Right">
            <a:extLst>
              <a:ext uri="{FF2B5EF4-FFF2-40B4-BE49-F238E27FC236}">
                <a16:creationId xmlns:a16="http://schemas.microsoft.com/office/drawing/2014/main" id="{92466994-EA21-45EA-9DC6-3C179254B3A8}"/>
              </a:ext>
            </a:extLst>
          </p:cNvPr>
          <p:cNvSpPr>
            <a:spLocks noGrp="1"/>
          </p:cNvSpPr>
          <p:nvPr>
            <p:ph type="body" idx="4" hasCustomPrompt="1"/>
          </p:nvPr>
        </p:nvSpPr>
        <p:spPr>
          <a:xfrm>
            <a:off x="8083296" y="1591056"/>
            <a:ext cx="3749040" cy="4843688"/>
          </a:xfrm>
        </p:spPr>
        <p:txBody>
          <a:bodyPr>
            <a:noAutofit/>
          </a:bodyPr>
          <a:lstStyle>
            <a:lvl1pPr>
              <a:lnSpc>
                <a:spcPct val="100000"/>
              </a:lnSpc>
              <a:spcAft>
                <a:spcPts val="600"/>
              </a:spcAft>
              <a:defRPr sz="2800">
                <a:solidFill>
                  <a:srgbClr val="232F3E"/>
                </a:solidFill>
              </a:defRPr>
            </a:lvl1pPr>
            <a:lvl2pPr marL="457200" indent="-228600">
              <a:lnSpc>
                <a:spcPct val="100000"/>
              </a:lnSpc>
              <a:spcAft>
                <a:spcPts val="600"/>
              </a:spcAft>
              <a:defRPr sz="2400">
                <a:solidFill>
                  <a:srgbClr val="232F3E"/>
                </a:solidFill>
              </a:defRPr>
            </a:lvl2pPr>
            <a:lvl3pPr marL="684213" indent="-228600">
              <a:lnSpc>
                <a:spcPct val="100000"/>
              </a:lnSpc>
              <a:spcAft>
                <a:spcPts val="600"/>
              </a:spcAft>
              <a:defRPr sz="2000">
                <a:solidFill>
                  <a:srgbClr val="232F3E"/>
                </a:solidFill>
              </a:defRPr>
            </a:lvl3pPr>
            <a:lvl4pPr marL="914400" indent="-228600">
              <a:lnSpc>
                <a:spcPct val="100000"/>
              </a:lnSpc>
              <a:spcAft>
                <a:spcPts val="600"/>
              </a:spcAft>
              <a:defRPr sz="1800">
                <a:solidFill>
                  <a:srgbClr val="232F3E"/>
                </a:solidFill>
              </a:defRPr>
            </a:lvl4pPr>
            <a:lvl5pPr marL="1144588" indent="-228600">
              <a:lnSpc>
                <a:spcPct val="100000"/>
              </a:lnSpc>
              <a:spcAft>
                <a:spcPts val="600"/>
              </a:spcAft>
              <a:defRPr sz="1800">
                <a:solidFill>
                  <a:srgbClr val="232F3E"/>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Tree>
    <p:custDataLst>
      <p:tags r:id="rId1"/>
    </p:custDataLst>
    <p:extLst>
      <p:ext uri="{BB962C8B-B14F-4D97-AF65-F5344CB8AC3E}">
        <p14:creationId xmlns:p14="http://schemas.microsoft.com/office/powerpoint/2010/main" val="153025985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cSld name="Title, 3 Lg Pics, and 3 Headers">
    <p:bg>
      <p:bgPr>
        <a:solidFill>
          <a:schemeClr val="bg1"/>
        </a:solidFill>
        <a:effectLst/>
      </p:bgPr>
    </p:bg>
    <p:spTree>
      <p:nvGrpSpPr>
        <p:cNvPr id="1" name=""/>
        <p:cNvGrpSpPr/>
        <p:nvPr/>
      </p:nvGrpSpPr>
      <p:grpSpPr>
        <a:xfrm>
          <a:off x="0" y="0"/>
          <a:ext cx="0" cy="0"/>
          <a:chOff x="0" y="0"/>
          <a:chExt cx="0" cy="0"/>
        </a:xfrm>
      </p:grpSpPr>
      <p:grpSp>
        <p:nvGrpSpPr>
          <p:cNvPr id="99" name="Background">
            <a:extLst>
              <a:ext uri="{FF2B5EF4-FFF2-40B4-BE49-F238E27FC236}">
                <a16:creationId xmlns:a16="http://schemas.microsoft.com/office/drawing/2014/main" id="{D60A92DB-4EDE-4A1F-9E58-683E66BD2485}"/>
              </a:ext>
              <a:ext uri="{C183D7F6-B498-43B3-948B-1728B52AA6E4}">
                <adec:decorative xmlns:adec="http://schemas.microsoft.com/office/drawing/2017/decorative" val="1"/>
              </a:ext>
            </a:extLst>
          </p:cNvPr>
          <p:cNvGrpSpPr/>
          <p:nvPr/>
        </p:nvGrpSpPr>
        <p:grpSpPr>
          <a:xfrm>
            <a:off x="353568" y="1028377"/>
            <a:ext cx="11497055" cy="4238575"/>
            <a:chOff x="353568" y="1028377"/>
            <a:chExt cx="11497055" cy="4238575"/>
          </a:xfrm>
        </p:grpSpPr>
        <p:pic>
          <p:nvPicPr>
            <p:cNvPr id="98" name="Background">
              <a:extLst>
                <a:ext uri="{FF2B5EF4-FFF2-40B4-BE49-F238E27FC236}">
                  <a16:creationId xmlns:a16="http://schemas.microsoft.com/office/drawing/2014/main" id="{0A39D91E-8E12-4EDA-A92E-1823DFEBDCAE}"/>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3568" y="4663440"/>
              <a:ext cx="11460480" cy="440329"/>
            </a:xfrm>
            <a:prstGeom prst="rect">
              <a:avLst/>
            </a:prstGeom>
          </p:spPr>
        </p:pic>
        <p:pic>
          <p:nvPicPr>
            <p:cNvPr id="96" name="Divider">
              <a:extLst>
                <a:ext uri="{FF2B5EF4-FFF2-40B4-BE49-F238E27FC236}">
                  <a16:creationId xmlns:a16="http://schemas.microsoft.com/office/drawing/2014/main" id="{07A34186-F2DF-4A02-80D8-2DCF8944E228}"/>
                </a:ext>
                <a:ext uri="{C183D7F6-B498-43B3-948B-1728B52AA6E4}">
                  <adec:decorative xmlns:adec="http://schemas.microsoft.com/office/drawing/2017/decorative" val="1"/>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grpSp>
      <p:sp>
        <p:nvSpPr>
          <p:cNvPr id="97" name="Slide Number">
            <a:extLst>
              <a:ext uri="{FF2B5EF4-FFF2-40B4-BE49-F238E27FC236}">
                <a16:creationId xmlns:a16="http://schemas.microsoft.com/office/drawing/2014/main" id="{4E12A119-63D8-4FB5-9AE0-FE08C858C579}"/>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2"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a:t>Title, 3 large pictures, and 3 headers</a:t>
            </a:r>
          </a:p>
        </p:txBody>
      </p:sp>
      <p:sp>
        <p:nvSpPr>
          <p:cNvPr id="22" name="Picture Left">
            <a:extLst>
              <a:ext uri="{FF2B5EF4-FFF2-40B4-BE49-F238E27FC236}">
                <a16:creationId xmlns:a16="http://schemas.microsoft.com/office/drawing/2014/main" id="{97C88FB1-7BD6-48D3-9B99-1098619F5246}"/>
              </a:ext>
              <a:ext uri="{C183D7F6-B498-43B3-948B-1728B52AA6E4}">
                <adec:decorative xmlns:adec="http://schemas.microsoft.com/office/drawing/2017/decorative" val="1"/>
              </a:ext>
            </a:extLst>
          </p:cNvPr>
          <p:cNvSpPr>
            <a:spLocks noGrp="1"/>
          </p:cNvSpPr>
          <p:nvPr>
            <p:ph idx="22" hasCustomPrompt="1"/>
          </p:nvPr>
        </p:nvSpPr>
        <p:spPr>
          <a:xfrm>
            <a:off x="1097280" y="2286000"/>
            <a:ext cx="2286000" cy="2286000"/>
          </a:xfrm>
        </p:spPr>
        <p:txBody>
          <a:bodyPr anchor="t">
            <a:noAutofit/>
          </a:bodyPr>
          <a:lstStyle>
            <a:lvl1pPr marL="0" indent="0" algn="ctr">
              <a:buNone/>
              <a:defRPr sz="2000">
                <a:solidFill>
                  <a:schemeClr val="tx2"/>
                </a:solidFill>
                <a:latin typeface="+mn-lt"/>
              </a:defRPr>
            </a:lvl1pPr>
          </a:lstStyle>
          <a:p>
            <a:r>
              <a:rPr lang="en-US"/>
              <a:t>Click icon to add image</a:t>
            </a:r>
          </a:p>
        </p:txBody>
      </p:sp>
      <p:sp>
        <p:nvSpPr>
          <p:cNvPr id="12" name="Header Left">
            <a:extLst>
              <a:ext uri="{FF2B5EF4-FFF2-40B4-BE49-F238E27FC236}">
                <a16:creationId xmlns:a16="http://schemas.microsoft.com/office/drawing/2014/main" id="{CEBB69C5-28A4-4F99-A9FE-572F9D53CF4E}"/>
              </a:ext>
            </a:extLst>
          </p:cNvPr>
          <p:cNvSpPr>
            <a:spLocks noGrp="1"/>
          </p:cNvSpPr>
          <p:nvPr>
            <p:ph type="body" idx="12" hasCustomPrompt="1"/>
          </p:nvPr>
        </p:nvSpPr>
        <p:spPr>
          <a:xfrm>
            <a:off x="365760" y="4663440"/>
            <a:ext cx="3749040" cy="440329"/>
          </a:xfrm>
          <a:noFill/>
          <a:ln>
            <a:noFill/>
          </a:ln>
        </p:spPr>
        <p:txBody>
          <a:bodyPr lIns="91440" anchor="ctr">
            <a:noAutofit/>
          </a:bodyPr>
          <a:lstStyle>
            <a:lvl1pPr marL="0" indent="0" algn="ctr">
              <a:lnSpc>
                <a:spcPct val="100000"/>
              </a:lnSpc>
              <a:spcBef>
                <a:spcPts val="0"/>
              </a:spcBef>
              <a:spcAft>
                <a:spcPts val="0"/>
              </a:spcAft>
              <a:buNone/>
              <a:defRPr sz="2000" b="0">
                <a:solidFill>
                  <a:schemeClr val="bg1"/>
                </a:solidFill>
                <a:latin typeface="Amazon Ember Display"/>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header text</a:t>
            </a:r>
          </a:p>
        </p:txBody>
      </p:sp>
      <p:sp>
        <p:nvSpPr>
          <p:cNvPr id="23" name="Picture Center Left">
            <a:extLst>
              <a:ext uri="{FF2B5EF4-FFF2-40B4-BE49-F238E27FC236}">
                <a16:creationId xmlns:a16="http://schemas.microsoft.com/office/drawing/2014/main" id="{536ADC96-59CC-4670-BA80-757A11151BF9}"/>
              </a:ext>
              <a:ext uri="{C183D7F6-B498-43B3-948B-1728B52AA6E4}">
                <adec:decorative xmlns:adec="http://schemas.microsoft.com/office/drawing/2017/decorative" val="1"/>
              </a:ext>
            </a:extLst>
          </p:cNvPr>
          <p:cNvSpPr>
            <a:spLocks noGrp="1"/>
          </p:cNvSpPr>
          <p:nvPr>
            <p:ph idx="10" hasCustomPrompt="1"/>
          </p:nvPr>
        </p:nvSpPr>
        <p:spPr>
          <a:xfrm>
            <a:off x="4956048" y="2286000"/>
            <a:ext cx="2286000" cy="2286000"/>
          </a:xfrm>
        </p:spPr>
        <p:txBody>
          <a:bodyPr anchor="t">
            <a:noAutofit/>
          </a:bodyPr>
          <a:lstStyle>
            <a:lvl1pPr marL="0" indent="0" algn="ctr">
              <a:buNone/>
              <a:defRPr sz="2000">
                <a:solidFill>
                  <a:schemeClr val="tx2"/>
                </a:solidFill>
                <a:latin typeface="+mn-lt"/>
              </a:defRPr>
            </a:lvl1pPr>
          </a:lstStyle>
          <a:p>
            <a:r>
              <a:rPr lang="en-US"/>
              <a:t>Click icon to add image</a:t>
            </a:r>
          </a:p>
        </p:txBody>
      </p:sp>
      <p:sp>
        <p:nvSpPr>
          <p:cNvPr id="13" name="Header Center Left">
            <a:extLst>
              <a:ext uri="{FF2B5EF4-FFF2-40B4-BE49-F238E27FC236}">
                <a16:creationId xmlns:a16="http://schemas.microsoft.com/office/drawing/2014/main" id="{04C41CFA-9BF9-474A-89A9-E22790A538E2}"/>
              </a:ext>
            </a:extLst>
          </p:cNvPr>
          <p:cNvSpPr>
            <a:spLocks noGrp="1"/>
          </p:cNvSpPr>
          <p:nvPr>
            <p:ph type="body" idx="13" hasCustomPrompt="1"/>
          </p:nvPr>
        </p:nvSpPr>
        <p:spPr>
          <a:xfrm>
            <a:off x="4224528" y="4663440"/>
            <a:ext cx="3749040" cy="440329"/>
          </a:xfrm>
          <a:noFill/>
          <a:ln>
            <a:noFill/>
          </a:ln>
        </p:spPr>
        <p:txBody>
          <a:bodyPr lIns="91440" anchor="ctr">
            <a:noAutofit/>
          </a:bodyPr>
          <a:lstStyle>
            <a:lvl1pPr marL="0" indent="0" algn="ctr">
              <a:lnSpc>
                <a:spcPct val="100000"/>
              </a:lnSpc>
              <a:spcBef>
                <a:spcPts val="0"/>
              </a:spcBef>
              <a:spcAft>
                <a:spcPts val="0"/>
              </a:spcAft>
              <a:buNone/>
              <a:defRPr sz="20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header text</a:t>
            </a:r>
          </a:p>
        </p:txBody>
      </p:sp>
      <p:sp>
        <p:nvSpPr>
          <p:cNvPr id="24" name="Picture Center Right">
            <a:extLst>
              <a:ext uri="{FF2B5EF4-FFF2-40B4-BE49-F238E27FC236}">
                <a16:creationId xmlns:a16="http://schemas.microsoft.com/office/drawing/2014/main" id="{DEC705E3-5BBB-4173-AAF5-E12991B7D59F}"/>
              </a:ext>
              <a:ext uri="{C183D7F6-B498-43B3-948B-1728B52AA6E4}">
                <adec:decorative xmlns:adec="http://schemas.microsoft.com/office/drawing/2017/decorative" val="1"/>
              </a:ext>
            </a:extLst>
          </p:cNvPr>
          <p:cNvSpPr>
            <a:spLocks noGrp="1"/>
          </p:cNvSpPr>
          <p:nvPr>
            <p:ph idx="24" hasCustomPrompt="1"/>
          </p:nvPr>
        </p:nvSpPr>
        <p:spPr>
          <a:xfrm>
            <a:off x="8814816" y="2286000"/>
            <a:ext cx="2286000" cy="2286000"/>
          </a:xfrm>
        </p:spPr>
        <p:txBody>
          <a:bodyPr anchor="t">
            <a:noAutofit/>
          </a:bodyPr>
          <a:lstStyle>
            <a:lvl1pPr marL="0" indent="0" algn="ctr">
              <a:buNone/>
              <a:defRPr sz="2000">
                <a:solidFill>
                  <a:schemeClr val="tx2"/>
                </a:solidFill>
                <a:latin typeface="+mn-lt"/>
              </a:defRPr>
            </a:lvl1pPr>
          </a:lstStyle>
          <a:p>
            <a:r>
              <a:rPr lang="en-US"/>
              <a:t>Click icon to add image</a:t>
            </a:r>
          </a:p>
        </p:txBody>
      </p:sp>
      <p:sp>
        <p:nvSpPr>
          <p:cNvPr id="14" name="Header Center Right">
            <a:extLst>
              <a:ext uri="{FF2B5EF4-FFF2-40B4-BE49-F238E27FC236}">
                <a16:creationId xmlns:a16="http://schemas.microsoft.com/office/drawing/2014/main" id="{CF01F87A-DBEF-4657-8500-6A751FF3BC24}"/>
              </a:ext>
            </a:extLst>
          </p:cNvPr>
          <p:cNvSpPr>
            <a:spLocks noGrp="1"/>
          </p:cNvSpPr>
          <p:nvPr>
            <p:ph type="body" idx="14" hasCustomPrompt="1"/>
          </p:nvPr>
        </p:nvSpPr>
        <p:spPr>
          <a:xfrm>
            <a:off x="8083296" y="4663440"/>
            <a:ext cx="3749040" cy="440329"/>
          </a:xfrm>
          <a:noFill/>
          <a:ln>
            <a:noFill/>
          </a:ln>
        </p:spPr>
        <p:txBody>
          <a:bodyPr lIns="91440" anchor="ctr">
            <a:noAutofit/>
          </a:bodyPr>
          <a:lstStyle>
            <a:lvl1pPr marL="0" indent="0" algn="ctr">
              <a:lnSpc>
                <a:spcPct val="100000"/>
              </a:lnSpc>
              <a:spcBef>
                <a:spcPts val="0"/>
              </a:spcBef>
              <a:spcAft>
                <a:spcPts val="0"/>
              </a:spcAft>
              <a:buNone/>
              <a:defRPr sz="20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header text</a:t>
            </a:r>
          </a:p>
        </p:txBody>
      </p:sp>
    </p:spTree>
    <p:custDataLst>
      <p:tags r:id="rId1"/>
    </p:custDataLst>
    <p:extLst>
      <p:ext uri="{BB962C8B-B14F-4D97-AF65-F5344CB8AC3E}">
        <p14:creationId xmlns:p14="http://schemas.microsoft.com/office/powerpoint/2010/main" val="271754555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Title, 3 Pictures, and 3 Text Columns">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1C486246-EB4C-49BA-AED3-F7550CA0BAFE}"/>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2"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a:t>Title, 3 picture, and 3 text columns</a:t>
            </a:r>
          </a:p>
        </p:txBody>
      </p:sp>
      <p:pic>
        <p:nvPicPr>
          <p:cNvPr id="99" name="Divider">
            <a:extLst>
              <a:ext uri="{FF2B5EF4-FFF2-40B4-BE49-F238E27FC236}">
                <a16:creationId xmlns:a16="http://schemas.microsoft.com/office/drawing/2014/main" id="{6FD66F17-7724-455C-B925-81DD7A5F769A}"/>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22" name="Picture Left">
            <a:extLst>
              <a:ext uri="{FF2B5EF4-FFF2-40B4-BE49-F238E27FC236}">
                <a16:creationId xmlns:a16="http://schemas.microsoft.com/office/drawing/2014/main" id="{97C88FB1-7BD6-48D3-9B99-1098619F5246}"/>
              </a:ext>
              <a:ext uri="{C183D7F6-B498-43B3-948B-1728B52AA6E4}">
                <adec:decorative xmlns:adec="http://schemas.microsoft.com/office/drawing/2017/decorative" val="1"/>
              </a:ext>
            </a:extLst>
          </p:cNvPr>
          <p:cNvSpPr>
            <a:spLocks noGrp="1"/>
          </p:cNvSpPr>
          <p:nvPr>
            <p:ph type="pic" idx="22" hasCustomPrompt="1"/>
          </p:nvPr>
        </p:nvSpPr>
        <p:spPr>
          <a:xfrm>
            <a:off x="1097280" y="2286000"/>
            <a:ext cx="2286000" cy="2286000"/>
          </a:xfrm>
        </p:spPr>
        <p:txBody>
          <a:bodyPr anchor="t">
            <a:normAutofit/>
          </a:bodyPr>
          <a:lstStyle>
            <a:lvl1pPr marL="0" indent="0" algn="ctr">
              <a:buNone/>
              <a:defRPr sz="2000">
                <a:solidFill>
                  <a:srgbClr val="232F3E"/>
                </a:solidFill>
                <a:latin typeface="+mn-lt"/>
              </a:defRPr>
            </a:lvl1pPr>
          </a:lstStyle>
          <a:p>
            <a:r>
              <a:rPr lang="en-US" dirty="0"/>
              <a:t>Click icon to add image</a:t>
            </a:r>
          </a:p>
        </p:txBody>
      </p:sp>
      <p:sp>
        <p:nvSpPr>
          <p:cNvPr id="3" name="Content Left">
            <a:extLst>
              <a:ext uri="{FF2B5EF4-FFF2-40B4-BE49-F238E27FC236}">
                <a16:creationId xmlns:a16="http://schemas.microsoft.com/office/drawing/2014/main" id="{CEBB69C5-28A4-4F99-A9FE-572F9D53CF4E}"/>
              </a:ext>
            </a:extLst>
          </p:cNvPr>
          <p:cNvSpPr>
            <a:spLocks noGrp="1"/>
          </p:cNvSpPr>
          <p:nvPr>
            <p:ph type="body" idx="3" hasCustomPrompt="1"/>
          </p:nvPr>
        </p:nvSpPr>
        <p:spPr>
          <a:xfrm>
            <a:off x="365760" y="4663440"/>
            <a:ext cx="3749040" cy="1783080"/>
          </a:xfrm>
          <a:noFill/>
          <a:ln>
            <a:noFill/>
          </a:ln>
        </p:spPr>
        <p:txBody>
          <a:bodyPr lIns="91440" anchor="t">
            <a:noAutofit/>
          </a:bodyPr>
          <a:lstStyle>
            <a:lvl1pPr marL="0" indent="0" algn="ctr">
              <a:lnSpc>
                <a:spcPct val="100000"/>
              </a:lnSpc>
              <a:spcBef>
                <a:spcPts val="0"/>
              </a:spcBef>
              <a:spcAft>
                <a:spcPts val="0"/>
              </a:spcAft>
              <a:buNone/>
              <a:defRPr sz="2400" b="0">
                <a:solidFill>
                  <a:srgbClr val="232F3E"/>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Add content text</a:t>
            </a:r>
          </a:p>
        </p:txBody>
      </p:sp>
      <p:sp>
        <p:nvSpPr>
          <p:cNvPr id="23" name="Picture Middle">
            <a:extLst>
              <a:ext uri="{FF2B5EF4-FFF2-40B4-BE49-F238E27FC236}">
                <a16:creationId xmlns:a16="http://schemas.microsoft.com/office/drawing/2014/main" id="{536ADC96-59CC-4670-BA80-757A11151BF9}"/>
              </a:ext>
              <a:ext uri="{C183D7F6-B498-43B3-948B-1728B52AA6E4}">
                <adec:decorative xmlns:adec="http://schemas.microsoft.com/office/drawing/2017/decorative" val="1"/>
              </a:ext>
            </a:extLst>
          </p:cNvPr>
          <p:cNvSpPr>
            <a:spLocks noGrp="1"/>
          </p:cNvSpPr>
          <p:nvPr>
            <p:ph type="pic" idx="23" hasCustomPrompt="1"/>
          </p:nvPr>
        </p:nvSpPr>
        <p:spPr>
          <a:xfrm>
            <a:off x="4956048" y="2286000"/>
            <a:ext cx="2286000" cy="2286000"/>
          </a:xfrm>
        </p:spPr>
        <p:txBody>
          <a:bodyPr anchor="t">
            <a:normAutofit/>
          </a:bodyPr>
          <a:lstStyle>
            <a:lvl1pPr marL="0" indent="0" algn="ctr">
              <a:buNone/>
              <a:defRPr sz="2000">
                <a:solidFill>
                  <a:srgbClr val="232F3E"/>
                </a:solidFill>
                <a:latin typeface="+mn-lt"/>
              </a:defRPr>
            </a:lvl1pPr>
          </a:lstStyle>
          <a:p>
            <a:r>
              <a:rPr lang="en-US" dirty="0"/>
              <a:t>Click icon to add image</a:t>
            </a:r>
          </a:p>
        </p:txBody>
      </p:sp>
      <p:sp>
        <p:nvSpPr>
          <p:cNvPr id="4" name="Content Middle">
            <a:extLst>
              <a:ext uri="{FF2B5EF4-FFF2-40B4-BE49-F238E27FC236}">
                <a16:creationId xmlns:a16="http://schemas.microsoft.com/office/drawing/2014/main" id="{04C41CFA-9BF9-474A-89A9-E22790A538E2}"/>
              </a:ext>
            </a:extLst>
          </p:cNvPr>
          <p:cNvSpPr>
            <a:spLocks noGrp="1"/>
          </p:cNvSpPr>
          <p:nvPr>
            <p:ph type="body" idx="4" hasCustomPrompt="1"/>
          </p:nvPr>
        </p:nvSpPr>
        <p:spPr>
          <a:xfrm>
            <a:off x="4224528" y="4663440"/>
            <a:ext cx="3749040" cy="1783080"/>
          </a:xfrm>
          <a:noFill/>
          <a:ln>
            <a:noFill/>
          </a:ln>
        </p:spPr>
        <p:txBody>
          <a:bodyPr lIns="91440" anchor="t">
            <a:noAutofit/>
          </a:bodyPr>
          <a:lstStyle>
            <a:lvl1pPr marL="0" indent="0" algn="ctr">
              <a:lnSpc>
                <a:spcPct val="100000"/>
              </a:lnSpc>
              <a:spcBef>
                <a:spcPts val="0"/>
              </a:spcBef>
              <a:spcAft>
                <a:spcPts val="0"/>
              </a:spcAft>
              <a:buNone/>
              <a:defRPr sz="2400" b="0">
                <a:solidFill>
                  <a:srgbClr val="232F3E"/>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Add content text</a:t>
            </a:r>
          </a:p>
        </p:txBody>
      </p:sp>
      <p:sp>
        <p:nvSpPr>
          <p:cNvPr id="24" name="Picture Right">
            <a:extLst>
              <a:ext uri="{FF2B5EF4-FFF2-40B4-BE49-F238E27FC236}">
                <a16:creationId xmlns:a16="http://schemas.microsoft.com/office/drawing/2014/main" id="{DEC705E3-5BBB-4173-AAF5-E12991B7D59F}"/>
              </a:ext>
              <a:ext uri="{C183D7F6-B498-43B3-948B-1728B52AA6E4}">
                <adec:decorative xmlns:adec="http://schemas.microsoft.com/office/drawing/2017/decorative" val="1"/>
              </a:ext>
            </a:extLst>
          </p:cNvPr>
          <p:cNvSpPr>
            <a:spLocks noGrp="1"/>
          </p:cNvSpPr>
          <p:nvPr>
            <p:ph type="pic" idx="24" hasCustomPrompt="1"/>
          </p:nvPr>
        </p:nvSpPr>
        <p:spPr>
          <a:xfrm>
            <a:off x="8814816" y="2286000"/>
            <a:ext cx="2286000" cy="2286000"/>
          </a:xfrm>
        </p:spPr>
        <p:txBody>
          <a:bodyPr anchor="t">
            <a:normAutofit/>
          </a:bodyPr>
          <a:lstStyle>
            <a:lvl1pPr marL="0" indent="0" algn="ctr">
              <a:buNone/>
              <a:defRPr sz="2000">
                <a:solidFill>
                  <a:srgbClr val="232F3E"/>
                </a:solidFill>
                <a:latin typeface="+mn-lt"/>
              </a:defRPr>
            </a:lvl1pPr>
          </a:lstStyle>
          <a:p>
            <a:r>
              <a:rPr lang="en-US" dirty="0"/>
              <a:t>Click icon to add image</a:t>
            </a:r>
          </a:p>
        </p:txBody>
      </p:sp>
      <p:sp>
        <p:nvSpPr>
          <p:cNvPr id="5" name="Content Right">
            <a:extLst>
              <a:ext uri="{FF2B5EF4-FFF2-40B4-BE49-F238E27FC236}">
                <a16:creationId xmlns:a16="http://schemas.microsoft.com/office/drawing/2014/main" id="{CF01F87A-DBEF-4657-8500-6A751FF3BC24}"/>
              </a:ext>
            </a:extLst>
          </p:cNvPr>
          <p:cNvSpPr>
            <a:spLocks noGrp="1"/>
          </p:cNvSpPr>
          <p:nvPr>
            <p:ph type="body" idx="5" hasCustomPrompt="1"/>
          </p:nvPr>
        </p:nvSpPr>
        <p:spPr>
          <a:xfrm>
            <a:off x="8083296" y="4663440"/>
            <a:ext cx="3749040" cy="1783080"/>
          </a:xfrm>
          <a:noFill/>
          <a:ln>
            <a:noFill/>
          </a:ln>
        </p:spPr>
        <p:txBody>
          <a:bodyPr lIns="91440" anchor="t">
            <a:noAutofit/>
          </a:bodyPr>
          <a:lstStyle>
            <a:lvl1pPr marL="0" indent="0" algn="ctr">
              <a:lnSpc>
                <a:spcPct val="100000"/>
              </a:lnSpc>
              <a:spcBef>
                <a:spcPts val="0"/>
              </a:spcBef>
              <a:spcAft>
                <a:spcPts val="0"/>
              </a:spcAft>
              <a:buNone/>
              <a:defRPr sz="2400" b="0">
                <a:solidFill>
                  <a:srgbClr val="232F3E"/>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Add content text</a:t>
            </a:r>
          </a:p>
        </p:txBody>
      </p:sp>
    </p:spTree>
    <p:custDataLst>
      <p:tags r:id="rId1"/>
    </p:custDataLst>
    <p:extLst>
      <p:ext uri="{BB962C8B-B14F-4D97-AF65-F5344CB8AC3E}">
        <p14:creationId xmlns:p14="http://schemas.microsoft.com/office/powerpoint/2010/main" val="342786807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itle, Header, 3 Pictures, and 3 Text Labels">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1C486246-EB4C-49BA-AED3-F7550CA0BAFE}"/>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6"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a:t>Title, header, 3 picture, and 3 labels</a:t>
            </a:r>
          </a:p>
        </p:txBody>
      </p:sp>
      <p:pic>
        <p:nvPicPr>
          <p:cNvPr id="99" name="Divider">
            <a:extLst>
              <a:ext uri="{FF2B5EF4-FFF2-40B4-BE49-F238E27FC236}">
                <a16:creationId xmlns:a16="http://schemas.microsoft.com/office/drawing/2014/main" id="{ED3BCD03-2F61-469D-A4B4-1B61BB21D364}"/>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2" name="Description">
            <a:extLst>
              <a:ext uri="{FF2B5EF4-FFF2-40B4-BE49-F238E27FC236}">
                <a16:creationId xmlns:a16="http://schemas.microsoft.com/office/drawing/2014/main" id="{125C2183-0325-4A52-BF1F-38F8AAFA8B4A}"/>
              </a:ext>
            </a:extLst>
          </p:cNvPr>
          <p:cNvSpPr>
            <a:spLocks noGrp="1"/>
          </p:cNvSpPr>
          <p:nvPr>
            <p:ph type="body" idx="2"/>
          </p:nvPr>
        </p:nvSpPr>
        <p:spPr>
          <a:xfrm>
            <a:off x="365125" y="1084263"/>
            <a:ext cx="11466576" cy="1158011"/>
          </a:xfrm>
        </p:spPr>
        <p:txBody>
          <a:bodyPr/>
          <a:lstStyle>
            <a:lvl1pPr marL="0" indent="0">
              <a:spcAft>
                <a:spcPts val="0"/>
              </a:spcAft>
              <a:buNone/>
              <a:defRPr>
                <a:solidFill>
                  <a:srgbClr val="232F3E"/>
                </a:solidFill>
                <a:latin typeface="+mn-lt"/>
              </a:defRPr>
            </a:lvl1pPr>
            <a:lvl2pPr marL="457200" indent="0">
              <a:buNone/>
              <a:defRPr/>
            </a:lvl2pPr>
          </a:lstStyle>
          <a:p>
            <a:pPr lvl="0"/>
            <a:r>
              <a:rPr lang="en-US"/>
              <a:t>Edit Master text styles</a:t>
            </a:r>
          </a:p>
        </p:txBody>
      </p:sp>
      <p:sp>
        <p:nvSpPr>
          <p:cNvPr id="22" name="Picture Left">
            <a:extLst>
              <a:ext uri="{FF2B5EF4-FFF2-40B4-BE49-F238E27FC236}">
                <a16:creationId xmlns:a16="http://schemas.microsoft.com/office/drawing/2014/main" id="{97C88FB1-7BD6-48D3-9B99-1098619F5246}"/>
              </a:ext>
              <a:ext uri="{C183D7F6-B498-43B3-948B-1728B52AA6E4}">
                <adec:decorative xmlns:adec="http://schemas.microsoft.com/office/drawing/2017/decorative" val="1"/>
              </a:ext>
            </a:extLst>
          </p:cNvPr>
          <p:cNvSpPr>
            <a:spLocks noGrp="1"/>
          </p:cNvSpPr>
          <p:nvPr>
            <p:ph type="pic" idx="22" hasCustomPrompt="1"/>
          </p:nvPr>
        </p:nvSpPr>
        <p:spPr>
          <a:xfrm>
            <a:off x="1097280" y="2286000"/>
            <a:ext cx="2286000" cy="2286000"/>
          </a:xfrm>
        </p:spPr>
        <p:txBody>
          <a:bodyPr anchor="t">
            <a:normAutofit/>
          </a:bodyPr>
          <a:lstStyle>
            <a:lvl1pPr marL="0" indent="0" algn="ctr">
              <a:buNone/>
              <a:defRPr sz="2000">
                <a:solidFill>
                  <a:srgbClr val="232F3E"/>
                </a:solidFill>
                <a:latin typeface="+mn-lt"/>
              </a:defRPr>
            </a:lvl1pPr>
          </a:lstStyle>
          <a:p>
            <a:r>
              <a:rPr lang="en-US" dirty="0"/>
              <a:t>Click icon to add image</a:t>
            </a:r>
          </a:p>
        </p:txBody>
      </p:sp>
      <p:sp>
        <p:nvSpPr>
          <p:cNvPr id="3" name="Content Left">
            <a:extLst>
              <a:ext uri="{FF2B5EF4-FFF2-40B4-BE49-F238E27FC236}">
                <a16:creationId xmlns:a16="http://schemas.microsoft.com/office/drawing/2014/main" id="{CEBB69C5-28A4-4F99-A9FE-572F9D53CF4E}"/>
              </a:ext>
            </a:extLst>
          </p:cNvPr>
          <p:cNvSpPr>
            <a:spLocks noGrp="1"/>
          </p:cNvSpPr>
          <p:nvPr>
            <p:ph type="body" idx="3" hasCustomPrompt="1"/>
          </p:nvPr>
        </p:nvSpPr>
        <p:spPr>
          <a:xfrm>
            <a:off x="365760" y="4663440"/>
            <a:ext cx="3749040" cy="1783080"/>
          </a:xfrm>
          <a:noFill/>
          <a:ln>
            <a:noFill/>
          </a:ln>
        </p:spPr>
        <p:txBody>
          <a:bodyPr lIns="91440" anchor="t">
            <a:noAutofit/>
          </a:bodyPr>
          <a:lstStyle>
            <a:lvl1pPr marL="0" indent="0" algn="ctr">
              <a:lnSpc>
                <a:spcPct val="100000"/>
              </a:lnSpc>
              <a:spcBef>
                <a:spcPts val="0"/>
              </a:spcBef>
              <a:spcAft>
                <a:spcPts val="0"/>
              </a:spcAft>
              <a:buNone/>
              <a:defRPr sz="2400" b="0">
                <a:solidFill>
                  <a:srgbClr val="232F3E"/>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Add content text</a:t>
            </a:r>
          </a:p>
        </p:txBody>
      </p:sp>
      <p:sp>
        <p:nvSpPr>
          <p:cNvPr id="23" name="Picture Middle">
            <a:extLst>
              <a:ext uri="{FF2B5EF4-FFF2-40B4-BE49-F238E27FC236}">
                <a16:creationId xmlns:a16="http://schemas.microsoft.com/office/drawing/2014/main" id="{536ADC96-59CC-4670-BA80-757A11151BF9}"/>
              </a:ext>
              <a:ext uri="{C183D7F6-B498-43B3-948B-1728B52AA6E4}">
                <adec:decorative xmlns:adec="http://schemas.microsoft.com/office/drawing/2017/decorative" val="1"/>
              </a:ext>
            </a:extLst>
          </p:cNvPr>
          <p:cNvSpPr>
            <a:spLocks noGrp="1"/>
          </p:cNvSpPr>
          <p:nvPr>
            <p:ph type="pic" idx="23" hasCustomPrompt="1"/>
          </p:nvPr>
        </p:nvSpPr>
        <p:spPr>
          <a:xfrm>
            <a:off x="4956048" y="2286000"/>
            <a:ext cx="2286000" cy="2286000"/>
          </a:xfrm>
        </p:spPr>
        <p:txBody>
          <a:bodyPr anchor="t">
            <a:normAutofit/>
          </a:bodyPr>
          <a:lstStyle>
            <a:lvl1pPr marL="0" indent="0" algn="ctr">
              <a:buNone/>
              <a:defRPr sz="2000">
                <a:solidFill>
                  <a:srgbClr val="232F3E"/>
                </a:solidFill>
                <a:latin typeface="+mn-lt"/>
              </a:defRPr>
            </a:lvl1pPr>
          </a:lstStyle>
          <a:p>
            <a:r>
              <a:rPr lang="en-US" dirty="0"/>
              <a:t>Click icon to add image</a:t>
            </a:r>
          </a:p>
        </p:txBody>
      </p:sp>
      <p:sp>
        <p:nvSpPr>
          <p:cNvPr id="4" name="Content Middle">
            <a:extLst>
              <a:ext uri="{FF2B5EF4-FFF2-40B4-BE49-F238E27FC236}">
                <a16:creationId xmlns:a16="http://schemas.microsoft.com/office/drawing/2014/main" id="{04C41CFA-9BF9-474A-89A9-E22790A538E2}"/>
              </a:ext>
            </a:extLst>
          </p:cNvPr>
          <p:cNvSpPr>
            <a:spLocks noGrp="1"/>
          </p:cNvSpPr>
          <p:nvPr>
            <p:ph type="body" idx="4" hasCustomPrompt="1"/>
          </p:nvPr>
        </p:nvSpPr>
        <p:spPr>
          <a:xfrm>
            <a:off x="4224528" y="4663440"/>
            <a:ext cx="3749040" cy="1783080"/>
          </a:xfrm>
          <a:noFill/>
          <a:ln>
            <a:noFill/>
          </a:ln>
        </p:spPr>
        <p:txBody>
          <a:bodyPr lIns="91440" anchor="t">
            <a:noAutofit/>
          </a:bodyPr>
          <a:lstStyle>
            <a:lvl1pPr marL="0" indent="0" algn="ctr">
              <a:lnSpc>
                <a:spcPct val="100000"/>
              </a:lnSpc>
              <a:spcBef>
                <a:spcPts val="0"/>
              </a:spcBef>
              <a:spcAft>
                <a:spcPts val="0"/>
              </a:spcAft>
              <a:buNone/>
              <a:defRPr sz="2400" b="0">
                <a:solidFill>
                  <a:srgbClr val="232F3E"/>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Add content text</a:t>
            </a:r>
          </a:p>
        </p:txBody>
      </p:sp>
      <p:sp>
        <p:nvSpPr>
          <p:cNvPr id="24" name="Picture Right">
            <a:extLst>
              <a:ext uri="{FF2B5EF4-FFF2-40B4-BE49-F238E27FC236}">
                <a16:creationId xmlns:a16="http://schemas.microsoft.com/office/drawing/2014/main" id="{DEC705E3-5BBB-4173-AAF5-E12991B7D59F}"/>
              </a:ext>
              <a:ext uri="{C183D7F6-B498-43B3-948B-1728B52AA6E4}">
                <adec:decorative xmlns:adec="http://schemas.microsoft.com/office/drawing/2017/decorative" val="1"/>
              </a:ext>
            </a:extLst>
          </p:cNvPr>
          <p:cNvSpPr>
            <a:spLocks noGrp="1"/>
          </p:cNvSpPr>
          <p:nvPr>
            <p:ph type="pic" idx="24" hasCustomPrompt="1"/>
          </p:nvPr>
        </p:nvSpPr>
        <p:spPr>
          <a:xfrm>
            <a:off x="8814816" y="2286000"/>
            <a:ext cx="2286000" cy="2286000"/>
          </a:xfrm>
        </p:spPr>
        <p:txBody>
          <a:bodyPr anchor="t">
            <a:normAutofit/>
          </a:bodyPr>
          <a:lstStyle>
            <a:lvl1pPr marL="0" indent="0" algn="ctr">
              <a:buNone/>
              <a:defRPr sz="2000">
                <a:solidFill>
                  <a:srgbClr val="232F3E"/>
                </a:solidFill>
                <a:latin typeface="+mn-lt"/>
              </a:defRPr>
            </a:lvl1pPr>
          </a:lstStyle>
          <a:p>
            <a:r>
              <a:rPr lang="en-US" dirty="0"/>
              <a:t>Click icon to add image</a:t>
            </a:r>
          </a:p>
        </p:txBody>
      </p:sp>
      <p:sp>
        <p:nvSpPr>
          <p:cNvPr id="5" name="Content Right">
            <a:extLst>
              <a:ext uri="{FF2B5EF4-FFF2-40B4-BE49-F238E27FC236}">
                <a16:creationId xmlns:a16="http://schemas.microsoft.com/office/drawing/2014/main" id="{CF01F87A-DBEF-4657-8500-6A751FF3BC24}"/>
              </a:ext>
            </a:extLst>
          </p:cNvPr>
          <p:cNvSpPr>
            <a:spLocks noGrp="1"/>
          </p:cNvSpPr>
          <p:nvPr>
            <p:ph type="body" idx="5" hasCustomPrompt="1"/>
          </p:nvPr>
        </p:nvSpPr>
        <p:spPr>
          <a:xfrm>
            <a:off x="8083296" y="4663440"/>
            <a:ext cx="3749040" cy="1783080"/>
          </a:xfrm>
          <a:noFill/>
          <a:ln>
            <a:noFill/>
          </a:ln>
        </p:spPr>
        <p:txBody>
          <a:bodyPr lIns="91440" anchor="t">
            <a:noAutofit/>
          </a:bodyPr>
          <a:lstStyle>
            <a:lvl1pPr marL="0" indent="0" algn="ctr">
              <a:lnSpc>
                <a:spcPct val="100000"/>
              </a:lnSpc>
              <a:spcBef>
                <a:spcPts val="0"/>
              </a:spcBef>
              <a:spcAft>
                <a:spcPts val="0"/>
              </a:spcAft>
              <a:buNone/>
              <a:defRPr sz="2400" b="0">
                <a:solidFill>
                  <a:srgbClr val="232F3E"/>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Add content text</a:t>
            </a:r>
          </a:p>
        </p:txBody>
      </p:sp>
    </p:spTree>
    <p:custDataLst>
      <p:tags r:id="rId1"/>
    </p:custDataLst>
    <p:extLst>
      <p:ext uri="{BB962C8B-B14F-4D97-AF65-F5344CB8AC3E}">
        <p14:creationId xmlns:p14="http://schemas.microsoft.com/office/powerpoint/2010/main" val="244264086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itle, 3 Pics, and 3 Text Columns">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1C486246-EB4C-49BA-AED3-F7550CA0BAFE}"/>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5"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a:t>Title, 3 pictures, and 3 text columns</a:t>
            </a:r>
          </a:p>
        </p:txBody>
      </p:sp>
      <p:pic>
        <p:nvPicPr>
          <p:cNvPr id="99" name="Divider">
            <a:extLst>
              <a:ext uri="{FF2B5EF4-FFF2-40B4-BE49-F238E27FC236}">
                <a16:creationId xmlns:a16="http://schemas.microsoft.com/office/drawing/2014/main" id="{F8C81323-B9A7-416C-ADF9-5BE9CC234E80}"/>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22" name="Picture Left">
            <a:extLst>
              <a:ext uri="{FF2B5EF4-FFF2-40B4-BE49-F238E27FC236}">
                <a16:creationId xmlns:a16="http://schemas.microsoft.com/office/drawing/2014/main" id="{97C88FB1-7BD6-48D3-9B99-1098619F5246}"/>
              </a:ext>
              <a:ext uri="{C183D7F6-B498-43B3-948B-1728B52AA6E4}">
                <adec:decorative xmlns:adec="http://schemas.microsoft.com/office/drawing/2017/decorative" val="1"/>
              </a:ext>
            </a:extLst>
          </p:cNvPr>
          <p:cNvSpPr>
            <a:spLocks noGrp="1"/>
          </p:cNvSpPr>
          <p:nvPr>
            <p:ph type="pic" idx="22" hasCustomPrompt="1"/>
          </p:nvPr>
        </p:nvSpPr>
        <p:spPr>
          <a:xfrm>
            <a:off x="1097280" y="1097280"/>
            <a:ext cx="2286000" cy="22860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2" name="Content Left">
            <a:extLst>
              <a:ext uri="{FF2B5EF4-FFF2-40B4-BE49-F238E27FC236}">
                <a16:creationId xmlns:a16="http://schemas.microsoft.com/office/drawing/2014/main" id="{5ACBD598-6775-4223-B2AB-B169A112E3FF}"/>
              </a:ext>
            </a:extLst>
          </p:cNvPr>
          <p:cNvSpPr>
            <a:spLocks noGrp="1"/>
          </p:cNvSpPr>
          <p:nvPr>
            <p:ph type="body" idx="2" hasCustomPrompt="1"/>
          </p:nvPr>
        </p:nvSpPr>
        <p:spPr>
          <a:xfrm>
            <a:off x="365760" y="3429000"/>
            <a:ext cx="3749040" cy="2999232"/>
          </a:xfrm>
        </p:spPr>
        <p:txBody>
          <a:bodyPr>
            <a:noAutofit/>
          </a:bodyPr>
          <a:lstStyle>
            <a:lvl1pPr>
              <a:lnSpc>
                <a:spcPct val="100000"/>
              </a:lnSpc>
              <a:spcAft>
                <a:spcPts val="600"/>
              </a:spcAft>
              <a:defRPr sz="2400">
                <a:solidFill>
                  <a:srgbClr val="232F3E"/>
                </a:solidFill>
              </a:defRPr>
            </a:lvl1pPr>
            <a:lvl2pPr marL="457200" indent="-228600">
              <a:lnSpc>
                <a:spcPct val="100000"/>
              </a:lnSpc>
              <a:spcAft>
                <a:spcPts val="600"/>
              </a:spcAft>
              <a:defRPr sz="2000">
                <a:solidFill>
                  <a:srgbClr val="232F3E"/>
                </a:solidFill>
              </a:defRPr>
            </a:lvl2pPr>
            <a:lvl3pPr marL="684213" indent="-228600">
              <a:lnSpc>
                <a:spcPct val="100000"/>
              </a:lnSpc>
              <a:spcAft>
                <a:spcPts val="600"/>
              </a:spcAft>
              <a:defRPr sz="1800">
                <a:solidFill>
                  <a:srgbClr val="232F3E"/>
                </a:solidFill>
              </a:defRPr>
            </a:lvl3pPr>
            <a:lvl4pPr marL="914400" indent="-228600">
              <a:lnSpc>
                <a:spcPct val="100000"/>
              </a:lnSpc>
              <a:spcAft>
                <a:spcPts val="600"/>
              </a:spcAft>
              <a:defRPr sz="1600">
                <a:solidFill>
                  <a:srgbClr val="232F3E"/>
                </a:solidFill>
              </a:defRPr>
            </a:lvl4pPr>
            <a:lvl5pPr marL="1144588" indent="-228600">
              <a:lnSpc>
                <a:spcPct val="100000"/>
              </a:lnSpc>
              <a:spcAft>
                <a:spcPts val="600"/>
              </a:spcAft>
              <a:defRPr sz="1600">
                <a:solidFill>
                  <a:srgbClr val="232F3E"/>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
        <p:nvSpPr>
          <p:cNvPr id="3" name="Picture Middle">
            <a:extLst>
              <a:ext uri="{FF2B5EF4-FFF2-40B4-BE49-F238E27FC236}">
                <a16:creationId xmlns:a16="http://schemas.microsoft.com/office/drawing/2014/main" id="{536ADC96-59CC-4670-BA80-757A11151BF9}"/>
              </a:ext>
              <a:ext uri="{C183D7F6-B498-43B3-948B-1728B52AA6E4}">
                <adec:decorative xmlns:adec="http://schemas.microsoft.com/office/drawing/2017/decorative" val="1"/>
              </a:ext>
            </a:extLst>
          </p:cNvPr>
          <p:cNvSpPr>
            <a:spLocks noGrp="1"/>
          </p:cNvSpPr>
          <p:nvPr>
            <p:ph type="pic" idx="3" hasCustomPrompt="1"/>
          </p:nvPr>
        </p:nvSpPr>
        <p:spPr>
          <a:xfrm>
            <a:off x="4956048" y="1097280"/>
            <a:ext cx="2286000" cy="22860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6" name="Content Middle">
            <a:extLst>
              <a:ext uri="{FF2B5EF4-FFF2-40B4-BE49-F238E27FC236}">
                <a16:creationId xmlns:a16="http://schemas.microsoft.com/office/drawing/2014/main" id="{7F5B85B9-BABC-44F6-B2AE-99F02670D702}"/>
              </a:ext>
            </a:extLst>
          </p:cNvPr>
          <p:cNvSpPr>
            <a:spLocks noGrp="1"/>
          </p:cNvSpPr>
          <p:nvPr>
            <p:ph type="body" idx="3" hasCustomPrompt="1"/>
          </p:nvPr>
        </p:nvSpPr>
        <p:spPr>
          <a:xfrm>
            <a:off x="4224528" y="3429000"/>
            <a:ext cx="3749040" cy="2999232"/>
          </a:xfrm>
        </p:spPr>
        <p:txBody>
          <a:bodyPr>
            <a:noAutofit/>
          </a:bodyPr>
          <a:lstStyle>
            <a:lvl1pPr>
              <a:lnSpc>
                <a:spcPct val="100000"/>
              </a:lnSpc>
              <a:spcAft>
                <a:spcPts val="600"/>
              </a:spcAft>
              <a:defRPr sz="2400">
                <a:solidFill>
                  <a:srgbClr val="232F3E"/>
                </a:solidFill>
              </a:defRPr>
            </a:lvl1pPr>
            <a:lvl2pPr marL="457200" indent="-228600">
              <a:lnSpc>
                <a:spcPct val="100000"/>
              </a:lnSpc>
              <a:spcAft>
                <a:spcPts val="600"/>
              </a:spcAft>
              <a:defRPr sz="2000">
                <a:solidFill>
                  <a:srgbClr val="232F3E"/>
                </a:solidFill>
              </a:defRPr>
            </a:lvl2pPr>
            <a:lvl3pPr marL="684213" indent="-228600">
              <a:lnSpc>
                <a:spcPct val="100000"/>
              </a:lnSpc>
              <a:spcAft>
                <a:spcPts val="600"/>
              </a:spcAft>
              <a:defRPr sz="1800">
                <a:solidFill>
                  <a:srgbClr val="232F3E"/>
                </a:solidFill>
              </a:defRPr>
            </a:lvl3pPr>
            <a:lvl4pPr marL="914400" indent="-228600">
              <a:lnSpc>
                <a:spcPct val="100000"/>
              </a:lnSpc>
              <a:spcAft>
                <a:spcPts val="600"/>
              </a:spcAft>
              <a:defRPr sz="1600">
                <a:solidFill>
                  <a:srgbClr val="232F3E"/>
                </a:solidFill>
              </a:defRPr>
            </a:lvl4pPr>
            <a:lvl5pPr marL="1144588" indent="-228600">
              <a:lnSpc>
                <a:spcPct val="100000"/>
              </a:lnSpc>
              <a:spcAft>
                <a:spcPts val="600"/>
              </a:spcAft>
              <a:defRPr sz="1600">
                <a:solidFill>
                  <a:srgbClr val="232F3E"/>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
        <p:nvSpPr>
          <p:cNvPr id="24" name="Picture Right">
            <a:extLst>
              <a:ext uri="{FF2B5EF4-FFF2-40B4-BE49-F238E27FC236}">
                <a16:creationId xmlns:a16="http://schemas.microsoft.com/office/drawing/2014/main" id="{DEC705E3-5BBB-4173-AAF5-E12991B7D59F}"/>
              </a:ext>
              <a:ext uri="{C183D7F6-B498-43B3-948B-1728B52AA6E4}">
                <adec:decorative xmlns:adec="http://schemas.microsoft.com/office/drawing/2017/decorative" val="1"/>
              </a:ext>
            </a:extLst>
          </p:cNvPr>
          <p:cNvSpPr>
            <a:spLocks noGrp="1"/>
          </p:cNvSpPr>
          <p:nvPr>
            <p:ph type="pic" idx="24" hasCustomPrompt="1"/>
          </p:nvPr>
        </p:nvSpPr>
        <p:spPr>
          <a:xfrm>
            <a:off x="8814816" y="1097280"/>
            <a:ext cx="2286000" cy="22860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4" name="Content Right">
            <a:extLst>
              <a:ext uri="{FF2B5EF4-FFF2-40B4-BE49-F238E27FC236}">
                <a16:creationId xmlns:a16="http://schemas.microsoft.com/office/drawing/2014/main" id="{FD28CF85-103D-4AC7-BF7A-D32715F9433A}"/>
              </a:ext>
            </a:extLst>
          </p:cNvPr>
          <p:cNvSpPr>
            <a:spLocks noGrp="1"/>
          </p:cNvSpPr>
          <p:nvPr>
            <p:ph type="body" idx="4" hasCustomPrompt="1"/>
          </p:nvPr>
        </p:nvSpPr>
        <p:spPr>
          <a:xfrm>
            <a:off x="8083296" y="3429000"/>
            <a:ext cx="3749040" cy="2999232"/>
          </a:xfrm>
        </p:spPr>
        <p:txBody>
          <a:bodyPr>
            <a:noAutofit/>
          </a:bodyPr>
          <a:lstStyle>
            <a:lvl1pPr>
              <a:lnSpc>
                <a:spcPct val="100000"/>
              </a:lnSpc>
              <a:spcAft>
                <a:spcPts val="600"/>
              </a:spcAft>
              <a:defRPr sz="2400">
                <a:solidFill>
                  <a:srgbClr val="232F3E"/>
                </a:solidFill>
              </a:defRPr>
            </a:lvl1pPr>
            <a:lvl2pPr marL="457200" indent="-228600">
              <a:lnSpc>
                <a:spcPct val="100000"/>
              </a:lnSpc>
              <a:spcAft>
                <a:spcPts val="600"/>
              </a:spcAft>
              <a:defRPr sz="2000">
                <a:solidFill>
                  <a:srgbClr val="232F3E"/>
                </a:solidFill>
              </a:defRPr>
            </a:lvl2pPr>
            <a:lvl3pPr marL="684213" indent="-228600">
              <a:lnSpc>
                <a:spcPct val="100000"/>
              </a:lnSpc>
              <a:spcAft>
                <a:spcPts val="600"/>
              </a:spcAft>
              <a:defRPr sz="1800">
                <a:solidFill>
                  <a:srgbClr val="232F3E"/>
                </a:solidFill>
              </a:defRPr>
            </a:lvl3pPr>
            <a:lvl4pPr marL="914400" indent="-228600">
              <a:lnSpc>
                <a:spcPct val="100000"/>
              </a:lnSpc>
              <a:spcAft>
                <a:spcPts val="600"/>
              </a:spcAft>
              <a:defRPr sz="1600">
                <a:solidFill>
                  <a:srgbClr val="232F3E"/>
                </a:solidFill>
              </a:defRPr>
            </a:lvl4pPr>
            <a:lvl5pPr marL="1144588" indent="-228600">
              <a:lnSpc>
                <a:spcPct val="100000"/>
              </a:lnSpc>
              <a:spcAft>
                <a:spcPts val="600"/>
              </a:spcAft>
              <a:defRPr sz="1600">
                <a:solidFill>
                  <a:srgbClr val="232F3E"/>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Tree>
    <p:custDataLst>
      <p:tags r:id="rId1"/>
    </p:custDataLst>
    <p:extLst>
      <p:ext uri="{BB962C8B-B14F-4D97-AF65-F5344CB8AC3E}">
        <p14:creationId xmlns:p14="http://schemas.microsoft.com/office/powerpoint/2010/main" val="364466233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itle, 3 Pics, 3 Headers, and 3 Text Columns">
    <p:bg>
      <p:bgPr>
        <a:solidFill>
          <a:schemeClr val="bg1"/>
        </a:solidFill>
        <a:effectLst/>
      </p:bgPr>
    </p:bg>
    <p:spTree>
      <p:nvGrpSpPr>
        <p:cNvPr id="1" name=""/>
        <p:cNvGrpSpPr/>
        <p:nvPr/>
      </p:nvGrpSpPr>
      <p:grpSpPr>
        <a:xfrm>
          <a:off x="0" y="0"/>
          <a:ext cx="0" cy="0"/>
          <a:chOff x="0" y="0"/>
          <a:chExt cx="0" cy="0"/>
        </a:xfrm>
      </p:grpSpPr>
      <p:grpSp>
        <p:nvGrpSpPr>
          <p:cNvPr id="99" name="Background">
            <a:extLst>
              <a:ext uri="{FF2B5EF4-FFF2-40B4-BE49-F238E27FC236}">
                <a16:creationId xmlns:a16="http://schemas.microsoft.com/office/drawing/2014/main" id="{B67500C0-6D58-4DF1-8F3C-58EFF359ECA6}"/>
              </a:ext>
              <a:ext uri="{C183D7F6-B498-43B3-948B-1728B52AA6E4}">
                <adec:decorative xmlns:adec="http://schemas.microsoft.com/office/drawing/2017/decorative" val="1"/>
              </a:ext>
            </a:extLst>
          </p:cNvPr>
          <p:cNvGrpSpPr/>
          <p:nvPr/>
        </p:nvGrpSpPr>
        <p:grpSpPr>
          <a:xfrm>
            <a:off x="365759" y="1028377"/>
            <a:ext cx="11484864" cy="2875792"/>
            <a:chOff x="365759" y="1028377"/>
            <a:chExt cx="11484864" cy="2875792"/>
          </a:xfrm>
        </p:grpSpPr>
        <p:pic>
          <p:nvPicPr>
            <p:cNvPr id="96" name="Background">
              <a:extLst>
                <a:ext uri="{FF2B5EF4-FFF2-40B4-BE49-F238E27FC236}">
                  <a16:creationId xmlns:a16="http://schemas.microsoft.com/office/drawing/2014/main" id="{7D9831B3-B423-413E-89D0-129775480B70}"/>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60" y="3429000"/>
              <a:ext cx="11460480" cy="440329"/>
            </a:xfrm>
            <a:prstGeom prst="rect">
              <a:avLst/>
            </a:prstGeom>
          </p:spPr>
        </p:pic>
        <p:pic>
          <p:nvPicPr>
            <p:cNvPr id="95" name="Divider">
              <a:extLst>
                <a:ext uri="{FF2B5EF4-FFF2-40B4-BE49-F238E27FC236}">
                  <a16:creationId xmlns:a16="http://schemas.microsoft.com/office/drawing/2014/main" id="{747EDC26-917A-4143-823B-A7407C3FC37D}"/>
                </a:ext>
                <a:ext uri="{C183D7F6-B498-43B3-948B-1728B52AA6E4}">
                  <adec:decorative xmlns:adec="http://schemas.microsoft.com/office/drawing/2017/decorative" val="1"/>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grpSp>
      <p:sp>
        <p:nvSpPr>
          <p:cNvPr id="97" name="Slide Number">
            <a:extLst>
              <a:ext uri="{FF2B5EF4-FFF2-40B4-BE49-F238E27FC236}">
                <a16:creationId xmlns:a16="http://schemas.microsoft.com/office/drawing/2014/main" id="{1C486246-EB4C-49BA-AED3-F7550CA0BAFE}"/>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5"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1" y="301752"/>
            <a:ext cx="11466576" cy="731318"/>
          </a:xfrm>
        </p:spPr>
        <p:txBody>
          <a:bodyPr/>
          <a:lstStyle>
            <a:lvl1pPr>
              <a:defRPr>
                <a:solidFill>
                  <a:srgbClr val="232F3E"/>
                </a:solidFill>
                <a:latin typeface="Amazon Ember Display Heavy"/>
              </a:defRPr>
            </a:lvl1pPr>
          </a:lstStyle>
          <a:p>
            <a:r>
              <a:rPr lang="en-US"/>
              <a:t>Title, 3 pictures , 3 headers, and 3 text columns</a:t>
            </a:r>
          </a:p>
        </p:txBody>
      </p:sp>
      <p:sp>
        <p:nvSpPr>
          <p:cNvPr id="22" name="Picture Left">
            <a:extLst>
              <a:ext uri="{FF2B5EF4-FFF2-40B4-BE49-F238E27FC236}">
                <a16:creationId xmlns:a16="http://schemas.microsoft.com/office/drawing/2014/main" id="{97C88FB1-7BD6-48D3-9B99-1098619F5246}"/>
              </a:ext>
              <a:ext uri="{C183D7F6-B498-43B3-948B-1728B52AA6E4}">
                <adec:decorative xmlns:adec="http://schemas.microsoft.com/office/drawing/2017/decorative" val="1"/>
              </a:ext>
            </a:extLst>
          </p:cNvPr>
          <p:cNvSpPr>
            <a:spLocks noGrp="1"/>
          </p:cNvSpPr>
          <p:nvPr>
            <p:ph type="pic" idx="22" hasCustomPrompt="1"/>
          </p:nvPr>
        </p:nvSpPr>
        <p:spPr>
          <a:xfrm>
            <a:off x="1097280" y="1097280"/>
            <a:ext cx="2286000" cy="2286000"/>
          </a:xfrm>
        </p:spPr>
        <p:txBody>
          <a:bodyPr anchor="t">
            <a:noAutofit/>
          </a:bodyPr>
          <a:lstStyle>
            <a:lvl1pPr marL="0" indent="0" algn="ctr">
              <a:buNone/>
              <a:defRPr sz="2400">
                <a:solidFill>
                  <a:srgbClr val="232F3E"/>
                </a:solidFill>
              </a:defRPr>
            </a:lvl1pPr>
          </a:lstStyle>
          <a:p>
            <a:r>
              <a:rPr lang="en-US" dirty="0"/>
              <a:t>Click icon to add image</a:t>
            </a:r>
          </a:p>
        </p:txBody>
      </p:sp>
      <p:sp>
        <p:nvSpPr>
          <p:cNvPr id="12" name="Content Header Left">
            <a:extLst>
              <a:ext uri="{FF2B5EF4-FFF2-40B4-BE49-F238E27FC236}">
                <a16:creationId xmlns:a16="http://schemas.microsoft.com/office/drawing/2014/main" id="{CEBB69C5-28A4-4F99-A9FE-572F9D53CF4E}"/>
              </a:ext>
            </a:extLst>
          </p:cNvPr>
          <p:cNvSpPr>
            <a:spLocks noGrp="1"/>
          </p:cNvSpPr>
          <p:nvPr>
            <p:ph type="body" idx="12" hasCustomPrompt="1"/>
          </p:nvPr>
        </p:nvSpPr>
        <p:spPr>
          <a:xfrm>
            <a:off x="365760" y="3429000"/>
            <a:ext cx="3749040" cy="440329"/>
          </a:xfrm>
          <a:noFill/>
          <a:ln>
            <a:noFill/>
          </a:ln>
        </p:spPr>
        <p:txBody>
          <a:bodyPr lIns="91440" anchor="ctr">
            <a:noAutofit/>
          </a:bodyPr>
          <a:lstStyle>
            <a:lvl1pPr marL="0"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header text</a:t>
            </a:r>
          </a:p>
        </p:txBody>
      </p:sp>
      <p:sp>
        <p:nvSpPr>
          <p:cNvPr id="2" name="Content Left">
            <a:extLst>
              <a:ext uri="{FF2B5EF4-FFF2-40B4-BE49-F238E27FC236}">
                <a16:creationId xmlns:a16="http://schemas.microsoft.com/office/drawing/2014/main" id="{5ACBD598-6775-4223-B2AB-B169A112E3FF}"/>
              </a:ext>
            </a:extLst>
          </p:cNvPr>
          <p:cNvSpPr>
            <a:spLocks noGrp="1"/>
          </p:cNvSpPr>
          <p:nvPr>
            <p:ph type="body" idx="2" hasCustomPrompt="1"/>
          </p:nvPr>
        </p:nvSpPr>
        <p:spPr>
          <a:xfrm>
            <a:off x="365760" y="3895344"/>
            <a:ext cx="3749040" cy="2539399"/>
          </a:xfrm>
        </p:spPr>
        <p:txBody>
          <a:bodyPr>
            <a:noAutofit/>
          </a:bodyPr>
          <a:lstStyle>
            <a:lvl1pPr>
              <a:lnSpc>
                <a:spcPct val="100000"/>
              </a:lnSpc>
              <a:spcBef>
                <a:spcPts val="0"/>
              </a:spcBef>
              <a:spcAft>
                <a:spcPts val="600"/>
              </a:spcAft>
              <a:defRPr sz="2400">
                <a:solidFill>
                  <a:srgbClr val="232F3E"/>
                </a:solidFill>
              </a:defRPr>
            </a:lvl1pPr>
            <a:lvl2pPr marL="457200" indent="-228600">
              <a:lnSpc>
                <a:spcPct val="100000"/>
              </a:lnSpc>
              <a:spcBef>
                <a:spcPts val="0"/>
              </a:spcBef>
              <a:spcAft>
                <a:spcPts val="600"/>
              </a:spcAft>
              <a:defRPr sz="2000">
                <a:solidFill>
                  <a:srgbClr val="232F3E"/>
                </a:solidFill>
              </a:defRPr>
            </a:lvl2pPr>
            <a:lvl3pPr marL="684213" indent="-228600">
              <a:lnSpc>
                <a:spcPct val="100000"/>
              </a:lnSpc>
              <a:spcBef>
                <a:spcPts val="0"/>
              </a:spcBef>
              <a:spcAft>
                <a:spcPts val="600"/>
              </a:spcAft>
              <a:defRPr sz="1800">
                <a:solidFill>
                  <a:srgbClr val="232F3E"/>
                </a:solidFill>
              </a:defRPr>
            </a:lvl3pPr>
            <a:lvl4pPr marL="914400" indent="-228600">
              <a:lnSpc>
                <a:spcPct val="100000"/>
              </a:lnSpc>
              <a:spcBef>
                <a:spcPts val="0"/>
              </a:spcBef>
              <a:spcAft>
                <a:spcPts val="600"/>
              </a:spcAft>
              <a:defRPr sz="1600">
                <a:solidFill>
                  <a:srgbClr val="232F3E"/>
                </a:solidFill>
              </a:defRPr>
            </a:lvl4pPr>
            <a:lvl5pPr marL="1144588" indent="-228600">
              <a:lnSpc>
                <a:spcPct val="100000"/>
              </a:lnSpc>
              <a:spcBef>
                <a:spcPts val="0"/>
              </a:spcBef>
              <a:spcAft>
                <a:spcPts val="600"/>
              </a:spcAft>
              <a:defRPr sz="1600">
                <a:solidFill>
                  <a:srgbClr val="232F3E"/>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
        <p:nvSpPr>
          <p:cNvPr id="23" name="Picture Middle">
            <a:extLst>
              <a:ext uri="{FF2B5EF4-FFF2-40B4-BE49-F238E27FC236}">
                <a16:creationId xmlns:a16="http://schemas.microsoft.com/office/drawing/2014/main" id="{536ADC96-59CC-4670-BA80-757A11151BF9}"/>
              </a:ext>
              <a:ext uri="{C183D7F6-B498-43B3-948B-1728B52AA6E4}">
                <adec:decorative xmlns:adec="http://schemas.microsoft.com/office/drawing/2017/decorative" val="1"/>
              </a:ext>
            </a:extLst>
          </p:cNvPr>
          <p:cNvSpPr>
            <a:spLocks noGrp="1"/>
          </p:cNvSpPr>
          <p:nvPr>
            <p:ph type="pic" idx="23" hasCustomPrompt="1"/>
          </p:nvPr>
        </p:nvSpPr>
        <p:spPr>
          <a:xfrm>
            <a:off x="4956048" y="1097280"/>
            <a:ext cx="2286000" cy="2286000"/>
          </a:xfrm>
        </p:spPr>
        <p:txBody>
          <a:bodyPr anchor="t">
            <a:noAutofit/>
          </a:bodyPr>
          <a:lstStyle>
            <a:lvl1pPr marL="0" indent="0" algn="ctr">
              <a:buNone/>
              <a:defRPr sz="2400">
                <a:solidFill>
                  <a:srgbClr val="232F3E"/>
                </a:solidFill>
              </a:defRPr>
            </a:lvl1pPr>
          </a:lstStyle>
          <a:p>
            <a:r>
              <a:rPr lang="en-US" dirty="0"/>
              <a:t>Click icon to add image</a:t>
            </a:r>
          </a:p>
        </p:txBody>
      </p:sp>
      <p:sp>
        <p:nvSpPr>
          <p:cNvPr id="13" name="Content Header Middle">
            <a:extLst>
              <a:ext uri="{FF2B5EF4-FFF2-40B4-BE49-F238E27FC236}">
                <a16:creationId xmlns:a16="http://schemas.microsoft.com/office/drawing/2014/main" id="{04C41CFA-9BF9-474A-89A9-E22790A538E2}"/>
              </a:ext>
            </a:extLst>
          </p:cNvPr>
          <p:cNvSpPr>
            <a:spLocks noGrp="1"/>
          </p:cNvSpPr>
          <p:nvPr>
            <p:ph type="body" idx="13" hasCustomPrompt="1"/>
          </p:nvPr>
        </p:nvSpPr>
        <p:spPr>
          <a:xfrm>
            <a:off x="4224528" y="3429000"/>
            <a:ext cx="3749040" cy="440329"/>
          </a:xfrm>
          <a:noFill/>
          <a:ln>
            <a:noFill/>
          </a:ln>
        </p:spPr>
        <p:txBody>
          <a:bodyPr lIns="91440" anchor="ctr">
            <a:noAutofit/>
          </a:bodyPr>
          <a:lstStyle>
            <a:lvl1pPr marL="0"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header text</a:t>
            </a:r>
          </a:p>
        </p:txBody>
      </p:sp>
      <p:sp>
        <p:nvSpPr>
          <p:cNvPr id="3" name="Content Middle">
            <a:extLst>
              <a:ext uri="{FF2B5EF4-FFF2-40B4-BE49-F238E27FC236}">
                <a16:creationId xmlns:a16="http://schemas.microsoft.com/office/drawing/2014/main" id="{7F5B85B9-BABC-44F6-B2AE-99F02670D702}"/>
              </a:ext>
            </a:extLst>
          </p:cNvPr>
          <p:cNvSpPr>
            <a:spLocks noGrp="1"/>
          </p:cNvSpPr>
          <p:nvPr>
            <p:ph type="body" idx="3" hasCustomPrompt="1"/>
          </p:nvPr>
        </p:nvSpPr>
        <p:spPr>
          <a:xfrm>
            <a:off x="4224528" y="3895344"/>
            <a:ext cx="3749040" cy="2539399"/>
          </a:xfrm>
        </p:spPr>
        <p:txBody>
          <a:bodyPr>
            <a:noAutofit/>
          </a:bodyPr>
          <a:lstStyle>
            <a:lvl1pPr>
              <a:lnSpc>
                <a:spcPct val="100000"/>
              </a:lnSpc>
              <a:spcBef>
                <a:spcPts val="0"/>
              </a:spcBef>
              <a:spcAft>
                <a:spcPts val="600"/>
              </a:spcAft>
              <a:defRPr sz="2400">
                <a:solidFill>
                  <a:srgbClr val="232F3E"/>
                </a:solidFill>
              </a:defRPr>
            </a:lvl1pPr>
            <a:lvl2pPr marL="457200" indent="-228600">
              <a:lnSpc>
                <a:spcPct val="100000"/>
              </a:lnSpc>
              <a:spcBef>
                <a:spcPts val="0"/>
              </a:spcBef>
              <a:spcAft>
                <a:spcPts val="600"/>
              </a:spcAft>
              <a:defRPr sz="2000">
                <a:solidFill>
                  <a:srgbClr val="232F3E"/>
                </a:solidFill>
              </a:defRPr>
            </a:lvl2pPr>
            <a:lvl3pPr marL="684213" indent="-228600">
              <a:lnSpc>
                <a:spcPct val="100000"/>
              </a:lnSpc>
              <a:spcBef>
                <a:spcPts val="0"/>
              </a:spcBef>
              <a:spcAft>
                <a:spcPts val="600"/>
              </a:spcAft>
              <a:defRPr sz="1800">
                <a:solidFill>
                  <a:srgbClr val="232F3E"/>
                </a:solidFill>
              </a:defRPr>
            </a:lvl3pPr>
            <a:lvl4pPr marL="914400" indent="-228600">
              <a:lnSpc>
                <a:spcPct val="100000"/>
              </a:lnSpc>
              <a:spcBef>
                <a:spcPts val="0"/>
              </a:spcBef>
              <a:spcAft>
                <a:spcPts val="600"/>
              </a:spcAft>
              <a:defRPr sz="1600">
                <a:solidFill>
                  <a:srgbClr val="232F3E"/>
                </a:solidFill>
              </a:defRPr>
            </a:lvl4pPr>
            <a:lvl5pPr marL="1144588" indent="-228600">
              <a:lnSpc>
                <a:spcPct val="100000"/>
              </a:lnSpc>
              <a:spcBef>
                <a:spcPts val="0"/>
              </a:spcBef>
              <a:spcAft>
                <a:spcPts val="600"/>
              </a:spcAft>
              <a:defRPr sz="1600">
                <a:solidFill>
                  <a:srgbClr val="232F3E"/>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
        <p:nvSpPr>
          <p:cNvPr id="24" name="Picture Right">
            <a:extLst>
              <a:ext uri="{FF2B5EF4-FFF2-40B4-BE49-F238E27FC236}">
                <a16:creationId xmlns:a16="http://schemas.microsoft.com/office/drawing/2014/main" id="{DEC705E3-5BBB-4173-AAF5-E12991B7D59F}"/>
              </a:ext>
              <a:ext uri="{C183D7F6-B498-43B3-948B-1728B52AA6E4}">
                <adec:decorative xmlns:adec="http://schemas.microsoft.com/office/drawing/2017/decorative" val="1"/>
              </a:ext>
            </a:extLst>
          </p:cNvPr>
          <p:cNvSpPr>
            <a:spLocks noGrp="1"/>
          </p:cNvSpPr>
          <p:nvPr>
            <p:ph type="pic" idx="24" hasCustomPrompt="1"/>
          </p:nvPr>
        </p:nvSpPr>
        <p:spPr>
          <a:xfrm>
            <a:off x="8814816" y="1097280"/>
            <a:ext cx="2286000" cy="2286000"/>
          </a:xfrm>
        </p:spPr>
        <p:txBody>
          <a:bodyPr anchor="t">
            <a:noAutofit/>
          </a:bodyPr>
          <a:lstStyle>
            <a:lvl1pPr marL="0" indent="0" algn="ctr">
              <a:buNone/>
              <a:defRPr sz="2400">
                <a:solidFill>
                  <a:srgbClr val="232F3E"/>
                </a:solidFill>
              </a:defRPr>
            </a:lvl1pPr>
          </a:lstStyle>
          <a:p>
            <a:r>
              <a:rPr lang="en-US" dirty="0"/>
              <a:t>Click icon to add image</a:t>
            </a:r>
          </a:p>
        </p:txBody>
      </p:sp>
      <p:sp>
        <p:nvSpPr>
          <p:cNvPr id="14" name="Content Header Right">
            <a:extLst>
              <a:ext uri="{FF2B5EF4-FFF2-40B4-BE49-F238E27FC236}">
                <a16:creationId xmlns:a16="http://schemas.microsoft.com/office/drawing/2014/main" id="{CF01F87A-DBEF-4657-8500-6A751FF3BC24}"/>
              </a:ext>
            </a:extLst>
          </p:cNvPr>
          <p:cNvSpPr>
            <a:spLocks noGrp="1"/>
          </p:cNvSpPr>
          <p:nvPr>
            <p:ph type="body" idx="14" hasCustomPrompt="1"/>
          </p:nvPr>
        </p:nvSpPr>
        <p:spPr>
          <a:xfrm>
            <a:off x="8101583" y="3429000"/>
            <a:ext cx="3749040" cy="440329"/>
          </a:xfrm>
          <a:noFill/>
          <a:ln>
            <a:noFill/>
          </a:ln>
        </p:spPr>
        <p:txBody>
          <a:bodyPr lIns="91440" anchor="ctr">
            <a:noAutofit/>
          </a:bodyPr>
          <a:lstStyle>
            <a:lvl1pPr marL="0"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header text</a:t>
            </a:r>
          </a:p>
        </p:txBody>
      </p:sp>
      <p:sp>
        <p:nvSpPr>
          <p:cNvPr id="4" name="Content Right">
            <a:extLst>
              <a:ext uri="{FF2B5EF4-FFF2-40B4-BE49-F238E27FC236}">
                <a16:creationId xmlns:a16="http://schemas.microsoft.com/office/drawing/2014/main" id="{FD28CF85-103D-4AC7-BF7A-D32715F9433A}"/>
              </a:ext>
            </a:extLst>
          </p:cNvPr>
          <p:cNvSpPr>
            <a:spLocks noGrp="1"/>
          </p:cNvSpPr>
          <p:nvPr>
            <p:ph type="body" idx="4" hasCustomPrompt="1"/>
          </p:nvPr>
        </p:nvSpPr>
        <p:spPr>
          <a:xfrm>
            <a:off x="8083296" y="3895344"/>
            <a:ext cx="3749040" cy="2539399"/>
          </a:xfrm>
        </p:spPr>
        <p:txBody>
          <a:bodyPr>
            <a:noAutofit/>
          </a:bodyPr>
          <a:lstStyle>
            <a:lvl1pPr>
              <a:lnSpc>
                <a:spcPct val="100000"/>
              </a:lnSpc>
              <a:spcBef>
                <a:spcPts val="0"/>
              </a:spcBef>
              <a:spcAft>
                <a:spcPts val="600"/>
              </a:spcAft>
              <a:defRPr sz="2400">
                <a:solidFill>
                  <a:srgbClr val="232F3E"/>
                </a:solidFill>
              </a:defRPr>
            </a:lvl1pPr>
            <a:lvl2pPr marL="457200" indent="-228600">
              <a:lnSpc>
                <a:spcPct val="100000"/>
              </a:lnSpc>
              <a:spcBef>
                <a:spcPts val="0"/>
              </a:spcBef>
              <a:spcAft>
                <a:spcPts val="600"/>
              </a:spcAft>
              <a:defRPr sz="2000">
                <a:solidFill>
                  <a:srgbClr val="232F3E"/>
                </a:solidFill>
              </a:defRPr>
            </a:lvl2pPr>
            <a:lvl3pPr marL="684213" indent="-228600">
              <a:lnSpc>
                <a:spcPct val="100000"/>
              </a:lnSpc>
              <a:spcBef>
                <a:spcPts val="0"/>
              </a:spcBef>
              <a:spcAft>
                <a:spcPts val="600"/>
              </a:spcAft>
              <a:defRPr sz="1800">
                <a:solidFill>
                  <a:srgbClr val="232F3E"/>
                </a:solidFill>
              </a:defRPr>
            </a:lvl3pPr>
            <a:lvl4pPr marL="914400" indent="-228600">
              <a:lnSpc>
                <a:spcPct val="100000"/>
              </a:lnSpc>
              <a:spcBef>
                <a:spcPts val="0"/>
              </a:spcBef>
              <a:spcAft>
                <a:spcPts val="600"/>
              </a:spcAft>
              <a:defRPr sz="1600">
                <a:solidFill>
                  <a:srgbClr val="232F3E"/>
                </a:solidFill>
              </a:defRPr>
            </a:lvl4pPr>
            <a:lvl5pPr marL="1144588" indent="-228600">
              <a:lnSpc>
                <a:spcPct val="100000"/>
              </a:lnSpc>
              <a:spcBef>
                <a:spcPts val="0"/>
              </a:spcBef>
              <a:spcAft>
                <a:spcPts val="600"/>
              </a:spcAft>
              <a:defRPr sz="1600">
                <a:solidFill>
                  <a:srgbClr val="232F3E"/>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Tree>
    <p:custDataLst>
      <p:tags r:id="rId1"/>
    </p:custDataLst>
    <p:extLst>
      <p:ext uri="{BB962C8B-B14F-4D97-AF65-F5344CB8AC3E}">
        <p14:creationId xmlns:p14="http://schemas.microsoft.com/office/powerpoint/2010/main" val="302891008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picTx" preserve="1">
  <p:cSld name="Title, 3 images, and 3 text">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F8BD5B93-38A6-4C4A-A3EB-A591F4EDD6E5}"/>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5"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a:t>Title, 3 images, and 3 text</a:t>
            </a:r>
          </a:p>
        </p:txBody>
      </p:sp>
      <p:pic>
        <p:nvPicPr>
          <p:cNvPr id="99" name="Divider">
            <a:extLst>
              <a:ext uri="{FF2B5EF4-FFF2-40B4-BE49-F238E27FC236}">
                <a16:creationId xmlns:a16="http://schemas.microsoft.com/office/drawing/2014/main" id="{4A7FD274-6B14-4547-8F81-35EB1030AF5A}"/>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22" name="Picture Top">
            <a:extLst>
              <a:ext uri="{FF2B5EF4-FFF2-40B4-BE49-F238E27FC236}">
                <a16:creationId xmlns:a16="http://schemas.microsoft.com/office/drawing/2014/main" id="{A644AF2C-FFDC-4661-BF6B-D208E5E816FA}"/>
              </a:ext>
              <a:ext uri="{C183D7F6-B498-43B3-948B-1728B52AA6E4}">
                <adec:decorative xmlns:adec="http://schemas.microsoft.com/office/drawing/2017/decorative" val="1"/>
              </a:ext>
            </a:extLst>
          </p:cNvPr>
          <p:cNvSpPr>
            <a:spLocks noGrp="1"/>
          </p:cNvSpPr>
          <p:nvPr>
            <p:ph type="pic" idx="22" hasCustomPrompt="1"/>
          </p:nvPr>
        </p:nvSpPr>
        <p:spPr>
          <a:xfrm>
            <a:off x="365760" y="1238846"/>
            <a:ext cx="1554480" cy="1554480"/>
          </a:xfrm>
        </p:spPr>
        <p:txBody>
          <a:bodyPr anchor="t">
            <a:noAutofit/>
          </a:bodyPr>
          <a:lstStyle>
            <a:lvl1pPr marL="0" indent="0" algn="ctr">
              <a:buNone/>
              <a:defRPr sz="1800">
                <a:solidFill>
                  <a:srgbClr val="232F3E"/>
                </a:solidFill>
              </a:defRPr>
            </a:lvl1pPr>
          </a:lstStyle>
          <a:p>
            <a:r>
              <a:rPr lang="en-US" dirty="0"/>
              <a:t>Click icon to add image</a:t>
            </a:r>
          </a:p>
        </p:txBody>
      </p:sp>
      <p:sp>
        <p:nvSpPr>
          <p:cNvPr id="2" name="Content Top">
            <a:extLst>
              <a:ext uri="{FF2B5EF4-FFF2-40B4-BE49-F238E27FC236}">
                <a16:creationId xmlns:a16="http://schemas.microsoft.com/office/drawing/2014/main" id="{5ACBD598-6775-4223-B2AB-B169A112E3FF}"/>
              </a:ext>
            </a:extLst>
          </p:cNvPr>
          <p:cNvSpPr>
            <a:spLocks noGrp="1"/>
          </p:cNvSpPr>
          <p:nvPr>
            <p:ph type="body" idx="2" hasCustomPrompt="1"/>
          </p:nvPr>
        </p:nvSpPr>
        <p:spPr>
          <a:xfrm>
            <a:off x="2045043" y="1147406"/>
            <a:ext cx="9781197" cy="1737360"/>
          </a:xfrm>
        </p:spPr>
        <p:txBody>
          <a:bodyPr anchor="ctr">
            <a:noAutofit/>
          </a:bodyPr>
          <a:lstStyle>
            <a:lvl1pPr marL="0" indent="0">
              <a:lnSpc>
                <a:spcPct val="100000"/>
              </a:lnSpc>
              <a:spcBef>
                <a:spcPts val="0"/>
              </a:spcBef>
              <a:spcAft>
                <a:spcPts val="300"/>
              </a:spcAft>
              <a:buNone/>
              <a:defRPr sz="2400">
                <a:solidFill>
                  <a:srgbClr val="232F3E"/>
                </a:solidFill>
              </a:defRPr>
            </a:lvl1pPr>
            <a:lvl2pPr marL="233363" indent="0">
              <a:lnSpc>
                <a:spcPct val="100000"/>
              </a:lnSpc>
              <a:spcBef>
                <a:spcPts val="300"/>
              </a:spcBef>
              <a:spcAft>
                <a:spcPts val="600"/>
              </a:spcAft>
              <a:buNone/>
              <a:defRPr sz="2000">
                <a:solidFill>
                  <a:srgbClr val="232F3E"/>
                </a:solidFill>
              </a:defRPr>
            </a:lvl2pPr>
            <a:lvl3pPr marL="455613" indent="0">
              <a:lnSpc>
                <a:spcPct val="100000"/>
              </a:lnSpc>
              <a:spcAft>
                <a:spcPts val="600"/>
              </a:spcAft>
              <a:buNone/>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a:t>Add content text</a:t>
            </a:r>
          </a:p>
        </p:txBody>
      </p:sp>
      <p:sp>
        <p:nvSpPr>
          <p:cNvPr id="23" name="Picture Middle">
            <a:extLst>
              <a:ext uri="{FF2B5EF4-FFF2-40B4-BE49-F238E27FC236}">
                <a16:creationId xmlns:a16="http://schemas.microsoft.com/office/drawing/2014/main" id="{B777B55C-601A-4296-A013-0704520C9933}"/>
              </a:ext>
              <a:ext uri="{C183D7F6-B498-43B3-948B-1728B52AA6E4}">
                <adec:decorative xmlns:adec="http://schemas.microsoft.com/office/drawing/2017/decorative" val="1"/>
              </a:ext>
            </a:extLst>
          </p:cNvPr>
          <p:cNvSpPr>
            <a:spLocks noGrp="1"/>
          </p:cNvSpPr>
          <p:nvPr>
            <p:ph type="pic" idx="23" hasCustomPrompt="1"/>
          </p:nvPr>
        </p:nvSpPr>
        <p:spPr>
          <a:xfrm>
            <a:off x="365760" y="3008944"/>
            <a:ext cx="1554480" cy="1554480"/>
          </a:xfrm>
        </p:spPr>
        <p:txBody>
          <a:bodyPr anchor="t">
            <a:noAutofit/>
          </a:bodyPr>
          <a:lstStyle>
            <a:lvl1pPr marL="0" indent="0" algn="ctr">
              <a:buNone/>
              <a:defRPr sz="1800">
                <a:solidFill>
                  <a:srgbClr val="232F3E"/>
                </a:solidFill>
              </a:defRPr>
            </a:lvl1pPr>
          </a:lstStyle>
          <a:p>
            <a:r>
              <a:rPr lang="en-US" dirty="0"/>
              <a:t>Click icon to add image</a:t>
            </a:r>
          </a:p>
        </p:txBody>
      </p:sp>
      <p:sp>
        <p:nvSpPr>
          <p:cNvPr id="3" name="Content Middle">
            <a:extLst>
              <a:ext uri="{FF2B5EF4-FFF2-40B4-BE49-F238E27FC236}">
                <a16:creationId xmlns:a16="http://schemas.microsoft.com/office/drawing/2014/main" id="{80E603A3-BB5F-4E92-A77C-5055D8FB5D06}"/>
              </a:ext>
            </a:extLst>
          </p:cNvPr>
          <p:cNvSpPr>
            <a:spLocks noGrp="1"/>
          </p:cNvSpPr>
          <p:nvPr>
            <p:ph type="body" idx="3" hasCustomPrompt="1"/>
          </p:nvPr>
        </p:nvSpPr>
        <p:spPr>
          <a:xfrm>
            <a:off x="2045043" y="2917504"/>
            <a:ext cx="9781197" cy="1737360"/>
          </a:xfrm>
        </p:spPr>
        <p:txBody>
          <a:bodyPr anchor="ctr">
            <a:noAutofit/>
          </a:bodyPr>
          <a:lstStyle>
            <a:lvl1pPr marL="0" indent="0">
              <a:lnSpc>
                <a:spcPct val="100000"/>
              </a:lnSpc>
              <a:spcBef>
                <a:spcPts val="0"/>
              </a:spcBef>
              <a:spcAft>
                <a:spcPts val="300"/>
              </a:spcAft>
              <a:buNone/>
              <a:defRPr sz="2400">
                <a:solidFill>
                  <a:srgbClr val="232F3E"/>
                </a:solidFill>
              </a:defRPr>
            </a:lvl1pPr>
            <a:lvl2pPr marL="233363" indent="0">
              <a:lnSpc>
                <a:spcPct val="100000"/>
              </a:lnSpc>
              <a:spcBef>
                <a:spcPts val="300"/>
              </a:spcBef>
              <a:spcAft>
                <a:spcPts val="600"/>
              </a:spcAft>
              <a:buNone/>
              <a:defRPr sz="2000">
                <a:solidFill>
                  <a:srgbClr val="232F3E"/>
                </a:solidFill>
              </a:defRPr>
            </a:lvl2pPr>
            <a:lvl3pPr marL="455613" indent="0">
              <a:lnSpc>
                <a:spcPct val="100000"/>
              </a:lnSpc>
              <a:spcAft>
                <a:spcPts val="600"/>
              </a:spcAft>
              <a:buNone/>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a:t>Add content text</a:t>
            </a:r>
          </a:p>
        </p:txBody>
      </p:sp>
      <p:sp>
        <p:nvSpPr>
          <p:cNvPr id="24" name="Picture Bottom">
            <a:extLst>
              <a:ext uri="{FF2B5EF4-FFF2-40B4-BE49-F238E27FC236}">
                <a16:creationId xmlns:a16="http://schemas.microsoft.com/office/drawing/2014/main" id="{E03CC3B4-6BE1-41D3-B04E-E0C023B529E1}"/>
              </a:ext>
              <a:ext uri="{C183D7F6-B498-43B3-948B-1728B52AA6E4}">
                <adec:decorative xmlns:adec="http://schemas.microsoft.com/office/drawing/2017/decorative" val="1"/>
              </a:ext>
            </a:extLst>
          </p:cNvPr>
          <p:cNvSpPr>
            <a:spLocks noGrp="1"/>
          </p:cNvSpPr>
          <p:nvPr>
            <p:ph type="pic" idx="24" hasCustomPrompt="1"/>
          </p:nvPr>
        </p:nvSpPr>
        <p:spPr>
          <a:xfrm>
            <a:off x="365760" y="4776114"/>
            <a:ext cx="1554480" cy="1554480"/>
          </a:xfrm>
        </p:spPr>
        <p:txBody>
          <a:bodyPr anchor="t">
            <a:noAutofit/>
          </a:bodyPr>
          <a:lstStyle>
            <a:lvl1pPr marL="0" indent="0" algn="ctr">
              <a:buNone/>
              <a:defRPr sz="1800">
                <a:solidFill>
                  <a:srgbClr val="232F3E"/>
                </a:solidFill>
              </a:defRPr>
            </a:lvl1pPr>
          </a:lstStyle>
          <a:p>
            <a:r>
              <a:rPr lang="en-US" dirty="0"/>
              <a:t>Click icon to add image</a:t>
            </a:r>
          </a:p>
        </p:txBody>
      </p:sp>
      <p:sp>
        <p:nvSpPr>
          <p:cNvPr id="4" name="Content Bottom">
            <a:extLst>
              <a:ext uri="{FF2B5EF4-FFF2-40B4-BE49-F238E27FC236}">
                <a16:creationId xmlns:a16="http://schemas.microsoft.com/office/drawing/2014/main" id="{AD9F5B5C-5A2E-4FDE-BE90-933A1A3633E4}"/>
              </a:ext>
            </a:extLst>
          </p:cNvPr>
          <p:cNvSpPr>
            <a:spLocks noGrp="1"/>
          </p:cNvSpPr>
          <p:nvPr>
            <p:ph type="body" idx="4" hasCustomPrompt="1"/>
          </p:nvPr>
        </p:nvSpPr>
        <p:spPr>
          <a:xfrm>
            <a:off x="2045043" y="4684674"/>
            <a:ext cx="9781197" cy="1737360"/>
          </a:xfrm>
        </p:spPr>
        <p:txBody>
          <a:bodyPr anchor="ctr">
            <a:noAutofit/>
          </a:bodyPr>
          <a:lstStyle>
            <a:lvl1pPr marL="0" indent="0">
              <a:lnSpc>
                <a:spcPct val="100000"/>
              </a:lnSpc>
              <a:spcBef>
                <a:spcPts val="0"/>
              </a:spcBef>
              <a:spcAft>
                <a:spcPts val="300"/>
              </a:spcAft>
              <a:buNone/>
              <a:defRPr sz="2400">
                <a:solidFill>
                  <a:srgbClr val="232F3E"/>
                </a:solidFill>
              </a:defRPr>
            </a:lvl1pPr>
            <a:lvl2pPr marL="233363" indent="0">
              <a:lnSpc>
                <a:spcPct val="100000"/>
              </a:lnSpc>
              <a:spcBef>
                <a:spcPts val="300"/>
              </a:spcBef>
              <a:spcAft>
                <a:spcPts val="600"/>
              </a:spcAft>
              <a:buNone/>
              <a:defRPr sz="2000">
                <a:solidFill>
                  <a:srgbClr val="232F3E"/>
                </a:solidFill>
              </a:defRPr>
            </a:lvl2pPr>
            <a:lvl3pPr marL="455613" indent="0">
              <a:lnSpc>
                <a:spcPct val="100000"/>
              </a:lnSpc>
              <a:spcAft>
                <a:spcPts val="600"/>
              </a:spcAft>
              <a:buNone/>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a:t>Add content text</a:t>
            </a:r>
          </a:p>
        </p:txBody>
      </p:sp>
    </p:spTree>
    <p:custDataLst>
      <p:tags r:id="rId1"/>
    </p:custDataLst>
    <p:extLst>
      <p:ext uri="{BB962C8B-B14F-4D97-AF65-F5344CB8AC3E}">
        <p14:creationId xmlns:p14="http://schemas.microsoft.com/office/powerpoint/2010/main" val="100096804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cSld name="Acronyms">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F8BD5B93-38A6-4C4A-A3EB-A591F4EDD6E5}"/>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12"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a:t>Acronym Slide</a:t>
            </a:r>
          </a:p>
        </p:txBody>
      </p:sp>
      <p:pic>
        <p:nvPicPr>
          <p:cNvPr id="99" name="Divider">
            <a:extLst>
              <a:ext uri="{FF2B5EF4-FFF2-40B4-BE49-F238E27FC236}">
                <a16:creationId xmlns:a16="http://schemas.microsoft.com/office/drawing/2014/main" id="{E75453ED-071C-4C2B-B7E5-A670D111A549}"/>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8" name="Acronym Left Top">
            <a:extLst>
              <a:ext uri="{FF2B5EF4-FFF2-40B4-BE49-F238E27FC236}">
                <a16:creationId xmlns:a16="http://schemas.microsoft.com/office/drawing/2014/main" id="{BFBAFEAE-54DC-4352-A240-FBA7A523B7F4}"/>
              </a:ext>
            </a:extLst>
          </p:cNvPr>
          <p:cNvSpPr>
            <a:spLocks noGrp="1"/>
          </p:cNvSpPr>
          <p:nvPr>
            <p:ph type="body" idx="8" hasCustomPrompt="1"/>
          </p:nvPr>
        </p:nvSpPr>
        <p:spPr>
          <a:xfrm>
            <a:off x="353060" y="1188403"/>
            <a:ext cx="1828800" cy="1554480"/>
          </a:xfrm>
        </p:spPr>
        <p:txBody>
          <a:bodyPr lIns="0" tIns="0" rIns="0" bIns="0" anchor="ctr">
            <a:noAutofit/>
          </a:bodyPr>
          <a:lstStyle>
            <a:lvl1pPr marL="0" indent="0" algn="ctr">
              <a:lnSpc>
                <a:spcPct val="100000"/>
              </a:lnSpc>
              <a:spcBef>
                <a:spcPts val="0"/>
              </a:spcBef>
              <a:buNone/>
              <a:defRPr lang="en-US" sz="5400" b="1" kern="1200" cap="none" spc="0" dirty="0">
                <a:ln w="9525">
                  <a:solidFill>
                    <a:schemeClr val="bg1"/>
                  </a:solidFill>
                  <a:prstDash val="solid"/>
                </a:ln>
                <a:solidFill>
                  <a:schemeClr val="accent2"/>
                </a:solidFill>
                <a:effectLst>
                  <a:outerShdw blurRad="12700" dist="38100" dir="2700000" algn="tl" rotWithShape="0">
                    <a:schemeClr val="bg1">
                      <a:lumMod val="50000"/>
                    </a:schemeClr>
                  </a:outerShdw>
                </a:effectLst>
                <a:latin typeface="+mn-lt"/>
                <a:ea typeface="+mn-ea"/>
                <a:cs typeface="+mn-cs"/>
              </a:defRPr>
            </a:lvl1pPr>
          </a:lstStyle>
          <a:p>
            <a:pPr lvl="0"/>
            <a:r>
              <a:rPr lang="en-US"/>
              <a:t>ABR</a:t>
            </a:r>
          </a:p>
        </p:txBody>
      </p:sp>
      <p:sp>
        <p:nvSpPr>
          <p:cNvPr id="2" name="Content Left Top">
            <a:extLst>
              <a:ext uri="{FF2B5EF4-FFF2-40B4-BE49-F238E27FC236}">
                <a16:creationId xmlns:a16="http://schemas.microsoft.com/office/drawing/2014/main" id="{5ACBD598-6775-4223-B2AB-B169A112E3FF}"/>
              </a:ext>
            </a:extLst>
          </p:cNvPr>
          <p:cNvSpPr>
            <a:spLocks noGrp="1"/>
          </p:cNvSpPr>
          <p:nvPr>
            <p:ph type="body" idx="2" hasCustomPrompt="1"/>
          </p:nvPr>
        </p:nvSpPr>
        <p:spPr>
          <a:xfrm>
            <a:off x="2194163" y="1096963"/>
            <a:ext cx="3840480" cy="1737360"/>
          </a:xfrm>
        </p:spPr>
        <p:txBody>
          <a:bodyPr anchor="ctr">
            <a:noAutofit/>
          </a:bodyPr>
          <a:lstStyle>
            <a:lvl1pPr marL="0" indent="0">
              <a:lnSpc>
                <a:spcPct val="100000"/>
              </a:lnSpc>
              <a:spcBef>
                <a:spcPts val="0"/>
              </a:spcBef>
              <a:spcAft>
                <a:spcPts val="300"/>
              </a:spcAft>
              <a:buNone/>
              <a:defRPr sz="2000">
                <a:solidFill>
                  <a:srgbClr val="232F3E"/>
                </a:solidFill>
                <a:latin typeface="Amazon Ember Display"/>
              </a:defRPr>
            </a:lvl1pPr>
            <a:lvl2pPr marL="233363" indent="0">
              <a:lnSpc>
                <a:spcPct val="100000"/>
              </a:lnSpc>
              <a:spcBef>
                <a:spcPts val="300"/>
              </a:spcBef>
              <a:spcAft>
                <a:spcPts val="600"/>
              </a:spcAft>
              <a:buNone/>
              <a:defRPr sz="2000">
                <a:solidFill>
                  <a:srgbClr val="232F3E"/>
                </a:solidFill>
                <a:latin typeface="Amazon Ember Display"/>
              </a:defRPr>
            </a:lvl2pPr>
            <a:lvl3pPr marL="455613" indent="0">
              <a:lnSpc>
                <a:spcPct val="100000"/>
              </a:lnSpc>
              <a:spcAft>
                <a:spcPts val="600"/>
              </a:spcAft>
              <a:buNone/>
              <a:defRPr sz="2000">
                <a:solidFill>
                  <a:schemeClr val="tx2"/>
                </a:solidFill>
                <a:latin typeface="Amazon Ember Display"/>
              </a:defRPr>
            </a:lvl3pPr>
            <a:lvl4pPr marL="914400" indent="-228600">
              <a:lnSpc>
                <a:spcPct val="100000"/>
              </a:lnSpc>
              <a:spcAft>
                <a:spcPts val="600"/>
              </a:spcAft>
              <a:defRPr sz="1800">
                <a:solidFill>
                  <a:schemeClr val="tx2"/>
                </a:solidFill>
                <a:latin typeface="Amazon Ember Display"/>
              </a:defRPr>
            </a:lvl4pPr>
            <a:lvl5pPr marL="1144588" indent="-228600">
              <a:lnSpc>
                <a:spcPct val="100000"/>
              </a:lnSpc>
              <a:spcAft>
                <a:spcPts val="600"/>
              </a:spcAft>
              <a:defRPr sz="1800">
                <a:solidFill>
                  <a:schemeClr val="tx2"/>
                </a:solidFill>
                <a:latin typeface="Amazon Ember Display"/>
              </a:defRPr>
            </a:lvl5pPr>
          </a:lstStyle>
          <a:p>
            <a:pPr lvl="0"/>
            <a:r>
              <a:rPr lang="en-US"/>
              <a:t>Acronym spelled out</a:t>
            </a:r>
          </a:p>
          <a:p>
            <a:pPr lvl="0"/>
            <a:r>
              <a:rPr lang="en-US"/>
              <a:t>Description</a:t>
            </a:r>
          </a:p>
          <a:p>
            <a:pPr lvl="0"/>
            <a:r>
              <a:rPr lang="en-US"/>
              <a:t>- Example</a:t>
            </a:r>
          </a:p>
        </p:txBody>
      </p:sp>
      <p:sp>
        <p:nvSpPr>
          <p:cNvPr id="9" name="Acronym Left Middle">
            <a:extLst>
              <a:ext uri="{FF2B5EF4-FFF2-40B4-BE49-F238E27FC236}">
                <a16:creationId xmlns:a16="http://schemas.microsoft.com/office/drawing/2014/main" id="{DF521447-4E72-4F87-B8F3-0A9998B3AC50}"/>
              </a:ext>
            </a:extLst>
          </p:cNvPr>
          <p:cNvSpPr>
            <a:spLocks noGrp="1"/>
          </p:cNvSpPr>
          <p:nvPr>
            <p:ph type="body" idx="9" hasCustomPrompt="1"/>
          </p:nvPr>
        </p:nvSpPr>
        <p:spPr>
          <a:xfrm>
            <a:off x="353060" y="2980786"/>
            <a:ext cx="1828800" cy="1554480"/>
          </a:xfrm>
        </p:spPr>
        <p:txBody>
          <a:bodyPr lIns="0" tIns="0" rIns="0" bIns="0" anchor="ctr">
            <a:noAutofit/>
          </a:bodyPr>
          <a:lstStyle>
            <a:lvl1pPr marL="0" indent="0" algn="ctr">
              <a:lnSpc>
                <a:spcPct val="100000"/>
              </a:lnSpc>
              <a:spcBef>
                <a:spcPts val="0"/>
              </a:spcBef>
              <a:buNone/>
              <a:defRPr lang="en-US" sz="5400" b="1" kern="1200" cap="none" spc="0" dirty="0">
                <a:ln w="9525">
                  <a:solidFill>
                    <a:schemeClr val="bg1"/>
                  </a:solidFill>
                  <a:prstDash val="solid"/>
                </a:ln>
                <a:solidFill>
                  <a:schemeClr val="accent2"/>
                </a:solidFill>
                <a:effectLst>
                  <a:outerShdw blurRad="12700" dist="38100" dir="2700000" algn="tl" rotWithShape="0">
                    <a:schemeClr val="bg1">
                      <a:lumMod val="50000"/>
                    </a:schemeClr>
                  </a:outerShdw>
                </a:effectLst>
                <a:latin typeface="+mn-lt"/>
                <a:ea typeface="+mn-ea"/>
                <a:cs typeface="+mn-cs"/>
              </a:defRPr>
            </a:lvl1pPr>
          </a:lstStyle>
          <a:p>
            <a:pPr lvl="0"/>
            <a:r>
              <a:rPr lang="en-US"/>
              <a:t>ABR</a:t>
            </a:r>
          </a:p>
        </p:txBody>
      </p:sp>
      <p:sp>
        <p:nvSpPr>
          <p:cNvPr id="3" name="Content Left Middle">
            <a:extLst>
              <a:ext uri="{FF2B5EF4-FFF2-40B4-BE49-F238E27FC236}">
                <a16:creationId xmlns:a16="http://schemas.microsoft.com/office/drawing/2014/main" id="{80E603A3-BB5F-4E92-A77C-5055D8FB5D06}"/>
              </a:ext>
            </a:extLst>
          </p:cNvPr>
          <p:cNvSpPr>
            <a:spLocks noGrp="1"/>
          </p:cNvSpPr>
          <p:nvPr>
            <p:ph type="body" idx="3" hasCustomPrompt="1"/>
          </p:nvPr>
        </p:nvSpPr>
        <p:spPr>
          <a:xfrm>
            <a:off x="2194163" y="2889346"/>
            <a:ext cx="3840480" cy="1737360"/>
          </a:xfrm>
        </p:spPr>
        <p:txBody>
          <a:bodyPr anchor="ctr">
            <a:noAutofit/>
          </a:bodyPr>
          <a:lstStyle>
            <a:lvl1pPr marL="0" indent="0">
              <a:lnSpc>
                <a:spcPct val="100000"/>
              </a:lnSpc>
              <a:spcBef>
                <a:spcPts val="0"/>
              </a:spcBef>
              <a:spcAft>
                <a:spcPts val="300"/>
              </a:spcAft>
              <a:buNone/>
              <a:defRPr sz="2000">
                <a:solidFill>
                  <a:srgbClr val="232F3E"/>
                </a:solidFill>
                <a:latin typeface="Amazon Ember Display"/>
              </a:defRPr>
            </a:lvl1pPr>
            <a:lvl2pPr marL="461963" indent="-228600">
              <a:lnSpc>
                <a:spcPct val="100000"/>
              </a:lnSpc>
              <a:spcBef>
                <a:spcPts val="300"/>
              </a:spcBef>
              <a:spcAft>
                <a:spcPts val="600"/>
              </a:spcAft>
              <a:defRPr sz="2000">
                <a:solidFill>
                  <a:srgbClr val="232F3E"/>
                </a:solidFill>
                <a:latin typeface="Amazon Ember Display"/>
              </a:defRPr>
            </a:lvl2pPr>
            <a:lvl3pPr marL="455613" indent="0">
              <a:lnSpc>
                <a:spcPct val="100000"/>
              </a:lnSpc>
              <a:spcAft>
                <a:spcPts val="600"/>
              </a:spcAft>
              <a:buNone/>
              <a:defRPr sz="2000">
                <a:solidFill>
                  <a:schemeClr val="tx2"/>
                </a:solidFill>
                <a:latin typeface="Amazon Ember Display"/>
              </a:defRPr>
            </a:lvl3pPr>
            <a:lvl4pPr marL="914400" indent="-228600">
              <a:lnSpc>
                <a:spcPct val="100000"/>
              </a:lnSpc>
              <a:spcAft>
                <a:spcPts val="600"/>
              </a:spcAft>
              <a:defRPr sz="1800">
                <a:solidFill>
                  <a:schemeClr val="tx2"/>
                </a:solidFill>
                <a:latin typeface="Amazon Ember Display"/>
              </a:defRPr>
            </a:lvl4pPr>
            <a:lvl5pPr marL="1144588" indent="-228600">
              <a:lnSpc>
                <a:spcPct val="100000"/>
              </a:lnSpc>
              <a:spcAft>
                <a:spcPts val="600"/>
              </a:spcAft>
              <a:defRPr sz="1800">
                <a:solidFill>
                  <a:schemeClr val="tx2"/>
                </a:solidFill>
                <a:latin typeface="Amazon Ember Display"/>
              </a:defRPr>
            </a:lvl5pPr>
          </a:lstStyle>
          <a:p>
            <a:pPr lvl="0"/>
            <a:r>
              <a:rPr lang="en-US"/>
              <a:t>Acronym spelled out</a:t>
            </a:r>
          </a:p>
          <a:p>
            <a:pPr lvl="0"/>
            <a:r>
              <a:rPr lang="en-US"/>
              <a:t>Description</a:t>
            </a:r>
          </a:p>
          <a:p>
            <a:pPr lvl="0"/>
            <a:r>
              <a:rPr lang="en-US"/>
              <a:t>- Example</a:t>
            </a:r>
          </a:p>
        </p:txBody>
      </p:sp>
      <p:sp>
        <p:nvSpPr>
          <p:cNvPr id="10" name="Acronym Left Bottom">
            <a:extLst>
              <a:ext uri="{FF2B5EF4-FFF2-40B4-BE49-F238E27FC236}">
                <a16:creationId xmlns:a16="http://schemas.microsoft.com/office/drawing/2014/main" id="{1A869D27-DAC1-4525-9F52-0E454C69A2CC}"/>
              </a:ext>
            </a:extLst>
          </p:cNvPr>
          <p:cNvSpPr>
            <a:spLocks noGrp="1"/>
          </p:cNvSpPr>
          <p:nvPr>
            <p:ph type="body" idx="10" hasCustomPrompt="1"/>
          </p:nvPr>
        </p:nvSpPr>
        <p:spPr>
          <a:xfrm>
            <a:off x="353060" y="4773168"/>
            <a:ext cx="1828800" cy="1554480"/>
          </a:xfrm>
        </p:spPr>
        <p:txBody>
          <a:bodyPr lIns="0" tIns="0" rIns="0" bIns="0" anchor="ctr">
            <a:noAutofit/>
          </a:bodyPr>
          <a:lstStyle>
            <a:lvl1pPr marL="0" indent="0" algn="ctr">
              <a:lnSpc>
                <a:spcPct val="100000"/>
              </a:lnSpc>
              <a:spcBef>
                <a:spcPts val="0"/>
              </a:spcBef>
              <a:buNone/>
              <a:defRPr lang="en-US" sz="5400" b="1" kern="1200" cap="none" spc="0" dirty="0">
                <a:ln w="9525">
                  <a:solidFill>
                    <a:schemeClr val="bg1"/>
                  </a:solidFill>
                  <a:prstDash val="solid"/>
                </a:ln>
                <a:solidFill>
                  <a:schemeClr val="accent2"/>
                </a:solidFill>
                <a:effectLst>
                  <a:outerShdw blurRad="12700" dist="38100" dir="2700000" algn="tl" rotWithShape="0">
                    <a:schemeClr val="bg1">
                      <a:lumMod val="50000"/>
                    </a:schemeClr>
                  </a:outerShdw>
                </a:effectLst>
                <a:latin typeface="+mn-lt"/>
                <a:ea typeface="+mn-ea"/>
                <a:cs typeface="+mn-cs"/>
              </a:defRPr>
            </a:lvl1pPr>
          </a:lstStyle>
          <a:p>
            <a:pPr lvl="0"/>
            <a:r>
              <a:rPr lang="en-US"/>
              <a:t>ABR</a:t>
            </a:r>
          </a:p>
        </p:txBody>
      </p:sp>
      <p:sp>
        <p:nvSpPr>
          <p:cNvPr id="4" name="Content Left Bottom">
            <a:extLst>
              <a:ext uri="{FF2B5EF4-FFF2-40B4-BE49-F238E27FC236}">
                <a16:creationId xmlns:a16="http://schemas.microsoft.com/office/drawing/2014/main" id="{AD9F5B5C-5A2E-4FDE-BE90-933A1A3633E4}"/>
              </a:ext>
            </a:extLst>
          </p:cNvPr>
          <p:cNvSpPr>
            <a:spLocks noGrp="1"/>
          </p:cNvSpPr>
          <p:nvPr>
            <p:ph type="body" idx="4" hasCustomPrompt="1"/>
          </p:nvPr>
        </p:nvSpPr>
        <p:spPr>
          <a:xfrm>
            <a:off x="2194163" y="4681728"/>
            <a:ext cx="3840480" cy="1737360"/>
          </a:xfrm>
        </p:spPr>
        <p:txBody>
          <a:bodyPr anchor="ctr">
            <a:noAutofit/>
          </a:bodyPr>
          <a:lstStyle>
            <a:lvl1pPr marL="0" indent="0">
              <a:lnSpc>
                <a:spcPct val="100000"/>
              </a:lnSpc>
              <a:spcBef>
                <a:spcPts val="0"/>
              </a:spcBef>
              <a:spcAft>
                <a:spcPts val="300"/>
              </a:spcAft>
              <a:buNone/>
              <a:defRPr sz="2000">
                <a:solidFill>
                  <a:srgbClr val="232F3E"/>
                </a:solidFill>
                <a:latin typeface="Amazon Ember Display"/>
              </a:defRPr>
            </a:lvl1pPr>
            <a:lvl2pPr marL="461963" indent="-228600">
              <a:lnSpc>
                <a:spcPct val="100000"/>
              </a:lnSpc>
              <a:spcBef>
                <a:spcPts val="300"/>
              </a:spcBef>
              <a:spcAft>
                <a:spcPts val="600"/>
              </a:spcAft>
              <a:defRPr sz="2000">
                <a:solidFill>
                  <a:srgbClr val="232F3E"/>
                </a:solidFill>
                <a:latin typeface="Amazon Ember Display"/>
              </a:defRPr>
            </a:lvl2pPr>
            <a:lvl3pPr marL="455613" indent="0">
              <a:lnSpc>
                <a:spcPct val="100000"/>
              </a:lnSpc>
              <a:spcAft>
                <a:spcPts val="600"/>
              </a:spcAft>
              <a:buNone/>
              <a:defRPr sz="2000">
                <a:solidFill>
                  <a:schemeClr val="tx2"/>
                </a:solidFill>
                <a:latin typeface="Amazon Ember Display"/>
              </a:defRPr>
            </a:lvl3pPr>
            <a:lvl4pPr marL="914400" indent="-228600">
              <a:lnSpc>
                <a:spcPct val="100000"/>
              </a:lnSpc>
              <a:spcAft>
                <a:spcPts val="600"/>
              </a:spcAft>
              <a:defRPr sz="1800">
                <a:solidFill>
                  <a:schemeClr val="tx2"/>
                </a:solidFill>
                <a:latin typeface="Amazon Ember Display"/>
              </a:defRPr>
            </a:lvl4pPr>
            <a:lvl5pPr marL="1144588" indent="-228600">
              <a:lnSpc>
                <a:spcPct val="100000"/>
              </a:lnSpc>
              <a:spcAft>
                <a:spcPts val="600"/>
              </a:spcAft>
              <a:defRPr sz="1800">
                <a:solidFill>
                  <a:schemeClr val="tx2"/>
                </a:solidFill>
                <a:latin typeface="Amazon Ember Display"/>
              </a:defRPr>
            </a:lvl5pPr>
          </a:lstStyle>
          <a:p>
            <a:pPr lvl="0"/>
            <a:r>
              <a:rPr lang="en-US"/>
              <a:t>Acronym spelled out</a:t>
            </a:r>
          </a:p>
          <a:p>
            <a:pPr lvl="0"/>
            <a:r>
              <a:rPr lang="en-US"/>
              <a:t>Description</a:t>
            </a:r>
          </a:p>
          <a:p>
            <a:pPr lvl="0"/>
            <a:r>
              <a:rPr lang="en-US"/>
              <a:t>- Example</a:t>
            </a:r>
          </a:p>
        </p:txBody>
      </p:sp>
      <p:sp>
        <p:nvSpPr>
          <p:cNvPr id="11" name="Acronym Right Top">
            <a:extLst>
              <a:ext uri="{FF2B5EF4-FFF2-40B4-BE49-F238E27FC236}">
                <a16:creationId xmlns:a16="http://schemas.microsoft.com/office/drawing/2014/main" id="{9837C0E6-DDD2-4E65-9314-88432234A7B2}"/>
              </a:ext>
            </a:extLst>
          </p:cNvPr>
          <p:cNvSpPr>
            <a:spLocks noGrp="1"/>
          </p:cNvSpPr>
          <p:nvPr>
            <p:ph type="body" idx="11" hasCustomPrompt="1"/>
          </p:nvPr>
        </p:nvSpPr>
        <p:spPr>
          <a:xfrm>
            <a:off x="6162412" y="1188403"/>
            <a:ext cx="1828800" cy="1554480"/>
          </a:xfrm>
        </p:spPr>
        <p:txBody>
          <a:bodyPr lIns="0" tIns="0" rIns="0" bIns="0" anchor="ctr">
            <a:noAutofit/>
          </a:bodyPr>
          <a:lstStyle>
            <a:lvl1pPr marL="0" indent="0" algn="ctr">
              <a:lnSpc>
                <a:spcPct val="100000"/>
              </a:lnSpc>
              <a:spcBef>
                <a:spcPts val="0"/>
              </a:spcBef>
              <a:buNone/>
              <a:defRPr lang="en-US" sz="5400" b="1" kern="1200" cap="none" spc="0" dirty="0">
                <a:ln w="9525">
                  <a:solidFill>
                    <a:schemeClr val="bg1"/>
                  </a:solidFill>
                  <a:prstDash val="solid"/>
                </a:ln>
                <a:solidFill>
                  <a:schemeClr val="accent2"/>
                </a:solidFill>
                <a:effectLst>
                  <a:outerShdw blurRad="12700" dist="38100" dir="2700000" algn="tl" rotWithShape="0">
                    <a:schemeClr val="bg1">
                      <a:lumMod val="50000"/>
                    </a:schemeClr>
                  </a:outerShdw>
                </a:effectLst>
                <a:latin typeface="+mn-lt"/>
                <a:ea typeface="+mn-ea"/>
                <a:cs typeface="+mn-cs"/>
              </a:defRPr>
            </a:lvl1pPr>
          </a:lstStyle>
          <a:p>
            <a:pPr lvl="0"/>
            <a:r>
              <a:rPr lang="en-US"/>
              <a:t>ABR</a:t>
            </a:r>
          </a:p>
        </p:txBody>
      </p:sp>
      <p:sp>
        <p:nvSpPr>
          <p:cNvPr id="5" name="Content Right Top">
            <a:extLst>
              <a:ext uri="{FF2B5EF4-FFF2-40B4-BE49-F238E27FC236}">
                <a16:creationId xmlns:a16="http://schemas.microsoft.com/office/drawing/2014/main" id="{90BB8441-20A6-4797-B4CD-C5446F55BFC4}"/>
              </a:ext>
            </a:extLst>
          </p:cNvPr>
          <p:cNvSpPr>
            <a:spLocks noGrp="1"/>
          </p:cNvSpPr>
          <p:nvPr>
            <p:ph type="body" idx="5" hasCustomPrompt="1"/>
          </p:nvPr>
        </p:nvSpPr>
        <p:spPr>
          <a:xfrm>
            <a:off x="7991878" y="1096963"/>
            <a:ext cx="3840480" cy="1737360"/>
          </a:xfrm>
        </p:spPr>
        <p:txBody>
          <a:bodyPr anchor="ctr">
            <a:noAutofit/>
          </a:bodyPr>
          <a:lstStyle>
            <a:lvl1pPr marL="0" indent="0" algn="l" defTabSz="914400" rtl="0" eaLnBrk="1" latinLnBrk="0" hangingPunct="1">
              <a:lnSpc>
                <a:spcPct val="100000"/>
              </a:lnSpc>
              <a:spcBef>
                <a:spcPts val="0"/>
              </a:spcBef>
              <a:spcAft>
                <a:spcPts val="300"/>
              </a:spcAft>
              <a:buFont typeface="Amazon Ember Display"/>
              <a:buNone/>
              <a:defRPr lang="en-US" sz="2000" kern="1200" dirty="0">
                <a:solidFill>
                  <a:srgbClr val="232F3E"/>
                </a:solidFill>
                <a:latin typeface="Amazon Ember Display"/>
                <a:ea typeface="+mn-ea"/>
                <a:cs typeface="+mn-cs"/>
              </a:defRPr>
            </a:lvl1pPr>
            <a:lvl2pPr marL="461963" indent="-228600">
              <a:lnSpc>
                <a:spcPct val="100000"/>
              </a:lnSpc>
              <a:spcBef>
                <a:spcPts val="300"/>
              </a:spcBef>
              <a:spcAft>
                <a:spcPts val="600"/>
              </a:spcAft>
              <a:defRPr sz="2000">
                <a:solidFill>
                  <a:srgbClr val="232F3E"/>
                </a:solidFill>
                <a:latin typeface="Amazon Ember Display"/>
              </a:defRPr>
            </a:lvl2pPr>
            <a:lvl3pPr marL="455613" indent="0">
              <a:lnSpc>
                <a:spcPct val="100000"/>
              </a:lnSpc>
              <a:spcAft>
                <a:spcPts val="600"/>
              </a:spcAft>
              <a:buNone/>
              <a:defRPr sz="2000">
                <a:solidFill>
                  <a:schemeClr val="tx2"/>
                </a:solidFill>
                <a:latin typeface="Amazon Ember Display"/>
              </a:defRPr>
            </a:lvl3pPr>
            <a:lvl4pPr marL="914400" indent="-228600">
              <a:lnSpc>
                <a:spcPct val="100000"/>
              </a:lnSpc>
              <a:spcAft>
                <a:spcPts val="600"/>
              </a:spcAft>
              <a:defRPr sz="1800">
                <a:solidFill>
                  <a:schemeClr val="tx2"/>
                </a:solidFill>
                <a:latin typeface="Amazon Ember Display"/>
              </a:defRPr>
            </a:lvl4pPr>
            <a:lvl5pPr marL="1144588" indent="-228600">
              <a:lnSpc>
                <a:spcPct val="100000"/>
              </a:lnSpc>
              <a:spcAft>
                <a:spcPts val="600"/>
              </a:spcAft>
              <a:defRPr sz="1800">
                <a:solidFill>
                  <a:schemeClr val="tx2"/>
                </a:solidFill>
                <a:latin typeface="Amazon Ember Display"/>
              </a:defRPr>
            </a:lvl5pPr>
          </a:lstStyle>
          <a:p>
            <a:pPr lvl="0"/>
            <a:r>
              <a:rPr lang="en-US"/>
              <a:t>Acronym spelled out</a:t>
            </a:r>
          </a:p>
          <a:p>
            <a:pPr lvl="0"/>
            <a:r>
              <a:rPr lang="en-US"/>
              <a:t>Description</a:t>
            </a:r>
          </a:p>
          <a:p>
            <a:pPr lvl="0"/>
            <a:r>
              <a:rPr lang="en-US"/>
              <a:t>- Example</a:t>
            </a:r>
          </a:p>
        </p:txBody>
      </p:sp>
      <p:sp>
        <p:nvSpPr>
          <p:cNvPr id="14" name="Acronym Right Middle">
            <a:extLst>
              <a:ext uri="{FF2B5EF4-FFF2-40B4-BE49-F238E27FC236}">
                <a16:creationId xmlns:a16="http://schemas.microsoft.com/office/drawing/2014/main" id="{92570328-F506-4FC2-AE2B-53186B9CA0BF}"/>
              </a:ext>
            </a:extLst>
          </p:cNvPr>
          <p:cNvSpPr>
            <a:spLocks noGrp="1"/>
          </p:cNvSpPr>
          <p:nvPr>
            <p:ph type="body" idx="12" hasCustomPrompt="1"/>
          </p:nvPr>
        </p:nvSpPr>
        <p:spPr>
          <a:xfrm>
            <a:off x="6162412" y="2980786"/>
            <a:ext cx="1828800" cy="1554480"/>
          </a:xfrm>
        </p:spPr>
        <p:txBody>
          <a:bodyPr lIns="0" tIns="0" rIns="0" bIns="0" anchor="ctr">
            <a:noAutofit/>
          </a:bodyPr>
          <a:lstStyle>
            <a:lvl1pPr marL="0" indent="0" algn="ctr">
              <a:lnSpc>
                <a:spcPct val="100000"/>
              </a:lnSpc>
              <a:spcBef>
                <a:spcPts val="0"/>
              </a:spcBef>
              <a:buNone/>
              <a:defRPr lang="en-US" sz="5400" b="1" kern="1200" cap="none" spc="0" dirty="0">
                <a:ln w="9525">
                  <a:solidFill>
                    <a:schemeClr val="bg1"/>
                  </a:solidFill>
                  <a:prstDash val="solid"/>
                </a:ln>
                <a:solidFill>
                  <a:schemeClr val="accent2"/>
                </a:solidFill>
                <a:effectLst>
                  <a:outerShdw blurRad="12700" dist="38100" dir="2700000" algn="tl" rotWithShape="0">
                    <a:schemeClr val="bg1">
                      <a:lumMod val="50000"/>
                    </a:schemeClr>
                  </a:outerShdw>
                </a:effectLst>
                <a:latin typeface="+mn-lt"/>
                <a:ea typeface="+mn-ea"/>
                <a:cs typeface="+mn-cs"/>
              </a:defRPr>
            </a:lvl1pPr>
          </a:lstStyle>
          <a:p>
            <a:pPr lvl="0"/>
            <a:r>
              <a:rPr lang="en-US"/>
              <a:t>ABR</a:t>
            </a:r>
          </a:p>
        </p:txBody>
      </p:sp>
      <p:sp>
        <p:nvSpPr>
          <p:cNvPr id="6" name="Content Right Middle">
            <a:extLst>
              <a:ext uri="{FF2B5EF4-FFF2-40B4-BE49-F238E27FC236}">
                <a16:creationId xmlns:a16="http://schemas.microsoft.com/office/drawing/2014/main" id="{0FAE0B8A-BC98-4464-9C65-3A47B0A5EACB}"/>
              </a:ext>
            </a:extLst>
          </p:cNvPr>
          <p:cNvSpPr>
            <a:spLocks noGrp="1"/>
          </p:cNvSpPr>
          <p:nvPr>
            <p:ph type="body" idx="6" hasCustomPrompt="1"/>
          </p:nvPr>
        </p:nvSpPr>
        <p:spPr>
          <a:xfrm>
            <a:off x="7991878" y="2889346"/>
            <a:ext cx="3840480" cy="1737360"/>
          </a:xfrm>
        </p:spPr>
        <p:txBody>
          <a:bodyPr anchor="ctr">
            <a:noAutofit/>
          </a:bodyPr>
          <a:lstStyle>
            <a:lvl1pPr marL="0" indent="0">
              <a:lnSpc>
                <a:spcPct val="100000"/>
              </a:lnSpc>
              <a:spcBef>
                <a:spcPts val="0"/>
              </a:spcBef>
              <a:spcAft>
                <a:spcPts val="300"/>
              </a:spcAft>
              <a:buNone/>
              <a:defRPr sz="2000">
                <a:solidFill>
                  <a:srgbClr val="232F3E"/>
                </a:solidFill>
                <a:latin typeface="Amazon Ember Display"/>
              </a:defRPr>
            </a:lvl1pPr>
            <a:lvl2pPr marL="461963" indent="-228600">
              <a:lnSpc>
                <a:spcPct val="100000"/>
              </a:lnSpc>
              <a:spcBef>
                <a:spcPts val="300"/>
              </a:spcBef>
              <a:spcAft>
                <a:spcPts val="600"/>
              </a:spcAft>
              <a:defRPr sz="2000">
                <a:solidFill>
                  <a:srgbClr val="232F3E"/>
                </a:solidFill>
                <a:latin typeface="Amazon Ember Display"/>
              </a:defRPr>
            </a:lvl2pPr>
            <a:lvl3pPr marL="455613" indent="0">
              <a:lnSpc>
                <a:spcPct val="100000"/>
              </a:lnSpc>
              <a:spcAft>
                <a:spcPts val="600"/>
              </a:spcAft>
              <a:buNone/>
              <a:defRPr sz="2000">
                <a:solidFill>
                  <a:schemeClr val="tx2"/>
                </a:solidFill>
                <a:latin typeface="Amazon Ember Display"/>
              </a:defRPr>
            </a:lvl3pPr>
            <a:lvl4pPr marL="914400" indent="-228600">
              <a:lnSpc>
                <a:spcPct val="100000"/>
              </a:lnSpc>
              <a:spcAft>
                <a:spcPts val="600"/>
              </a:spcAft>
              <a:defRPr sz="1800">
                <a:solidFill>
                  <a:schemeClr val="tx2"/>
                </a:solidFill>
                <a:latin typeface="Amazon Ember Display"/>
              </a:defRPr>
            </a:lvl4pPr>
            <a:lvl5pPr marL="1144588" indent="-228600">
              <a:lnSpc>
                <a:spcPct val="100000"/>
              </a:lnSpc>
              <a:spcAft>
                <a:spcPts val="600"/>
              </a:spcAft>
              <a:defRPr sz="1800">
                <a:solidFill>
                  <a:schemeClr val="tx2"/>
                </a:solidFill>
                <a:latin typeface="Amazon Ember Display"/>
              </a:defRPr>
            </a:lvl5pPr>
          </a:lstStyle>
          <a:p>
            <a:pPr lvl="0"/>
            <a:r>
              <a:rPr lang="en-US"/>
              <a:t>Acronym spelled out</a:t>
            </a:r>
          </a:p>
          <a:p>
            <a:pPr lvl="0"/>
            <a:r>
              <a:rPr lang="en-US"/>
              <a:t>Description</a:t>
            </a:r>
          </a:p>
          <a:p>
            <a:pPr lvl="0"/>
            <a:r>
              <a:rPr lang="en-US"/>
              <a:t>- Example</a:t>
            </a:r>
          </a:p>
        </p:txBody>
      </p:sp>
      <p:sp>
        <p:nvSpPr>
          <p:cNvPr id="13" name="Acronym Right Bottom">
            <a:extLst>
              <a:ext uri="{FF2B5EF4-FFF2-40B4-BE49-F238E27FC236}">
                <a16:creationId xmlns:a16="http://schemas.microsoft.com/office/drawing/2014/main" id="{724B4804-F3F3-4B62-A0EC-A77D95C244CD}"/>
              </a:ext>
            </a:extLst>
          </p:cNvPr>
          <p:cNvSpPr>
            <a:spLocks noGrp="1"/>
          </p:cNvSpPr>
          <p:nvPr>
            <p:ph type="body" idx="13" hasCustomPrompt="1"/>
          </p:nvPr>
        </p:nvSpPr>
        <p:spPr>
          <a:xfrm>
            <a:off x="6162412" y="4773168"/>
            <a:ext cx="1828800" cy="1554480"/>
          </a:xfrm>
        </p:spPr>
        <p:txBody>
          <a:bodyPr lIns="0" tIns="0" rIns="0" bIns="0" anchor="ctr">
            <a:noAutofit/>
          </a:bodyPr>
          <a:lstStyle>
            <a:lvl1pPr marL="0" indent="0" algn="ctr">
              <a:lnSpc>
                <a:spcPct val="100000"/>
              </a:lnSpc>
              <a:spcBef>
                <a:spcPts val="0"/>
              </a:spcBef>
              <a:buNone/>
              <a:defRPr lang="en-US" sz="5400" b="1" kern="1200" cap="none" spc="0" dirty="0">
                <a:ln w="9525">
                  <a:solidFill>
                    <a:schemeClr val="bg1"/>
                  </a:solidFill>
                  <a:prstDash val="solid"/>
                </a:ln>
                <a:solidFill>
                  <a:schemeClr val="accent2"/>
                </a:solidFill>
                <a:effectLst>
                  <a:outerShdw blurRad="12700" dist="38100" dir="2700000" algn="tl" rotWithShape="0">
                    <a:schemeClr val="bg1">
                      <a:lumMod val="50000"/>
                    </a:schemeClr>
                  </a:outerShdw>
                </a:effectLst>
                <a:latin typeface="+mn-lt"/>
                <a:ea typeface="+mn-ea"/>
                <a:cs typeface="+mn-cs"/>
              </a:defRPr>
            </a:lvl1pPr>
          </a:lstStyle>
          <a:p>
            <a:pPr lvl="0"/>
            <a:r>
              <a:rPr lang="en-US"/>
              <a:t>ABR</a:t>
            </a:r>
          </a:p>
        </p:txBody>
      </p:sp>
      <p:sp>
        <p:nvSpPr>
          <p:cNvPr id="7" name="Content Right Bottom">
            <a:extLst>
              <a:ext uri="{FF2B5EF4-FFF2-40B4-BE49-F238E27FC236}">
                <a16:creationId xmlns:a16="http://schemas.microsoft.com/office/drawing/2014/main" id="{30387F87-E08F-4DED-BCEC-437402769732}"/>
              </a:ext>
            </a:extLst>
          </p:cNvPr>
          <p:cNvSpPr>
            <a:spLocks noGrp="1"/>
          </p:cNvSpPr>
          <p:nvPr>
            <p:ph type="body" idx="7" hasCustomPrompt="1"/>
          </p:nvPr>
        </p:nvSpPr>
        <p:spPr>
          <a:xfrm>
            <a:off x="7991878" y="4681728"/>
            <a:ext cx="3840480" cy="1737360"/>
          </a:xfrm>
        </p:spPr>
        <p:txBody>
          <a:bodyPr anchor="ctr">
            <a:noAutofit/>
          </a:bodyPr>
          <a:lstStyle>
            <a:lvl1pPr marL="0" indent="0">
              <a:lnSpc>
                <a:spcPct val="100000"/>
              </a:lnSpc>
              <a:spcBef>
                <a:spcPts val="0"/>
              </a:spcBef>
              <a:spcAft>
                <a:spcPts val="300"/>
              </a:spcAft>
              <a:buNone/>
              <a:defRPr sz="2000">
                <a:solidFill>
                  <a:srgbClr val="232F3E"/>
                </a:solidFill>
                <a:latin typeface="Amazon Ember Display"/>
              </a:defRPr>
            </a:lvl1pPr>
            <a:lvl2pPr marL="461963" indent="-228600">
              <a:lnSpc>
                <a:spcPct val="100000"/>
              </a:lnSpc>
              <a:spcBef>
                <a:spcPts val="300"/>
              </a:spcBef>
              <a:spcAft>
                <a:spcPts val="600"/>
              </a:spcAft>
              <a:defRPr sz="2000">
                <a:solidFill>
                  <a:srgbClr val="232F3E"/>
                </a:solidFill>
                <a:latin typeface="Amazon Ember Display"/>
              </a:defRPr>
            </a:lvl2pPr>
            <a:lvl3pPr marL="455613" indent="0">
              <a:lnSpc>
                <a:spcPct val="100000"/>
              </a:lnSpc>
              <a:spcAft>
                <a:spcPts val="600"/>
              </a:spcAft>
              <a:buNone/>
              <a:defRPr sz="2000">
                <a:solidFill>
                  <a:schemeClr val="tx2"/>
                </a:solidFill>
                <a:latin typeface="Amazon Ember Display"/>
              </a:defRPr>
            </a:lvl3pPr>
            <a:lvl4pPr marL="914400" indent="-228600">
              <a:lnSpc>
                <a:spcPct val="100000"/>
              </a:lnSpc>
              <a:spcAft>
                <a:spcPts val="600"/>
              </a:spcAft>
              <a:defRPr sz="1800">
                <a:solidFill>
                  <a:schemeClr val="tx2"/>
                </a:solidFill>
                <a:latin typeface="Amazon Ember Display"/>
              </a:defRPr>
            </a:lvl4pPr>
            <a:lvl5pPr marL="1144588" indent="-228600">
              <a:lnSpc>
                <a:spcPct val="100000"/>
              </a:lnSpc>
              <a:spcAft>
                <a:spcPts val="600"/>
              </a:spcAft>
              <a:defRPr sz="1800">
                <a:solidFill>
                  <a:schemeClr val="tx2"/>
                </a:solidFill>
                <a:latin typeface="Amazon Ember Display"/>
              </a:defRPr>
            </a:lvl5pPr>
          </a:lstStyle>
          <a:p>
            <a:pPr lvl="0"/>
            <a:r>
              <a:rPr lang="en-US"/>
              <a:t>Acronym spelled out</a:t>
            </a:r>
          </a:p>
          <a:p>
            <a:pPr lvl="0"/>
            <a:r>
              <a:rPr lang="en-US"/>
              <a:t>Description</a:t>
            </a:r>
          </a:p>
          <a:p>
            <a:pPr lvl="0"/>
            <a:r>
              <a:rPr lang="en-US"/>
              <a:t>- Example</a:t>
            </a:r>
          </a:p>
        </p:txBody>
      </p:sp>
    </p:spTree>
    <p:custDataLst>
      <p:tags r:id="rId1"/>
    </p:custDataLst>
    <p:extLst>
      <p:ext uri="{BB962C8B-B14F-4D97-AF65-F5344CB8AC3E}">
        <p14:creationId xmlns:p14="http://schemas.microsoft.com/office/powerpoint/2010/main" val="62570106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Title, 6 images, and 6 text">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F8BD5B93-38A6-4C4A-A3EB-A591F4EDD6E5}"/>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8"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a:t>Title, 6 images, and 6 text boxes</a:t>
            </a:r>
          </a:p>
        </p:txBody>
      </p:sp>
      <p:pic>
        <p:nvPicPr>
          <p:cNvPr id="99" name="Divider">
            <a:extLst>
              <a:ext uri="{FF2B5EF4-FFF2-40B4-BE49-F238E27FC236}">
                <a16:creationId xmlns:a16="http://schemas.microsoft.com/office/drawing/2014/main" id="{D8CEDAC6-2953-4473-BCFC-2357BFF28452}"/>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22" name="Picture L Top">
            <a:extLst>
              <a:ext uri="{FF2B5EF4-FFF2-40B4-BE49-F238E27FC236}">
                <a16:creationId xmlns:a16="http://schemas.microsoft.com/office/drawing/2014/main" id="{A644AF2C-FFDC-4661-BF6B-D208E5E816FA}"/>
              </a:ext>
              <a:ext uri="{C183D7F6-B498-43B3-948B-1728B52AA6E4}">
                <adec:decorative xmlns:adec="http://schemas.microsoft.com/office/drawing/2017/decorative" val="1"/>
              </a:ext>
            </a:extLst>
          </p:cNvPr>
          <p:cNvSpPr>
            <a:spLocks noGrp="1"/>
          </p:cNvSpPr>
          <p:nvPr>
            <p:ph type="pic" idx="22" hasCustomPrompt="1"/>
          </p:nvPr>
        </p:nvSpPr>
        <p:spPr>
          <a:xfrm>
            <a:off x="365760" y="1238846"/>
            <a:ext cx="1554480" cy="1554480"/>
          </a:xfrm>
        </p:spPr>
        <p:txBody>
          <a:bodyPr wrap="square" anchor="t">
            <a:noAutofit/>
          </a:bodyPr>
          <a:lstStyle>
            <a:lvl1pPr marL="0" indent="0" algn="ctr">
              <a:buNone/>
              <a:defRPr sz="1800">
                <a:solidFill>
                  <a:srgbClr val="232F3E"/>
                </a:solidFill>
              </a:defRPr>
            </a:lvl1pPr>
          </a:lstStyle>
          <a:p>
            <a:r>
              <a:rPr lang="en-US" dirty="0"/>
              <a:t>Click icon to add image</a:t>
            </a:r>
          </a:p>
        </p:txBody>
      </p:sp>
      <p:sp>
        <p:nvSpPr>
          <p:cNvPr id="2" name="Content L Top">
            <a:extLst>
              <a:ext uri="{FF2B5EF4-FFF2-40B4-BE49-F238E27FC236}">
                <a16:creationId xmlns:a16="http://schemas.microsoft.com/office/drawing/2014/main" id="{5ACBD598-6775-4223-B2AB-B169A112E3FF}"/>
              </a:ext>
            </a:extLst>
          </p:cNvPr>
          <p:cNvSpPr>
            <a:spLocks noGrp="1"/>
          </p:cNvSpPr>
          <p:nvPr>
            <p:ph type="body" idx="2" hasCustomPrompt="1"/>
          </p:nvPr>
        </p:nvSpPr>
        <p:spPr>
          <a:xfrm>
            <a:off x="2045044" y="1147406"/>
            <a:ext cx="3941806" cy="1737360"/>
          </a:xfrm>
        </p:spPr>
        <p:txBody>
          <a:bodyPr anchor="ctr">
            <a:noAutofit/>
          </a:bodyPr>
          <a:lstStyle>
            <a:lvl1pPr marL="0" indent="0">
              <a:lnSpc>
                <a:spcPct val="100000"/>
              </a:lnSpc>
              <a:spcBef>
                <a:spcPts val="0"/>
              </a:spcBef>
              <a:spcAft>
                <a:spcPts val="300"/>
              </a:spcAft>
              <a:buNone/>
              <a:defRPr sz="2400">
                <a:solidFill>
                  <a:srgbClr val="232F3E"/>
                </a:solidFill>
              </a:defRPr>
            </a:lvl1pPr>
            <a:lvl2pPr marL="233363" indent="0">
              <a:lnSpc>
                <a:spcPct val="100000"/>
              </a:lnSpc>
              <a:spcBef>
                <a:spcPts val="300"/>
              </a:spcBef>
              <a:spcAft>
                <a:spcPts val="600"/>
              </a:spcAft>
              <a:buNone/>
              <a:defRPr sz="2000">
                <a:solidFill>
                  <a:srgbClr val="232F3E"/>
                </a:solidFill>
              </a:defRPr>
            </a:lvl2pPr>
            <a:lvl3pPr marL="455613" indent="0">
              <a:lnSpc>
                <a:spcPct val="100000"/>
              </a:lnSpc>
              <a:spcAft>
                <a:spcPts val="600"/>
              </a:spcAft>
              <a:buNone/>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a:t>Add content text</a:t>
            </a:r>
          </a:p>
        </p:txBody>
      </p:sp>
      <p:sp>
        <p:nvSpPr>
          <p:cNvPr id="23" name="Picture L Middle">
            <a:extLst>
              <a:ext uri="{FF2B5EF4-FFF2-40B4-BE49-F238E27FC236}">
                <a16:creationId xmlns:a16="http://schemas.microsoft.com/office/drawing/2014/main" id="{B777B55C-601A-4296-A013-0704520C9933}"/>
              </a:ext>
              <a:ext uri="{C183D7F6-B498-43B3-948B-1728B52AA6E4}">
                <adec:decorative xmlns:adec="http://schemas.microsoft.com/office/drawing/2017/decorative" val="1"/>
              </a:ext>
            </a:extLst>
          </p:cNvPr>
          <p:cNvSpPr>
            <a:spLocks noGrp="1"/>
          </p:cNvSpPr>
          <p:nvPr>
            <p:ph type="pic" idx="23" hasCustomPrompt="1"/>
          </p:nvPr>
        </p:nvSpPr>
        <p:spPr>
          <a:xfrm>
            <a:off x="365760" y="3008944"/>
            <a:ext cx="1554480" cy="1554480"/>
          </a:xfrm>
        </p:spPr>
        <p:txBody>
          <a:bodyPr wrap="square" anchor="t">
            <a:noAutofit/>
          </a:bodyPr>
          <a:lstStyle>
            <a:lvl1pPr marL="0" indent="0" algn="ctr">
              <a:buNone/>
              <a:defRPr sz="1800">
                <a:solidFill>
                  <a:srgbClr val="232F3E"/>
                </a:solidFill>
              </a:defRPr>
            </a:lvl1pPr>
          </a:lstStyle>
          <a:p>
            <a:r>
              <a:rPr lang="en-US" dirty="0"/>
              <a:t>Click icon to add image</a:t>
            </a:r>
          </a:p>
        </p:txBody>
      </p:sp>
      <p:sp>
        <p:nvSpPr>
          <p:cNvPr id="3" name="Content L Middle">
            <a:extLst>
              <a:ext uri="{FF2B5EF4-FFF2-40B4-BE49-F238E27FC236}">
                <a16:creationId xmlns:a16="http://schemas.microsoft.com/office/drawing/2014/main" id="{80E603A3-BB5F-4E92-A77C-5055D8FB5D06}"/>
              </a:ext>
            </a:extLst>
          </p:cNvPr>
          <p:cNvSpPr>
            <a:spLocks noGrp="1"/>
          </p:cNvSpPr>
          <p:nvPr>
            <p:ph type="body" idx="3" hasCustomPrompt="1"/>
          </p:nvPr>
        </p:nvSpPr>
        <p:spPr>
          <a:xfrm>
            <a:off x="2045044" y="2917504"/>
            <a:ext cx="3941806" cy="1737360"/>
          </a:xfrm>
        </p:spPr>
        <p:txBody>
          <a:bodyPr anchor="ctr">
            <a:noAutofit/>
          </a:bodyPr>
          <a:lstStyle>
            <a:lvl1pPr marL="0" indent="0">
              <a:lnSpc>
                <a:spcPct val="100000"/>
              </a:lnSpc>
              <a:spcBef>
                <a:spcPts val="0"/>
              </a:spcBef>
              <a:spcAft>
                <a:spcPts val="300"/>
              </a:spcAft>
              <a:buNone/>
              <a:defRPr sz="2400">
                <a:solidFill>
                  <a:srgbClr val="232F3E"/>
                </a:solidFill>
              </a:defRPr>
            </a:lvl1pPr>
            <a:lvl2pPr marL="233363" indent="0">
              <a:lnSpc>
                <a:spcPct val="100000"/>
              </a:lnSpc>
              <a:spcBef>
                <a:spcPts val="300"/>
              </a:spcBef>
              <a:spcAft>
                <a:spcPts val="600"/>
              </a:spcAft>
              <a:buNone/>
              <a:defRPr sz="2000">
                <a:solidFill>
                  <a:srgbClr val="232F3E"/>
                </a:solidFill>
              </a:defRPr>
            </a:lvl2pPr>
            <a:lvl3pPr marL="455613" indent="0">
              <a:lnSpc>
                <a:spcPct val="100000"/>
              </a:lnSpc>
              <a:spcAft>
                <a:spcPts val="600"/>
              </a:spcAft>
              <a:buNone/>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a:t>Add content text</a:t>
            </a:r>
          </a:p>
        </p:txBody>
      </p:sp>
      <p:sp>
        <p:nvSpPr>
          <p:cNvPr id="24" name="Picture L Bottom">
            <a:extLst>
              <a:ext uri="{FF2B5EF4-FFF2-40B4-BE49-F238E27FC236}">
                <a16:creationId xmlns:a16="http://schemas.microsoft.com/office/drawing/2014/main" id="{E03CC3B4-6BE1-41D3-B04E-E0C023B529E1}"/>
              </a:ext>
              <a:ext uri="{C183D7F6-B498-43B3-948B-1728B52AA6E4}">
                <adec:decorative xmlns:adec="http://schemas.microsoft.com/office/drawing/2017/decorative" val="1"/>
              </a:ext>
            </a:extLst>
          </p:cNvPr>
          <p:cNvSpPr>
            <a:spLocks noGrp="1"/>
          </p:cNvSpPr>
          <p:nvPr>
            <p:ph type="pic" idx="24" hasCustomPrompt="1"/>
          </p:nvPr>
        </p:nvSpPr>
        <p:spPr>
          <a:xfrm>
            <a:off x="365760" y="4776114"/>
            <a:ext cx="1554480" cy="1554480"/>
          </a:xfrm>
        </p:spPr>
        <p:txBody>
          <a:bodyPr wrap="square" anchor="t">
            <a:noAutofit/>
          </a:bodyPr>
          <a:lstStyle>
            <a:lvl1pPr marL="0" indent="0" algn="ctr">
              <a:buNone/>
              <a:defRPr sz="1800">
                <a:solidFill>
                  <a:srgbClr val="232F3E"/>
                </a:solidFill>
              </a:defRPr>
            </a:lvl1pPr>
          </a:lstStyle>
          <a:p>
            <a:r>
              <a:rPr lang="en-US" dirty="0"/>
              <a:t>Click icon to add image</a:t>
            </a:r>
          </a:p>
        </p:txBody>
      </p:sp>
      <p:sp>
        <p:nvSpPr>
          <p:cNvPr id="4" name="Content L Bottom">
            <a:extLst>
              <a:ext uri="{FF2B5EF4-FFF2-40B4-BE49-F238E27FC236}">
                <a16:creationId xmlns:a16="http://schemas.microsoft.com/office/drawing/2014/main" id="{AD9F5B5C-5A2E-4FDE-BE90-933A1A3633E4}"/>
              </a:ext>
            </a:extLst>
          </p:cNvPr>
          <p:cNvSpPr>
            <a:spLocks noGrp="1"/>
          </p:cNvSpPr>
          <p:nvPr>
            <p:ph type="body" idx="4" hasCustomPrompt="1"/>
          </p:nvPr>
        </p:nvSpPr>
        <p:spPr>
          <a:xfrm>
            <a:off x="2045044" y="4684674"/>
            <a:ext cx="3941806" cy="1737360"/>
          </a:xfrm>
        </p:spPr>
        <p:txBody>
          <a:bodyPr anchor="ctr">
            <a:noAutofit/>
          </a:bodyPr>
          <a:lstStyle>
            <a:lvl1pPr marL="0" indent="0">
              <a:lnSpc>
                <a:spcPct val="100000"/>
              </a:lnSpc>
              <a:spcBef>
                <a:spcPts val="0"/>
              </a:spcBef>
              <a:spcAft>
                <a:spcPts val="300"/>
              </a:spcAft>
              <a:buNone/>
              <a:defRPr sz="2400">
                <a:solidFill>
                  <a:srgbClr val="232F3E"/>
                </a:solidFill>
              </a:defRPr>
            </a:lvl1pPr>
            <a:lvl2pPr marL="233363" indent="0">
              <a:lnSpc>
                <a:spcPct val="100000"/>
              </a:lnSpc>
              <a:spcBef>
                <a:spcPts val="300"/>
              </a:spcBef>
              <a:spcAft>
                <a:spcPts val="600"/>
              </a:spcAft>
              <a:buNone/>
              <a:defRPr sz="2000">
                <a:solidFill>
                  <a:srgbClr val="232F3E"/>
                </a:solidFill>
              </a:defRPr>
            </a:lvl2pPr>
            <a:lvl3pPr marL="455613" indent="0">
              <a:lnSpc>
                <a:spcPct val="100000"/>
              </a:lnSpc>
              <a:spcAft>
                <a:spcPts val="600"/>
              </a:spcAft>
              <a:buNone/>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a:t>Add content text</a:t>
            </a:r>
          </a:p>
        </p:txBody>
      </p:sp>
      <p:sp>
        <p:nvSpPr>
          <p:cNvPr id="25" name="Picture R Top">
            <a:extLst>
              <a:ext uri="{FF2B5EF4-FFF2-40B4-BE49-F238E27FC236}">
                <a16:creationId xmlns:a16="http://schemas.microsoft.com/office/drawing/2014/main" id="{2537EBA4-2DD0-426E-A66E-7F0CC3C9A863}"/>
              </a:ext>
              <a:ext uri="{C183D7F6-B498-43B3-948B-1728B52AA6E4}">
                <adec:decorative xmlns:adec="http://schemas.microsoft.com/office/drawing/2017/decorative" val="1"/>
              </a:ext>
            </a:extLst>
          </p:cNvPr>
          <p:cNvSpPr>
            <a:spLocks noGrp="1"/>
          </p:cNvSpPr>
          <p:nvPr>
            <p:ph type="pic" idx="25" hasCustomPrompt="1"/>
          </p:nvPr>
        </p:nvSpPr>
        <p:spPr>
          <a:xfrm>
            <a:off x="6205152" y="1238846"/>
            <a:ext cx="1554480" cy="1554480"/>
          </a:xfrm>
        </p:spPr>
        <p:txBody>
          <a:bodyPr wrap="square" anchor="t">
            <a:noAutofit/>
          </a:bodyPr>
          <a:lstStyle>
            <a:lvl1pPr marL="0" indent="0" algn="ctr">
              <a:buNone/>
              <a:defRPr sz="1800">
                <a:solidFill>
                  <a:srgbClr val="232F3E"/>
                </a:solidFill>
              </a:defRPr>
            </a:lvl1pPr>
          </a:lstStyle>
          <a:p>
            <a:r>
              <a:rPr lang="en-US" dirty="0"/>
              <a:t>Click icon to add image</a:t>
            </a:r>
          </a:p>
        </p:txBody>
      </p:sp>
      <p:sp>
        <p:nvSpPr>
          <p:cNvPr id="5" name="Content R Top">
            <a:extLst>
              <a:ext uri="{FF2B5EF4-FFF2-40B4-BE49-F238E27FC236}">
                <a16:creationId xmlns:a16="http://schemas.microsoft.com/office/drawing/2014/main" id="{3124324C-4E3B-473E-85DD-0988B7B4CD52}"/>
              </a:ext>
            </a:extLst>
          </p:cNvPr>
          <p:cNvSpPr>
            <a:spLocks noGrp="1"/>
          </p:cNvSpPr>
          <p:nvPr>
            <p:ph type="body" idx="5" hasCustomPrompt="1"/>
          </p:nvPr>
        </p:nvSpPr>
        <p:spPr>
          <a:xfrm>
            <a:off x="7884436" y="1147406"/>
            <a:ext cx="3941806" cy="1737360"/>
          </a:xfrm>
        </p:spPr>
        <p:txBody>
          <a:bodyPr anchor="ctr">
            <a:noAutofit/>
          </a:bodyPr>
          <a:lstStyle>
            <a:lvl1pPr marL="0" indent="0">
              <a:lnSpc>
                <a:spcPct val="100000"/>
              </a:lnSpc>
              <a:spcBef>
                <a:spcPts val="0"/>
              </a:spcBef>
              <a:spcAft>
                <a:spcPts val="300"/>
              </a:spcAft>
              <a:buNone/>
              <a:defRPr sz="2400">
                <a:solidFill>
                  <a:srgbClr val="232F3E"/>
                </a:solidFill>
              </a:defRPr>
            </a:lvl1pPr>
            <a:lvl2pPr marL="233363" indent="0">
              <a:lnSpc>
                <a:spcPct val="100000"/>
              </a:lnSpc>
              <a:spcBef>
                <a:spcPts val="300"/>
              </a:spcBef>
              <a:spcAft>
                <a:spcPts val="600"/>
              </a:spcAft>
              <a:buNone/>
              <a:defRPr sz="2000">
                <a:solidFill>
                  <a:srgbClr val="232F3E"/>
                </a:solidFill>
              </a:defRPr>
            </a:lvl2pPr>
            <a:lvl3pPr marL="455613" indent="0">
              <a:lnSpc>
                <a:spcPct val="100000"/>
              </a:lnSpc>
              <a:spcAft>
                <a:spcPts val="600"/>
              </a:spcAft>
              <a:buNone/>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a:t>Add content text</a:t>
            </a:r>
          </a:p>
        </p:txBody>
      </p:sp>
      <p:sp>
        <p:nvSpPr>
          <p:cNvPr id="26" name="Picture R Middle">
            <a:extLst>
              <a:ext uri="{FF2B5EF4-FFF2-40B4-BE49-F238E27FC236}">
                <a16:creationId xmlns:a16="http://schemas.microsoft.com/office/drawing/2014/main" id="{C2DF48EF-CB9B-4DEC-A978-BD4C5E8A371A}"/>
              </a:ext>
              <a:ext uri="{C183D7F6-B498-43B3-948B-1728B52AA6E4}">
                <adec:decorative xmlns:adec="http://schemas.microsoft.com/office/drawing/2017/decorative" val="1"/>
              </a:ext>
            </a:extLst>
          </p:cNvPr>
          <p:cNvSpPr>
            <a:spLocks noGrp="1"/>
          </p:cNvSpPr>
          <p:nvPr>
            <p:ph type="pic" idx="26" hasCustomPrompt="1"/>
          </p:nvPr>
        </p:nvSpPr>
        <p:spPr>
          <a:xfrm>
            <a:off x="6205152" y="3008944"/>
            <a:ext cx="1554480" cy="1554480"/>
          </a:xfrm>
        </p:spPr>
        <p:txBody>
          <a:bodyPr wrap="square" anchor="t">
            <a:noAutofit/>
          </a:bodyPr>
          <a:lstStyle>
            <a:lvl1pPr marL="0" indent="0" algn="ctr">
              <a:buNone/>
              <a:defRPr sz="1800">
                <a:solidFill>
                  <a:srgbClr val="232F3E"/>
                </a:solidFill>
              </a:defRPr>
            </a:lvl1pPr>
          </a:lstStyle>
          <a:p>
            <a:r>
              <a:rPr lang="en-US" dirty="0"/>
              <a:t>Click icon to add image</a:t>
            </a:r>
          </a:p>
        </p:txBody>
      </p:sp>
      <p:sp>
        <p:nvSpPr>
          <p:cNvPr id="6" name="Content R Middle">
            <a:extLst>
              <a:ext uri="{FF2B5EF4-FFF2-40B4-BE49-F238E27FC236}">
                <a16:creationId xmlns:a16="http://schemas.microsoft.com/office/drawing/2014/main" id="{823555B5-F2D8-4708-8578-06784CA9E686}"/>
              </a:ext>
            </a:extLst>
          </p:cNvPr>
          <p:cNvSpPr>
            <a:spLocks noGrp="1"/>
          </p:cNvSpPr>
          <p:nvPr>
            <p:ph type="body" idx="6" hasCustomPrompt="1"/>
          </p:nvPr>
        </p:nvSpPr>
        <p:spPr>
          <a:xfrm>
            <a:off x="7884436" y="2917504"/>
            <a:ext cx="3941806" cy="1737360"/>
          </a:xfrm>
        </p:spPr>
        <p:txBody>
          <a:bodyPr anchor="ctr">
            <a:noAutofit/>
          </a:bodyPr>
          <a:lstStyle>
            <a:lvl1pPr marL="0" indent="0">
              <a:lnSpc>
                <a:spcPct val="100000"/>
              </a:lnSpc>
              <a:spcBef>
                <a:spcPts val="0"/>
              </a:spcBef>
              <a:spcAft>
                <a:spcPts val="300"/>
              </a:spcAft>
              <a:buNone/>
              <a:defRPr sz="2400">
                <a:solidFill>
                  <a:srgbClr val="232F3E"/>
                </a:solidFill>
              </a:defRPr>
            </a:lvl1pPr>
            <a:lvl2pPr marL="233363" indent="0">
              <a:lnSpc>
                <a:spcPct val="100000"/>
              </a:lnSpc>
              <a:spcBef>
                <a:spcPts val="300"/>
              </a:spcBef>
              <a:spcAft>
                <a:spcPts val="600"/>
              </a:spcAft>
              <a:buNone/>
              <a:defRPr sz="2000">
                <a:solidFill>
                  <a:srgbClr val="232F3E"/>
                </a:solidFill>
              </a:defRPr>
            </a:lvl2pPr>
            <a:lvl3pPr marL="455613" indent="0">
              <a:lnSpc>
                <a:spcPct val="100000"/>
              </a:lnSpc>
              <a:spcAft>
                <a:spcPts val="600"/>
              </a:spcAft>
              <a:buNone/>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a:t>Add content text</a:t>
            </a:r>
          </a:p>
        </p:txBody>
      </p:sp>
      <p:sp>
        <p:nvSpPr>
          <p:cNvPr id="27" name="Picture R Bottom">
            <a:extLst>
              <a:ext uri="{FF2B5EF4-FFF2-40B4-BE49-F238E27FC236}">
                <a16:creationId xmlns:a16="http://schemas.microsoft.com/office/drawing/2014/main" id="{F1E0B4C9-22CB-4378-B9DD-C97CC3CC37D3}"/>
              </a:ext>
              <a:ext uri="{C183D7F6-B498-43B3-948B-1728B52AA6E4}">
                <adec:decorative xmlns:adec="http://schemas.microsoft.com/office/drawing/2017/decorative" val="1"/>
              </a:ext>
            </a:extLst>
          </p:cNvPr>
          <p:cNvSpPr>
            <a:spLocks noGrp="1"/>
          </p:cNvSpPr>
          <p:nvPr>
            <p:ph type="pic" idx="27" hasCustomPrompt="1"/>
          </p:nvPr>
        </p:nvSpPr>
        <p:spPr>
          <a:xfrm>
            <a:off x="6205152" y="4776114"/>
            <a:ext cx="1554480" cy="1554480"/>
          </a:xfrm>
        </p:spPr>
        <p:txBody>
          <a:bodyPr wrap="square" anchor="t">
            <a:noAutofit/>
          </a:bodyPr>
          <a:lstStyle>
            <a:lvl1pPr marL="0" indent="0" algn="ctr">
              <a:buNone/>
              <a:defRPr sz="1800">
                <a:solidFill>
                  <a:srgbClr val="232F3E"/>
                </a:solidFill>
              </a:defRPr>
            </a:lvl1pPr>
          </a:lstStyle>
          <a:p>
            <a:r>
              <a:rPr lang="en-US" dirty="0"/>
              <a:t>Click icon to add image</a:t>
            </a:r>
          </a:p>
        </p:txBody>
      </p:sp>
      <p:sp>
        <p:nvSpPr>
          <p:cNvPr id="7" name="Content R Bottom">
            <a:extLst>
              <a:ext uri="{FF2B5EF4-FFF2-40B4-BE49-F238E27FC236}">
                <a16:creationId xmlns:a16="http://schemas.microsoft.com/office/drawing/2014/main" id="{B8A01145-54CF-4ED7-86C7-2C5968A8E4E9}"/>
              </a:ext>
            </a:extLst>
          </p:cNvPr>
          <p:cNvSpPr>
            <a:spLocks noGrp="1"/>
          </p:cNvSpPr>
          <p:nvPr>
            <p:ph type="body" idx="7" hasCustomPrompt="1"/>
          </p:nvPr>
        </p:nvSpPr>
        <p:spPr>
          <a:xfrm>
            <a:off x="7884436" y="4684674"/>
            <a:ext cx="3941806" cy="1737360"/>
          </a:xfrm>
        </p:spPr>
        <p:txBody>
          <a:bodyPr anchor="ctr">
            <a:noAutofit/>
          </a:bodyPr>
          <a:lstStyle>
            <a:lvl1pPr marL="0" indent="0">
              <a:lnSpc>
                <a:spcPct val="100000"/>
              </a:lnSpc>
              <a:spcBef>
                <a:spcPts val="0"/>
              </a:spcBef>
              <a:spcAft>
                <a:spcPts val="300"/>
              </a:spcAft>
              <a:buNone/>
              <a:defRPr sz="2400">
                <a:solidFill>
                  <a:srgbClr val="232F3E"/>
                </a:solidFill>
              </a:defRPr>
            </a:lvl1pPr>
            <a:lvl2pPr marL="233363" indent="0">
              <a:lnSpc>
                <a:spcPct val="100000"/>
              </a:lnSpc>
              <a:spcBef>
                <a:spcPts val="300"/>
              </a:spcBef>
              <a:spcAft>
                <a:spcPts val="600"/>
              </a:spcAft>
              <a:buNone/>
              <a:defRPr sz="2000">
                <a:solidFill>
                  <a:srgbClr val="232F3E"/>
                </a:solidFill>
              </a:defRPr>
            </a:lvl2pPr>
            <a:lvl3pPr marL="455613" indent="0">
              <a:lnSpc>
                <a:spcPct val="100000"/>
              </a:lnSpc>
              <a:spcAft>
                <a:spcPts val="600"/>
              </a:spcAft>
              <a:buNone/>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a:t>Add content text</a:t>
            </a:r>
          </a:p>
        </p:txBody>
      </p:sp>
    </p:spTree>
    <p:custDataLst>
      <p:tags r:id="rId1"/>
    </p:custDataLst>
    <p:extLst>
      <p:ext uri="{BB962C8B-B14F-4D97-AF65-F5344CB8AC3E}">
        <p14:creationId xmlns:p14="http://schemas.microsoft.com/office/powerpoint/2010/main" val="353207434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x" preserve="1">
  <p:cSld name="Title and 4 Content Columns">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F5FE023F-03C4-484F-A300-E408B4FEB8ED}"/>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6" name="Title">
            <a:extLst>
              <a:ext uri="{FF2B5EF4-FFF2-40B4-BE49-F238E27FC236}">
                <a16:creationId xmlns:a16="http://schemas.microsoft.com/office/drawing/2014/main" id="{5F8A0ED5-8D88-437F-965F-590C0BD195F1}"/>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a:t>Title and 4 content columns</a:t>
            </a:r>
          </a:p>
        </p:txBody>
      </p:sp>
      <p:pic>
        <p:nvPicPr>
          <p:cNvPr id="99" name="Divider">
            <a:extLst>
              <a:ext uri="{FF2B5EF4-FFF2-40B4-BE49-F238E27FC236}">
                <a16:creationId xmlns:a16="http://schemas.microsoft.com/office/drawing/2014/main" id="{DA5B3212-A91F-4308-A973-316F80A6A0B3}"/>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2" name="Content Left">
            <a:extLst>
              <a:ext uri="{FF2B5EF4-FFF2-40B4-BE49-F238E27FC236}">
                <a16:creationId xmlns:a16="http://schemas.microsoft.com/office/drawing/2014/main" id="{8A73B5A2-5001-4FA4-B113-0F6124F1F6A0}"/>
              </a:ext>
            </a:extLst>
          </p:cNvPr>
          <p:cNvSpPr>
            <a:spLocks noGrp="1"/>
          </p:cNvSpPr>
          <p:nvPr>
            <p:ph type="body" idx="2" hasCustomPrompt="1"/>
          </p:nvPr>
        </p:nvSpPr>
        <p:spPr>
          <a:xfrm>
            <a:off x="365760" y="1097280"/>
            <a:ext cx="2788920" cy="5330952"/>
          </a:xfrm>
        </p:spPr>
        <p:txBody>
          <a:bodyPr>
            <a:noAutofit/>
          </a:bodyPr>
          <a:lstStyle>
            <a:lvl1pPr>
              <a:lnSpc>
                <a:spcPct val="100000"/>
              </a:lnSpc>
              <a:spcAft>
                <a:spcPts val="600"/>
              </a:spcAft>
              <a:defRPr sz="2400">
                <a:solidFill>
                  <a:srgbClr val="232F3E"/>
                </a:solidFill>
              </a:defRPr>
            </a:lvl1pPr>
            <a:lvl2pPr marL="457200" indent="-228600">
              <a:lnSpc>
                <a:spcPct val="100000"/>
              </a:lnSpc>
              <a:spcAft>
                <a:spcPts val="600"/>
              </a:spcAft>
              <a:defRPr sz="2000">
                <a:solidFill>
                  <a:srgbClr val="232F3E"/>
                </a:solidFill>
              </a:defRPr>
            </a:lvl2pPr>
            <a:lvl3pPr marL="684213" indent="-228600">
              <a:lnSpc>
                <a:spcPct val="100000"/>
              </a:lnSpc>
              <a:spcAft>
                <a:spcPts val="600"/>
              </a:spcAft>
              <a:defRPr sz="1800">
                <a:solidFill>
                  <a:srgbClr val="232F3E"/>
                </a:solidFill>
              </a:defRPr>
            </a:lvl3pPr>
            <a:lvl4pPr marL="914400" indent="-228600">
              <a:lnSpc>
                <a:spcPct val="100000"/>
              </a:lnSpc>
              <a:spcAft>
                <a:spcPts val="600"/>
              </a:spcAft>
              <a:defRPr sz="1600">
                <a:solidFill>
                  <a:srgbClr val="232F3E"/>
                </a:solidFill>
              </a:defRPr>
            </a:lvl4pPr>
            <a:lvl5pPr marL="1144588" indent="-228600">
              <a:lnSpc>
                <a:spcPct val="100000"/>
              </a:lnSpc>
              <a:spcAft>
                <a:spcPts val="600"/>
              </a:spcAft>
              <a:defRPr sz="1600">
                <a:solidFill>
                  <a:srgbClr val="232F3E"/>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
        <p:nvSpPr>
          <p:cNvPr id="3" name="Content Center Left">
            <a:extLst>
              <a:ext uri="{FF2B5EF4-FFF2-40B4-BE49-F238E27FC236}">
                <a16:creationId xmlns:a16="http://schemas.microsoft.com/office/drawing/2014/main" id="{951E617C-D9F7-4098-883E-6A048DBCF862}"/>
              </a:ext>
            </a:extLst>
          </p:cNvPr>
          <p:cNvSpPr>
            <a:spLocks noGrp="1"/>
          </p:cNvSpPr>
          <p:nvPr>
            <p:ph type="body" idx="3" hasCustomPrompt="1"/>
          </p:nvPr>
        </p:nvSpPr>
        <p:spPr>
          <a:xfrm>
            <a:off x="3258312" y="1097280"/>
            <a:ext cx="2788920" cy="5330952"/>
          </a:xfrm>
        </p:spPr>
        <p:txBody>
          <a:bodyPr>
            <a:noAutofit/>
          </a:bodyPr>
          <a:lstStyle>
            <a:lvl1pPr>
              <a:lnSpc>
                <a:spcPct val="100000"/>
              </a:lnSpc>
              <a:spcAft>
                <a:spcPts val="600"/>
              </a:spcAft>
              <a:defRPr sz="2400">
                <a:solidFill>
                  <a:srgbClr val="232F3E"/>
                </a:solidFill>
              </a:defRPr>
            </a:lvl1pPr>
            <a:lvl2pPr marL="457200" indent="-228600">
              <a:lnSpc>
                <a:spcPct val="100000"/>
              </a:lnSpc>
              <a:spcAft>
                <a:spcPts val="600"/>
              </a:spcAft>
              <a:defRPr sz="2000">
                <a:solidFill>
                  <a:srgbClr val="232F3E"/>
                </a:solidFill>
              </a:defRPr>
            </a:lvl2pPr>
            <a:lvl3pPr marL="684213" indent="-228600">
              <a:lnSpc>
                <a:spcPct val="100000"/>
              </a:lnSpc>
              <a:spcAft>
                <a:spcPts val="600"/>
              </a:spcAft>
              <a:defRPr sz="1800">
                <a:solidFill>
                  <a:srgbClr val="232F3E"/>
                </a:solidFill>
              </a:defRPr>
            </a:lvl3pPr>
            <a:lvl4pPr marL="914400" indent="-228600">
              <a:lnSpc>
                <a:spcPct val="100000"/>
              </a:lnSpc>
              <a:spcAft>
                <a:spcPts val="600"/>
              </a:spcAft>
              <a:defRPr sz="1600">
                <a:solidFill>
                  <a:srgbClr val="232F3E"/>
                </a:solidFill>
              </a:defRPr>
            </a:lvl4pPr>
            <a:lvl5pPr marL="1144588" indent="-228600">
              <a:lnSpc>
                <a:spcPct val="100000"/>
              </a:lnSpc>
              <a:spcAft>
                <a:spcPts val="600"/>
              </a:spcAft>
              <a:defRPr sz="1600">
                <a:solidFill>
                  <a:srgbClr val="232F3E"/>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
        <p:nvSpPr>
          <p:cNvPr id="4" name="Content Center Right">
            <a:extLst>
              <a:ext uri="{FF2B5EF4-FFF2-40B4-BE49-F238E27FC236}">
                <a16:creationId xmlns:a16="http://schemas.microsoft.com/office/drawing/2014/main" id="{A8A7CEA5-195D-4DB0-B5A3-06CEEA93C108}"/>
              </a:ext>
            </a:extLst>
          </p:cNvPr>
          <p:cNvSpPr>
            <a:spLocks noGrp="1"/>
          </p:cNvSpPr>
          <p:nvPr>
            <p:ph type="body" idx="4" hasCustomPrompt="1"/>
          </p:nvPr>
        </p:nvSpPr>
        <p:spPr>
          <a:xfrm>
            <a:off x="6150864" y="1097280"/>
            <a:ext cx="2788920" cy="5330952"/>
          </a:xfrm>
        </p:spPr>
        <p:txBody>
          <a:bodyPr>
            <a:noAutofit/>
          </a:bodyPr>
          <a:lstStyle>
            <a:lvl1pPr>
              <a:lnSpc>
                <a:spcPct val="100000"/>
              </a:lnSpc>
              <a:spcAft>
                <a:spcPts val="600"/>
              </a:spcAft>
              <a:defRPr sz="2400">
                <a:solidFill>
                  <a:srgbClr val="232F3E"/>
                </a:solidFill>
              </a:defRPr>
            </a:lvl1pPr>
            <a:lvl2pPr marL="457200" indent="-228600">
              <a:lnSpc>
                <a:spcPct val="100000"/>
              </a:lnSpc>
              <a:spcAft>
                <a:spcPts val="600"/>
              </a:spcAft>
              <a:defRPr sz="2000">
                <a:solidFill>
                  <a:srgbClr val="232F3E"/>
                </a:solidFill>
              </a:defRPr>
            </a:lvl2pPr>
            <a:lvl3pPr marL="684213" indent="-228600">
              <a:lnSpc>
                <a:spcPct val="100000"/>
              </a:lnSpc>
              <a:spcAft>
                <a:spcPts val="600"/>
              </a:spcAft>
              <a:defRPr sz="1800">
                <a:solidFill>
                  <a:srgbClr val="232F3E"/>
                </a:solidFill>
              </a:defRPr>
            </a:lvl3pPr>
            <a:lvl4pPr marL="914400" indent="-228600">
              <a:lnSpc>
                <a:spcPct val="100000"/>
              </a:lnSpc>
              <a:spcAft>
                <a:spcPts val="600"/>
              </a:spcAft>
              <a:defRPr sz="1600">
                <a:solidFill>
                  <a:srgbClr val="232F3E"/>
                </a:solidFill>
              </a:defRPr>
            </a:lvl4pPr>
            <a:lvl5pPr marL="1144588" indent="-228600">
              <a:lnSpc>
                <a:spcPct val="100000"/>
              </a:lnSpc>
              <a:spcAft>
                <a:spcPts val="600"/>
              </a:spcAft>
              <a:defRPr sz="1600">
                <a:solidFill>
                  <a:srgbClr val="232F3E"/>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
        <p:nvSpPr>
          <p:cNvPr id="5" name="Content Right">
            <a:extLst>
              <a:ext uri="{FF2B5EF4-FFF2-40B4-BE49-F238E27FC236}">
                <a16:creationId xmlns:a16="http://schemas.microsoft.com/office/drawing/2014/main" id="{BC11431A-8924-465C-98E0-6E4655C69AA7}"/>
              </a:ext>
            </a:extLst>
          </p:cNvPr>
          <p:cNvSpPr>
            <a:spLocks noGrp="1"/>
          </p:cNvSpPr>
          <p:nvPr>
            <p:ph type="body" idx="5" hasCustomPrompt="1"/>
          </p:nvPr>
        </p:nvSpPr>
        <p:spPr>
          <a:xfrm>
            <a:off x="9043416" y="1097280"/>
            <a:ext cx="2788920" cy="5330952"/>
          </a:xfrm>
        </p:spPr>
        <p:txBody>
          <a:bodyPr>
            <a:noAutofit/>
          </a:bodyPr>
          <a:lstStyle>
            <a:lvl1pPr>
              <a:lnSpc>
                <a:spcPct val="100000"/>
              </a:lnSpc>
              <a:spcAft>
                <a:spcPts val="600"/>
              </a:spcAft>
              <a:defRPr sz="2400">
                <a:solidFill>
                  <a:srgbClr val="232F3E"/>
                </a:solidFill>
              </a:defRPr>
            </a:lvl1pPr>
            <a:lvl2pPr marL="457200" indent="-228600">
              <a:lnSpc>
                <a:spcPct val="100000"/>
              </a:lnSpc>
              <a:spcAft>
                <a:spcPts val="600"/>
              </a:spcAft>
              <a:defRPr sz="2000">
                <a:solidFill>
                  <a:srgbClr val="232F3E"/>
                </a:solidFill>
              </a:defRPr>
            </a:lvl2pPr>
            <a:lvl3pPr marL="684213" indent="-228600">
              <a:lnSpc>
                <a:spcPct val="100000"/>
              </a:lnSpc>
              <a:spcAft>
                <a:spcPts val="600"/>
              </a:spcAft>
              <a:defRPr sz="1800">
                <a:solidFill>
                  <a:srgbClr val="232F3E"/>
                </a:solidFill>
              </a:defRPr>
            </a:lvl3pPr>
            <a:lvl4pPr marL="914400" indent="-228600">
              <a:lnSpc>
                <a:spcPct val="100000"/>
              </a:lnSpc>
              <a:spcAft>
                <a:spcPts val="600"/>
              </a:spcAft>
              <a:defRPr sz="1600">
                <a:solidFill>
                  <a:srgbClr val="232F3E"/>
                </a:solidFill>
              </a:defRPr>
            </a:lvl4pPr>
            <a:lvl5pPr marL="1144588" indent="-228600">
              <a:lnSpc>
                <a:spcPct val="100000"/>
              </a:lnSpc>
              <a:spcAft>
                <a:spcPts val="600"/>
              </a:spcAft>
              <a:defRPr sz="1600">
                <a:solidFill>
                  <a:srgbClr val="232F3E"/>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Tree>
    <p:custDataLst>
      <p:tags r:id="rId1"/>
    </p:custDataLst>
    <p:extLst>
      <p:ext uri="{BB962C8B-B14F-4D97-AF65-F5344CB8AC3E}">
        <p14:creationId xmlns:p14="http://schemas.microsoft.com/office/powerpoint/2010/main" val="239854604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x" preserve="1">
  <p:cSld name="Title, 4 Headers, and 4 Text Columns">
    <p:bg>
      <p:bgPr>
        <a:solidFill>
          <a:schemeClr val="bg1"/>
        </a:solidFill>
        <a:effectLst/>
      </p:bgPr>
    </p:bg>
    <p:spTree>
      <p:nvGrpSpPr>
        <p:cNvPr id="1" name=""/>
        <p:cNvGrpSpPr/>
        <p:nvPr/>
      </p:nvGrpSpPr>
      <p:grpSpPr>
        <a:xfrm>
          <a:off x="0" y="0"/>
          <a:ext cx="0" cy="0"/>
          <a:chOff x="0" y="0"/>
          <a:chExt cx="0" cy="0"/>
        </a:xfrm>
      </p:grpSpPr>
      <p:pic>
        <p:nvPicPr>
          <p:cNvPr id="99" name="Background">
            <a:extLst>
              <a:ext uri="{FF2B5EF4-FFF2-40B4-BE49-F238E27FC236}">
                <a16:creationId xmlns:a16="http://schemas.microsoft.com/office/drawing/2014/main" id="{DFFC9D1B-8040-4CD3-B060-07560FFB49A0}"/>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60" y="1051560"/>
            <a:ext cx="11484864" cy="457200"/>
          </a:xfrm>
          <a:prstGeom prst="rect">
            <a:avLst/>
          </a:prstGeom>
        </p:spPr>
      </p:pic>
      <p:sp>
        <p:nvSpPr>
          <p:cNvPr id="97" name="Slide Number">
            <a:extLst>
              <a:ext uri="{FF2B5EF4-FFF2-40B4-BE49-F238E27FC236}">
                <a16:creationId xmlns:a16="http://schemas.microsoft.com/office/drawing/2014/main" id="{801112C1-CB8D-4535-B2A1-5048E573106F}"/>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6"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a:t>Title, 4 headers, and 4 text columns</a:t>
            </a:r>
          </a:p>
        </p:txBody>
      </p:sp>
      <p:sp>
        <p:nvSpPr>
          <p:cNvPr id="12" name="Content Header Left">
            <a:extLst>
              <a:ext uri="{FF2B5EF4-FFF2-40B4-BE49-F238E27FC236}">
                <a16:creationId xmlns:a16="http://schemas.microsoft.com/office/drawing/2014/main" id="{CEBB69C5-28A4-4F99-A9FE-572F9D53CF4E}"/>
              </a:ext>
            </a:extLst>
          </p:cNvPr>
          <p:cNvSpPr>
            <a:spLocks noGrp="1"/>
          </p:cNvSpPr>
          <p:nvPr>
            <p:ph type="body" idx="12" hasCustomPrompt="1"/>
          </p:nvPr>
        </p:nvSpPr>
        <p:spPr>
          <a:xfrm>
            <a:off x="365760" y="1051560"/>
            <a:ext cx="2788920" cy="440329"/>
          </a:xfrm>
          <a:noFill/>
          <a:ln>
            <a:noFill/>
          </a:ln>
        </p:spPr>
        <p:txBody>
          <a:bodyPr lIns="91440" anchor="ctr">
            <a:noAutofit/>
          </a:bodyPr>
          <a:lstStyle>
            <a:lvl1pPr marL="0"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header text</a:t>
            </a:r>
          </a:p>
        </p:txBody>
      </p:sp>
      <p:sp>
        <p:nvSpPr>
          <p:cNvPr id="2" name="Content Left">
            <a:extLst>
              <a:ext uri="{FF2B5EF4-FFF2-40B4-BE49-F238E27FC236}">
                <a16:creationId xmlns:a16="http://schemas.microsoft.com/office/drawing/2014/main" id="{5ACBD598-6775-4223-B2AB-B169A112E3FF}"/>
              </a:ext>
            </a:extLst>
          </p:cNvPr>
          <p:cNvSpPr>
            <a:spLocks noGrp="1"/>
          </p:cNvSpPr>
          <p:nvPr>
            <p:ph type="body" idx="2" hasCustomPrompt="1"/>
          </p:nvPr>
        </p:nvSpPr>
        <p:spPr>
          <a:xfrm>
            <a:off x="365760" y="1563624"/>
            <a:ext cx="2788920" cy="4882896"/>
          </a:xfrm>
        </p:spPr>
        <p:txBody>
          <a:bodyPr>
            <a:noAutofit/>
          </a:bodyPr>
          <a:lstStyle>
            <a:lvl1pPr>
              <a:lnSpc>
                <a:spcPct val="100000"/>
              </a:lnSpc>
              <a:spcAft>
                <a:spcPts val="600"/>
              </a:spcAft>
              <a:defRPr sz="2400">
                <a:solidFill>
                  <a:srgbClr val="232F3E"/>
                </a:solidFill>
              </a:defRPr>
            </a:lvl1pPr>
            <a:lvl2pPr marL="457200" indent="-228600">
              <a:lnSpc>
                <a:spcPct val="100000"/>
              </a:lnSpc>
              <a:spcAft>
                <a:spcPts val="600"/>
              </a:spcAft>
              <a:defRPr sz="2000">
                <a:solidFill>
                  <a:srgbClr val="232F3E"/>
                </a:solidFill>
              </a:defRPr>
            </a:lvl2pPr>
            <a:lvl3pPr marL="684213" indent="-228600">
              <a:lnSpc>
                <a:spcPct val="100000"/>
              </a:lnSpc>
              <a:spcAft>
                <a:spcPts val="600"/>
              </a:spcAft>
              <a:defRPr sz="1800">
                <a:solidFill>
                  <a:srgbClr val="232F3E"/>
                </a:solidFill>
              </a:defRPr>
            </a:lvl3pPr>
            <a:lvl4pPr marL="914400" indent="-228600">
              <a:lnSpc>
                <a:spcPct val="100000"/>
              </a:lnSpc>
              <a:spcAft>
                <a:spcPts val="600"/>
              </a:spcAft>
              <a:defRPr sz="1600">
                <a:solidFill>
                  <a:srgbClr val="232F3E"/>
                </a:solidFill>
              </a:defRPr>
            </a:lvl4pPr>
            <a:lvl5pPr marL="1144588" indent="-228600">
              <a:lnSpc>
                <a:spcPct val="100000"/>
              </a:lnSpc>
              <a:spcAft>
                <a:spcPts val="600"/>
              </a:spcAft>
              <a:defRPr sz="1600">
                <a:solidFill>
                  <a:srgbClr val="232F3E"/>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
        <p:nvSpPr>
          <p:cNvPr id="13" name="Content Header Center Left">
            <a:extLst>
              <a:ext uri="{FF2B5EF4-FFF2-40B4-BE49-F238E27FC236}">
                <a16:creationId xmlns:a16="http://schemas.microsoft.com/office/drawing/2014/main" id="{04C41CFA-9BF9-474A-89A9-E22790A538E2}"/>
              </a:ext>
            </a:extLst>
          </p:cNvPr>
          <p:cNvSpPr>
            <a:spLocks noGrp="1"/>
          </p:cNvSpPr>
          <p:nvPr>
            <p:ph type="body" idx="13" hasCustomPrompt="1"/>
          </p:nvPr>
        </p:nvSpPr>
        <p:spPr>
          <a:xfrm>
            <a:off x="3264408" y="1051560"/>
            <a:ext cx="2788920" cy="440329"/>
          </a:xfrm>
          <a:noFill/>
          <a:ln>
            <a:noFill/>
          </a:ln>
        </p:spPr>
        <p:txBody>
          <a:bodyPr lIns="91440" anchor="ctr">
            <a:noAutofit/>
          </a:bodyPr>
          <a:lstStyle>
            <a:lvl1pPr marL="0"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header text</a:t>
            </a:r>
          </a:p>
        </p:txBody>
      </p:sp>
      <p:sp>
        <p:nvSpPr>
          <p:cNvPr id="3" name="Content Center Left">
            <a:extLst>
              <a:ext uri="{FF2B5EF4-FFF2-40B4-BE49-F238E27FC236}">
                <a16:creationId xmlns:a16="http://schemas.microsoft.com/office/drawing/2014/main" id="{7F5B85B9-BABC-44F6-B2AE-99F02670D702}"/>
              </a:ext>
            </a:extLst>
          </p:cNvPr>
          <p:cNvSpPr>
            <a:spLocks noGrp="1"/>
          </p:cNvSpPr>
          <p:nvPr>
            <p:ph type="body" idx="3" hasCustomPrompt="1"/>
          </p:nvPr>
        </p:nvSpPr>
        <p:spPr>
          <a:xfrm>
            <a:off x="3264408" y="1563624"/>
            <a:ext cx="2788920" cy="4882896"/>
          </a:xfrm>
        </p:spPr>
        <p:txBody>
          <a:bodyPr>
            <a:noAutofit/>
          </a:bodyPr>
          <a:lstStyle>
            <a:lvl1pPr>
              <a:lnSpc>
                <a:spcPct val="100000"/>
              </a:lnSpc>
              <a:spcAft>
                <a:spcPts val="600"/>
              </a:spcAft>
              <a:defRPr sz="2400">
                <a:solidFill>
                  <a:srgbClr val="232F3E"/>
                </a:solidFill>
              </a:defRPr>
            </a:lvl1pPr>
            <a:lvl2pPr marL="457200" indent="-228600">
              <a:lnSpc>
                <a:spcPct val="100000"/>
              </a:lnSpc>
              <a:spcAft>
                <a:spcPts val="600"/>
              </a:spcAft>
              <a:defRPr sz="2000">
                <a:solidFill>
                  <a:srgbClr val="232F3E"/>
                </a:solidFill>
              </a:defRPr>
            </a:lvl2pPr>
            <a:lvl3pPr marL="684213" indent="-228600">
              <a:lnSpc>
                <a:spcPct val="100000"/>
              </a:lnSpc>
              <a:spcAft>
                <a:spcPts val="600"/>
              </a:spcAft>
              <a:defRPr sz="1800">
                <a:solidFill>
                  <a:srgbClr val="232F3E"/>
                </a:solidFill>
              </a:defRPr>
            </a:lvl3pPr>
            <a:lvl4pPr marL="914400" indent="-228600">
              <a:lnSpc>
                <a:spcPct val="100000"/>
              </a:lnSpc>
              <a:spcAft>
                <a:spcPts val="600"/>
              </a:spcAft>
              <a:defRPr sz="1600">
                <a:solidFill>
                  <a:srgbClr val="232F3E"/>
                </a:solidFill>
              </a:defRPr>
            </a:lvl4pPr>
            <a:lvl5pPr marL="1144588" indent="-228600">
              <a:lnSpc>
                <a:spcPct val="100000"/>
              </a:lnSpc>
              <a:spcAft>
                <a:spcPts val="600"/>
              </a:spcAft>
              <a:defRPr sz="1600">
                <a:solidFill>
                  <a:srgbClr val="232F3E"/>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
        <p:nvSpPr>
          <p:cNvPr id="14" name="Content Header Center Right">
            <a:extLst>
              <a:ext uri="{FF2B5EF4-FFF2-40B4-BE49-F238E27FC236}">
                <a16:creationId xmlns:a16="http://schemas.microsoft.com/office/drawing/2014/main" id="{B3EBECE3-35F9-4AF4-A8A7-FD546C7C32D6}"/>
              </a:ext>
            </a:extLst>
          </p:cNvPr>
          <p:cNvSpPr>
            <a:spLocks noGrp="1"/>
          </p:cNvSpPr>
          <p:nvPr>
            <p:ph type="body" idx="14" hasCustomPrompt="1"/>
          </p:nvPr>
        </p:nvSpPr>
        <p:spPr>
          <a:xfrm>
            <a:off x="6163056" y="1051560"/>
            <a:ext cx="2788920" cy="440329"/>
          </a:xfrm>
          <a:noFill/>
          <a:ln>
            <a:noFill/>
          </a:ln>
        </p:spPr>
        <p:txBody>
          <a:bodyPr lIns="91440" anchor="ctr">
            <a:noAutofit/>
          </a:bodyPr>
          <a:lstStyle>
            <a:lvl1pPr marL="0"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header text</a:t>
            </a:r>
          </a:p>
        </p:txBody>
      </p:sp>
      <p:sp>
        <p:nvSpPr>
          <p:cNvPr id="4" name="Content Center Right">
            <a:extLst>
              <a:ext uri="{FF2B5EF4-FFF2-40B4-BE49-F238E27FC236}">
                <a16:creationId xmlns:a16="http://schemas.microsoft.com/office/drawing/2014/main" id="{92466994-EA21-45EA-9DC6-3C179254B3A8}"/>
              </a:ext>
            </a:extLst>
          </p:cNvPr>
          <p:cNvSpPr>
            <a:spLocks noGrp="1"/>
          </p:cNvSpPr>
          <p:nvPr>
            <p:ph type="body" idx="4" hasCustomPrompt="1"/>
          </p:nvPr>
        </p:nvSpPr>
        <p:spPr>
          <a:xfrm>
            <a:off x="6163056" y="1563624"/>
            <a:ext cx="2788920" cy="4882896"/>
          </a:xfrm>
        </p:spPr>
        <p:txBody>
          <a:bodyPr>
            <a:noAutofit/>
          </a:bodyPr>
          <a:lstStyle>
            <a:lvl1pPr>
              <a:lnSpc>
                <a:spcPct val="100000"/>
              </a:lnSpc>
              <a:spcAft>
                <a:spcPts val="600"/>
              </a:spcAft>
              <a:defRPr sz="2400">
                <a:solidFill>
                  <a:srgbClr val="232F3E"/>
                </a:solidFill>
              </a:defRPr>
            </a:lvl1pPr>
            <a:lvl2pPr marL="457200" indent="-228600">
              <a:lnSpc>
                <a:spcPct val="100000"/>
              </a:lnSpc>
              <a:spcAft>
                <a:spcPts val="600"/>
              </a:spcAft>
              <a:defRPr sz="2000">
                <a:solidFill>
                  <a:srgbClr val="232F3E"/>
                </a:solidFill>
              </a:defRPr>
            </a:lvl2pPr>
            <a:lvl3pPr marL="684213" indent="-228600">
              <a:lnSpc>
                <a:spcPct val="100000"/>
              </a:lnSpc>
              <a:spcAft>
                <a:spcPts val="600"/>
              </a:spcAft>
              <a:defRPr sz="1800">
                <a:solidFill>
                  <a:srgbClr val="232F3E"/>
                </a:solidFill>
              </a:defRPr>
            </a:lvl3pPr>
            <a:lvl4pPr marL="914400" indent="-228600">
              <a:lnSpc>
                <a:spcPct val="100000"/>
              </a:lnSpc>
              <a:spcAft>
                <a:spcPts val="600"/>
              </a:spcAft>
              <a:defRPr sz="1600">
                <a:solidFill>
                  <a:srgbClr val="232F3E"/>
                </a:solidFill>
              </a:defRPr>
            </a:lvl4pPr>
            <a:lvl5pPr marL="1144588" indent="-228600">
              <a:lnSpc>
                <a:spcPct val="100000"/>
              </a:lnSpc>
              <a:spcAft>
                <a:spcPts val="600"/>
              </a:spcAft>
              <a:defRPr sz="1600">
                <a:solidFill>
                  <a:srgbClr val="232F3E"/>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
        <p:nvSpPr>
          <p:cNvPr id="15" name="Content Header Right">
            <a:extLst>
              <a:ext uri="{FF2B5EF4-FFF2-40B4-BE49-F238E27FC236}">
                <a16:creationId xmlns:a16="http://schemas.microsoft.com/office/drawing/2014/main" id="{ED932AC6-C3A8-487A-A17E-48D0C368204C}"/>
              </a:ext>
            </a:extLst>
          </p:cNvPr>
          <p:cNvSpPr>
            <a:spLocks noGrp="1"/>
          </p:cNvSpPr>
          <p:nvPr>
            <p:ph type="body" idx="15" hasCustomPrompt="1"/>
          </p:nvPr>
        </p:nvSpPr>
        <p:spPr>
          <a:xfrm>
            <a:off x="9061704" y="1051560"/>
            <a:ext cx="2788920" cy="440329"/>
          </a:xfrm>
          <a:noFill/>
          <a:ln>
            <a:noFill/>
          </a:ln>
        </p:spPr>
        <p:txBody>
          <a:bodyPr lIns="91440" anchor="ctr">
            <a:noAutofit/>
          </a:bodyPr>
          <a:lstStyle>
            <a:lvl1pPr marL="0"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header text</a:t>
            </a:r>
          </a:p>
        </p:txBody>
      </p:sp>
      <p:sp>
        <p:nvSpPr>
          <p:cNvPr id="5" name="Content Right">
            <a:extLst>
              <a:ext uri="{FF2B5EF4-FFF2-40B4-BE49-F238E27FC236}">
                <a16:creationId xmlns:a16="http://schemas.microsoft.com/office/drawing/2014/main" id="{7CF59EA0-9039-4A19-8197-DA073A0DB52B}"/>
              </a:ext>
            </a:extLst>
          </p:cNvPr>
          <p:cNvSpPr>
            <a:spLocks noGrp="1"/>
          </p:cNvSpPr>
          <p:nvPr>
            <p:ph type="body" idx="5" hasCustomPrompt="1"/>
          </p:nvPr>
        </p:nvSpPr>
        <p:spPr>
          <a:xfrm>
            <a:off x="9061704" y="1563624"/>
            <a:ext cx="2788920" cy="4882896"/>
          </a:xfrm>
        </p:spPr>
        <p:txBody>
          <a:bodyPr>
            <a:noAutofit/>
          </a:bodyPr>
          <a:lstStyle>
            <a:lvl1pPr>
              <a:lnSpc>
                <a:spcPct val="100000"/>
              </a:lnSpc>
              <a:spcAft>
                <a:spcPts val="600"/>
              </a:spcAft>
              <a:defRPr sz="2400">
                <a:solidFill>
                  <a:srgbClr val="232F3E"/>
                </a:solidFill>
              </a:defRPr>
            </a:lvl1pPr>
            <a:lvl2pPr marL="457200" indent="-228600">
              <a:lnSpc>
                <a:spcPct val="100000"/>
              </a:lnSpc>
              <a:spcAft>
                <a:spcPts val="600"/>
              </a:spcAft>
              <a:defRPr sz="2000">
                <a:solidFill>
                  <a:srgbClr val="232F3E"/>
                </a:solidFill>
              </a:defRPr>
            </a:lvl2pPr>
            <a:lvl3pPr marL="684213" indent="-228600">
              <a:lnSpc>
                <a:spcPct val="100000"/>
              </a:lnSpc>
              <a:spcAft>
                <a:spcPts val="600"/>
              </a:spcAft>
              <a:defRPr sz="1800">
                <a:solidFill>
                  <a:srgbClr val="232F3E"/>
                </a:solidFill>
              </a:defRPr>
            </a:lvl3pPr>
            <a:lvl4pPr marL="914400" indent="-228600">
              <a:lnSpc>
                <a:spcPct val="100000"/>
              </a:lnSpc>
              <a:spcAft>
                <a:spcPts val="600"/>
              </a:spcAft>
              <a:defRPr sz="1600">
                <a:solidFill>
                  <a:srgbClr val="232F3E"/>
                </a:solidFill>
              </a:defRPr>
            </a:lvl4pPr>
            <a:lvl5pPr marL="1144588" indent="-228600">
              <a:lnSpc>
                <a:spcPct val="100000"/>
              </a:lnSpc>
              <a:spcAft>
                <a:spcPts val="600"/>
              </a:spcAft>
              <a:defRPr sz="1600">
                <a:solidFill>
                  <a:srgbClr val="232F3E"/>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Tree>
    <p:custDataLst>
      <p:tags r:id="rId1"/>
    </p:custDataLst>
    <p:extLst>
      <p:ext uri="{BB962C8B-B14F-4D97-AF65-F5344CB8AC3E}">
        <p14:creationId xmlns:p14="http://schemas.microsoft.com/office/powerpoint/2010/main" val="305012958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cSld name="Title, Header, 4 Lg Pics, and 4 Text Columns">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15C95989-61CE-4D1A-B9CC-1BD6446598E4}"/>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7"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a:t>Title, header, 4 large pictures, and 4 labels</a:t>
            </a:r>
          </a:p>
        </p:txBody>
      </p:sp>
      <p:pic>
        <p:nvPicPr>
          <p:cNvPr id="99" name="Divider">
            <a:extLst>
              <a:ext uri="{FF2B5EF4-FFF2-40B4-BE49-F238E27FC236}">
                <a16:creationId xmlns:a16="http://schemas.microsoft.com/office/drawing/2014/main" id="{59FB098F-E843-4BDC-8C23-7C327B2DE964}"/>
              </a:ext>
              <a:ext uri="{C183D7F6-B498-43B3-948B-1728B52AA6E4}">
                <adec:decorative xmlns:adec="http://schemas.microsoft.com/office/drawing/2017/decorative" val="1"/>
              </a:ext>
            </a:extLst>
          </p:cNvPr>
          <p:cNvPicPr preferRelativeResize="0">
            <a:picLocks/>
          </p:cNvPicPr>
          <p:nvPr/>
        </p:nvPicPr>
        <p:blipFill rotWithShape="1">
          <a:blip r:embed="rId3">
            <a:extLst>
              <a:ext uri="{28A0092B-C50C-407E-A947-70E740481C1C}">
                <a14:useLocalDpi xmlns:a14="http://schemas.microsoft.com/office/drawing/2010/main" val="0"/>
              </a:ext>
            </a:extLst>
          </a:blip>
          <a:srcRect t="70015" r="1112" b="19988"/>
          <a:stretch/>
        </p:blipFill>
        <p:spPr>
          <a:xfrm>
            <a:off x="365760" y="1037751"/>
            <a:ext cx="11466576" cy="45719"/>
          </a:xfrm>
          <a:prstGeom prst="rect">
            <a:avLst/>
          </a:prstGeom>
        </p:spPr>
      </p:pic>
      <p:sp>
        <p:nvSpPr>
          <p:cNvPr id="2" name="Content Top">
            <a:extLst>
              <a:ext uri="{FF2B5EF4-FFF2-40B4-BE49-F238E27FC236}">
                <a16:creationId xmlns:a16="http://schemas.microsoft.com/office/drawing/2014/main" id="{CEBB69C5-28A4-4F99-A9FE-572F9D53CF4E}"/>
              </a:ext>
            </a:extLst>
          </p:cNvPr>
          <p:cNvSpPr>
            <a:spLocks noGrp="1"/>
          </p:cNvSpPr>
          <p:nvPr>
            <p:ph type="body" idx="2" hasCustomPrompt="1"/>
          </p:nvPr>
        </p:nvSpPr>
        <p:spPr>
          <a:xfrm>
            <a:off x="365760" y="1046879"/>
            <a:ext cx="11466576" cy="1099688"/>
          </a:xfrm>
          <a:noFill/>
          <a:ln>
            <a:noFill/>
          </a:ln>
        </p:spPr>
        <p:txBody>
          <a:bodyPr lIns="91440" anchor="ctr">
            <a:normAutofit/>
          </a:bodyPr>
          <a:lstStyle>
            <a:lvl1pPr marL="0" indent="0">
              <a:lnSpc>
                <a:spcPct val="100000"/>
              </a:lnSpc>
              <a:spcBef>
                <a:spcPts val="0"/>
              </a:spcBef>
              <a:spcAft>
                <a:spcPts val="0"/>
              </a:spcAft>
              <a:buNone/>
              <a:defRPr sz="2800" b="0">
                <a:solidFill>
                  <a:srgbClr val="232F3E"/>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header text</a:t>
            </a:r>
          </a:p>
        </p:txBody>
      </p:sp>
      <p:sp>
        <p:nvSpPr>
          <p:cNvPr id="22" name="Picture Left">
            <a:extLst>
              <a:ext uri="{FF2B5EF4-FFF2-40B4-BE49-F238E27FC236}">
                <a16:creationId xmlns:a16="http://schemas.microsoft.com/office/drawing/2014/main" id="{97C88FB1-7BD6-48D3-9B99-1098619F5246}"/>
              </a:ext>
              <a:ext uri="{C183D7F6-B498-43B3-948B-1728B52AA6E4}">
                <adec:decorative xmlns:adec="http://schemas.microsoft.com/office/drawing/2017/decorative" val="1"/>
              </a:ext>
            </a:extLst>
          </p:cNvPr>
          <p:cNvSpPr>
            <a:spLocks noGrp="1"/>
          </p:cNvSpPr>
          <p:nvPr>
            <p:ph type="pic" idx="22" hasCustomPrompt="1"/>
          </p:nvPr>
        </p:nvSpPr>
        <p:spPr>
          <a:xfrm>
            <a:off x="638603" y="2269331"/>
            <a:ext cx="2286000" cy="2286000"/>
          </a:xfrm>
        </p:spPr>
        <p:txBody>
          <a:bodyPr anchor="t">
            <a:noAutofit/>
          </a:bodyPr>
          <a:lstStyle>
            <a:lvl1pPr marL="0" indent="0" algn="ctr">
              <a:buNone/>
              <a:defRPr sz="2000">
                <a:solidFill>
                  <a:srgbClr val="232F3E"/>
                </a:solidFill>
                <a:latin typeface="+mn-lt"/>
              </a:defRPr>
            </a:lvl1pPr>
          </a:lstStyle>
          <a:p>
            <a:r>
              <a:rPr lang="en-US" dirty="0"/>
              <a:t>Click icon to add image</a:t>
            </a:r>
          </a:p>
        </p:txBody>
      </p:sp>
      <p:sp>
        <p:nvSpPr>
          <p:cNvPr id="3" name="Content Left">
            <a:extLst>
              <a:ext uri="{FF2B5EF4-FFF2-40B4-BE49-F238E27FC236}">
                <a16:creationId xmlns:a16="http://schemas.microsoft.com/office/drawing/2014/main" id="{5ACBD598-6775-4223-B2AB-B169A112E3FF}"/>
              </a:ext>
            </a:extLst>
          </p:cNvPr>
          <p:cNvSpPr>
            <a:spLocks noGrp="1"/>
          </p:cNvSpPr>
          <p:nvPr>
            <p:ph type="body" idx="3" hasCustomPrompt="1"/>
          </p:nvPr>
        </p:nvSpPr>
        <p:spPr>
          <a:xfrm>
            <a:off x="365760" y="4638120"/>
            <a:ext cx="2788920" cy="1808400"/>
          </a:xfrm>
        </p:spPr>
        <p:txBody>
          <a:bodyPr lIns="91440">
            <a:noAutofit/>
          </a:bodyPr>
          <a:lstStyle>
            <a:lvl1pPr marL="0" indent="0" algn="ctr">
              <a:lnSpc>
                <a:spcPct val="100000"/>
              </a:lnSpc>
              <a:spcAft>
                <a:spcPts val="0"/>
              </a:spcAft>
              <a:buNone/>
              <a:defRPr sz="2000">
                <a:solidFill>
                  <a:srgbClr val="232F3E"/>
                </a:solidFill>
                <a:latin typeface="+mn-lt"/>
              </a:defRPr>
            </a:lvl1pPr>
          </a:lstStyle>
          <a:p>
            <a:pPr lvl="0"/>
            <a:r>
              <a:rPr lang="en-US"/>
              <a:t>Enter text</a:t>
            </a:r>
          </a:p>
        </p:txBody>
      </p:sp>
      <p:sp>
        <p:nvSpPr>
          <p:cNvPr id="23" name="Picture Center Left">
            <a:extLst>
              <a:ext uri="{FF2B5EF4-FFF2-40B4-BE49-F238E27FC236}">
                <a16:creationId xmlns:a16="http://schemas.microsoft.com/office/drawing/2014/main" id="{536ADC96-59CC-4670-BA80-757A11151BF9}"/>
              </a:ext>
              <a:ext uri="{C183D7F6-B498-43B3-948B-1728B52AA6E4}">
                <adec:decorative xmlns:adec="http://schemas.microsoft.com/office/drawing/2017/decorative" val="1"/>
              </a:ext>
            </a:extLst>
          </p:cNvPr>
          <p:cNvSpPr>
            <a:spLocks noGrp="1"/>
          </p:cNvSpPr>
          <p:nvPr>
            <p:ph type="pic" idx="23" hasCustomPrompt="1"/>
          </p:nvPr>
        </p:nvSpPr>
        <p:spPr>
          <a:xfrm>
            <a:off x="3537251" y="2269331"/>
            <a:ext cx="2286000" cy="2286000"/>
          </a:xfrm>
        </p:spPr>
        <p:txBody>
          <a:bodyPr anchor="t">
            <a:noAutofit/>
          </a:bodyPr>
          <a:lstStyle>
            <a:lvl1pPr marL="0" indent="0" algn="ctr">
              <a:buNone/>
              <a:defRPr sz="2000">
                <a:solidFill>
                  <a:srgbClr val="232F3E"/>
                </a:solidFill>
                <a:latin typeface="+mn-lt"/>
              </a:defRPr>
            </a:lvl1pPr>
          </a:lstStyle>
          <a:p>
            <a:r>
              <a:rPr lang="en-US" dirty="0"/>
              <a:t>Click icon to add image</a:t>
            </a:r>
          </a:p>
        </p:txBody>
      </p:sp>
      <p:sp>
        <p:nvSpPr>
          <p:cNvPr id="4" name="Content Center Left">
            <a:extLst>
              <a:ext uri="{FF2B5EF4-FFF2-40B4-BE49-F238E27FC236}">
                <a16:creationId xmlns:a16="http://schemas.microsoft.com/office/drawing/2014/main" id="{7F5B85B9-BABC-44F6-B2AE-99F02670D702}"/>
              </a:ext>
            </a:extLst>
          </p:cNvPr>
          <p:cNvSpPr>
            <a:spLocks noGrp="1"/>
          </p:cNvSpPr>
          <p:nvPr>
            <p:ph type="body" idx="4" hasCustomPrompt="1"/>
          </p:nvPr>
        </p:nvSpPr>
        <p:spPr>
          <a:xfrm>
            <a:off x="3264408" y="4638120"/>
            <a:ext cx="2788920" cy="1808400"/>
          </a:xfrm>
        </p:spPr>
        <p:txBody>
          <a:bodyPr lIns="91440">
            <a:noAutofit/>
          </a:bodyPr>
          <a:lstStyle>
            <a:lvl1pPr marL="0" indent="0" algn="ctr">
              <a:lnSpc>
                <a:spcPct val="100000"/>
              </a:lnSpc>
              <a:spcAft>
                <a:spcPts val="0"/>
              </a:spcAft>
              <a:buNone/>
              <a:defRPr sz="2000">
                <a:solidFill>
                  <a:srgbClr val="232F3E"/>
                </a:solidFill>
                <a:latin typeface="+mn-lt"/>
              </a:defRPr>
            </a:lvl1pPr>
          </a:lstStyle>
          <a:p>
            <a:pPr lvl="0"/>
            <a:r>
              <a:rPr lang="en-US"/>
              <a:t>Enter text</a:t>
            </a:r>
          </a:p>
        </p:txBody>
      </p:sp>
      <p:sp>
        <p:nvSpPr>
          <p:cNvPr id="24" name="Picture Center Right">
            <a:extLst>
              <a:ext uri="{FF2B5EF4-FFF2-40B4-BE49-F238E27FC236}">
                <a16:creationId xmlns:a16="http://schemas.microsoft.com/office/drawing/2014/main" id="{DEC705E3-5BBB-4173-AAF5-E12991B7D59F}"/>
              </a:ext>
              <a:ext uri="{C183D7F6-B498-43B3-948B-1728B52AA6E4}">
                <adec:decorative xmlns:adec="http://schemas.microsoft.com/office/drawing/2017/decorative" val="1"/>
              </a:ext>
            </a:extLst>
          </p:cNvPr>
          <p:cNvSpPr>
            <a:spLocks noGrp="1"/>
          </p:cNvSpPr>
          <p:nvPr>
            <p:ph type="pic" idx="24" hasCustomPrompt="1"/>
          </p:nvPr>
        </p:nvSpPr>
        <p:spPr>
          <a:xfrm>
            <a:off x="6435899" y="2269331"/>
            <a:ext cx="2286000" cy="2286000"/>
          </a:xfrm>
        </p:spPr>
        <p:txBody>
          <a:bodyPr anchor="t">
            <a:noAutofit/>
          </a:bodyPr>
          <a:lstStyle>
            <a:lvl1pPr marL="0" indent="0" algn="ctr">
              <a:buNone/>
              <a:defRPr sz="2000">
                <a:solidFill>
                  <a:srgbClr val="232F3E"/>
                </a:solidFill>
                <a:latin typeface="+mn-lt"/>
              </a:defRPr>
            </a:lvl1pPr>
          </a:lstStyle>
          <a:p>
            <a:r>
              <a:rPr lang="en-US" dirty="0"/>
              <a:t>Click icon to add image</a:t>
            </a:r>
          </a:p>
        </p:txBody>
      </p:sp>
      <p:sp>
        <p:nvSpPr>
          <p:cNvPr id="5" name="Content Center Right">
            <a:extLst>
              <a:ext uri="{FF2B5EF4-FFF2-40B4-BE49-F238E27FC236}">
                <a16:creationId xmlns:a16="http://schemas.microsoft.com/office/drawing/2014/main" id="{FD28CF85-103D-4AC7-BF7A-D32715F9433A}"/>
              </a:ext>
            </a:extLst>
          </p:cNvPr>
          <p:cNvSpPr>
            <a:spLocks noGrp="1"/>
          </p:cNvSpPr>
          <p:nvPr>
            <p:ph type="body" idx="5" hasCustomPrompt="1"/>
          </p:nvPr>
        </p:nvSpPr>
        <p:spPr>
          <a:xfrm>
            <a:off x="6163056" y="4638120"/>
            <a:ext cx="2788920" cy="1808400"/>
          </a:xfrm>
        </p:spPr>
        <p:txBody>
          <a:bodyPr lIns="91440">
            <a:noAutofit/>
          </a:bodyPr>
          <a:lstStyle>
            <a:lvl1pPr marL="0" indent="0" algn="ctr">
              <a:lnSpc>
                <a:spcPct val="100000"/>
              </a:lnSpc>
              <a:spcAft>
                <a:spcPts val="0"/>
              </a:spcAft>
              <a:buNone/>
              <a:defRPr sz="2000">
                <a:solidFill>
                  <a:srgbClr val="232F3E"/>
                </a:solidFill>
                <a:latin typeface="+mn-lt"/>
              </a:defRPr>
            </a:lvl1pPr>
          </a:lstStyle>
          <a:p>
            <a:pPr lvl="0"/>
            <a:r>
              <a:rPr lang="en-US"/>
              <a:t>Enter text</a:t>
            </a:r>
          </a:p>
        </p:txBody>
      </p:sp>
      <p:sp>
        <p:nvSpPr>
          <p:cNvPr id="25" name="Picture Right">
            <a:extLst>
              <a:ext uri="{FF2B5EF4-FFF2-40B4-BE49-F238E27FC236}">
                <a16:creationId xmlns:a16="http://schemas.microsoft.com/office/drawing/2014/main" id="{3225055C-7E4D-4C57-84DA-4F32CFEE666E}"/>
              </a:ext>
              <a:ext uri="{C183D7F6-B498-43B3-948B-1728B52AA6E4}">
                <adec:decorative xmlns:adec="http://schemas.microsoft.com/office/drawing/2017/decorative" val="1"/>
              </a:ext>
            </a:extLst>
          </p:cNvPr>
          <p:cNvSpPr>
            <a:spLocks noGrp="1"/>
          </p:cNvSpPr>
          <p:nvPr>
            <p:ph type="pic" idx="25" hasCustomPrompt="1"/>
          </p:nvPr>
        </p:nvSpPr>
        <p:spPr>
          <a:xfrm>
            <a:off x="9334547" y="2269331"/>
            <a:ext cx="2286000" cy="2286000"/>
          </a:xfrm>
        </p:spPr>
        <p:txBody>
          <a:bodyPr anchor="t">
            <a:noAutofit/>
          </a:bodyPr>
          <a:lstStyle>
            <a:lvl1pPr marL="0" indent="0" algn="ctr">
              <a:buNone/>
              <a:defRPr sz="2000">
                <a:solidFill>
                  <a:srgbClr val="232F3E"/>
                </a:solidFill>
                <a:latin typeface="+mn-lt"/>
              </a:defRPr>
            </a:lvl1pPr>
          </a:lstStyle>
          <a:p>
            <a:r>
              <a:rPr lang="en-US" dirty="0"/>
              <a:t>Click icon to add image</a:t>
            </a:r>
          </a:p>
        </p:txBody>
      </p:sp>
      <p:sp>
        <p:nvSpPr>
          <p:cNvPr id="6" name="Content Right">
            <a:extLst>
              <a:ext uri="{FF2B5EF4-FFF2-40B4-BE49-F238E27FC236}">
                <a16:creationId xmlns:a16="http://schemas.microsoft.com/office/drawing/2014/main" id="{528A167E-DBEB-4BD8-B32A-B1DBF78AA248}"/>
              </a:ext>
            </a:extLst>
          </p:cNvPr>
          <p:cNvSpPr>
            <a:spLocks noGrp="1"/>
          </p:cNvSpPr>
          <p:nvPr>
            <p:ph type="body" idx="6" hasCustomPrompt="1"/>
          </p:nvPr>
        </p:nvSpPr>
        <p:spPr>
          <a:xfrm>
            <a:off x="9043416" y="4638120"/>
            <a:ext cx="2788920" cy="1808400"/>
          </a:xfrm>
        </p:spPr>
        <p:txBody>
          <a:bodyPr lIns="91440">
            <a:noAutofit/>
          </a:bodyPr>
          <a:lstStyle>
            <a:lvl1pPr marL="0" indent="0" algn="ctr">
              <a:lnSpc>
                <a:spcPct val="100000"/>
              </a:lnSpc>
              <a:spcAft>
                <a:spcPts val="0"/>
              </a:spcAft>
              <a:buNone/>
              <a:defRPr sz="2000">
                <a:solidFill>
                  <a:srgbClr val="232F3E"/>
                </a:solidFill>
                <a:latin typeface="+mn-lt"/>
              </a:defRPr>
            </a:lvl1pPr>
          </a:lstStyle>
          <a:p>
            <a:pPr lvl="0"/>
            <a:r>
              <a:rPr lang="en-US"/>
              <a:t>Enter text</a:t>
            </a:r>
          </a:p>
        </p:txBody>
      </p:sp>
    </p:spTree>
    <p:custDataLst>
      <p:tags r:id="rId1"/>
    </p:custDataLst>
    <p:extLst>
      <p:ext uri="{BB962C8B-B14F-4D97-AF65-F5344CB8AC3E}">
        <p14:creationId xmlns:p14="http://schemas.microsoft.com/office/powerpoint/2010/main" val="169305790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Title, 4 Lg Pics, 4 Headers, and 4 Text Columns">
    <p:bg>
      <p:bgPr>
        <a:solidFill>
          <a:schemeClr val="bg1"/>
        </a:solidFill>
        <a:effectLst/>
      </p:bgPr>
    </p:bg>
    <p:spTree>
      <p:nvGrpSpPr>
        <p:cNvPr id="1" name=""/>
        <p:cNvGrpSpPr/>
        <p:nvPr/>
      </p:nvGrpSpPr>
      <p:grpSpPr>
        <a:xfrm>
          <a:off x="0" y="0"/>
          <a:ext cx="0" cy="0"/>
          <a:chOff x="0" y="0"/>
          <a:chExt cx="0" cy="0"/>
        </a:xfrm>
      </p:grpSpPr>
      <p:grpSp>
        <p:nvGrpSpPr>
          <p:cNvPr id="99" name="Background">
            <a:extLst>
              <a:ext uri="{FF2B5EF4-FFF2-40B4-BE49-F238E27FC236}">
                <a16:creationId xmlns:a16="http://schemas.microsoft.com/office/drawing/2014/main" id="{0708DD83-40E9-4CDD-ADF1-464460D88C82}"/>
              </a:ext>
              <a:ext uri="{C183D7F6-B498-43B3-948B-1728B52AA6E4}">
                <adec:decorative xmlns:adec="http://schemas.microsoft.com/office/drawing/2017/decorative" val="1"/>
              </a:ext>
            </a:extLst>
          </p:cNvPr>
          <p:cNvGrpSpPr/>
          <p:nvPr/>
        </p:nvGrpSpPr>
        <p:grpSpPr>
          <a:xfrm>
            <a:off x="365759" y="1028377"/>
            <a:ext cx="11484865" cy="2877528"/>
            <a:chOff x="365759" y="1028377"/>
            <a:chExt cx="11484865" cy="2877528"/>
          </a:xfrm>
        </p:grpSpPr>
        <p:pic>
          <p:nvPicPr>
            <p:cNvPr id="96" name="Background">
              <a:extLst>
                <a:ext uri="{FF2B5EF4-FFF2-40B4-BE49-F238E27FC236}">
                  <a16:creationId xmlns:a16="http://schemas.microsoft.com/office/drawing/2014/main" id="{81AD1A9F-B900-4260-B582-AC445A80FAD0}"/>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60" y="3448705"/>
              <a:ext cx="11484864" cy="457200"/>
            </a:xfrm>
            <a:prstGeom prst="rect">
              <a:avLst/>
            </a:prstGeom>
          </p:spPr>
        </p:pic>
        <p:pic>
          <p:nvPicPr>
            <p:cNvPr id="95" name="Divider">
              <a:extLst>
                <a:ext uri="{FF2B5EF4-FFF2-40B4-BE49-F238E27FC236}">
                  <a16:creationId xmlns:a16="http://schemas.microsoft.com/office/drawing/2014/main" id="{B4D28540-5567-49EC-BB23-4B27A199DFB1}"/>
                </a:ext>
                <a:ext uri="{C183D7F6-B498-43B3-948B-1728B52AA6E4}">
                  <adec:decorative xmlns:adec="http://schemas.microsoft.com/office/drawing/2017/decorative" val="1"/>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grpSp>
      <p:sp>
        <p:nvSpPr>
          <p:cNvPr id="97" name="Slide Number">
            <a:extLst>
              <a:ext uri="{FF2B5EF4-FFF2-40B4-BE49-F238E27FC236}">
                <a16:creationId xmlns:a16="http://schemas.microsoft.com/office/drawing/2014/main" id="{15C95989-61CE-4D1A-B9CC-1BD6446598E4}"/>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6"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a:t>Title, 4 pictures, 4 headers, and 4 text columns</a:t>
            </a:r>
          </a:p>
        </p:txBody>
      </p:sp>
      <p:sp>
        <p:nvSpPr>
          <p:cNvPr id="22" name="Picture Left">
            <a:extLst>
              <a:ext uri="{FF2B5EF4-FFF2-40B4-BE49-F238E27FC236}">
                <a16:creationId xmlns:a16="http://schemas.microsoft.com/office/drawing/2014/main" id="{97C88FB1-7BD6-48D3-9B99-1098619F5246}"/>
              </a:ext>
              <a:ext uri="{C183D7F6-B498-43B3-948B-1728B52AA6E4}">
                <adec:decorative xmlns:adec="http://schemas.microsoft.com/office/drawing/2017/decorative" val="1"/>
              </a:ext>
            </a:extLst>
          </p:cNvPr>
          <p:cNvSpPr>
            <a:spLocks noGrp="1"/>
          </p:cNvSpPr>
          <p:nvPr>
            <p:ph type="pic" idx="22" hasCustomPrompt="1"/>
          </p:nvPr>
        </p:nvSpPr>
        <p:spPr>
          <a:xfrm>
            <a:off x="617220" y="1097280"/>
            <a:ext cx="2286000" cy="22860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2" name="Content Header Left">
            <a:extLst>
              <a:ext uri="{FF2B5EF4-FFF2-40B4-BE49-F238E27FC236}">
                <a16:creationId xmlns:a16="http://schemas.microsoft.com/office/drawing/2014/main" id="{CEBB69C5-28A4-4F99-A9FE-572F9D53CF4E}"/>
              </a:ext>
            </a:extLst>
          </p:cNvPr>
          <p:cNvSpPr>
            <a:spLocks noGrp="1"/>
          </p:cNvSpPr>
          <p:nvPr>
            <p:ph type="body" idx="12" hasCustomPrompt="1"/>
          </p:nvPr>
        </p:nvSpPr>
        <p:spPr>
          <a:xfrm>
            <a:off x="365760" y="3465576"/>
            <a:ext cx="2788920" cy="440329"/>
          </a:xfrm>
          <a:noFill/>
          <a:ln>
            <a:noFill/>
          </a:ln>
        </p:spPr>
        <p:txBody>
          <a:bodyPr lIns="91440" anchor="ctr">
            <a:noAutofit/>
          </a:bodyPr>
          <a:lstStyle>
            <a:lvl1pPr marL="0" indent="0">
              <a:lnSpc>
                <a:spcPct val="100000"/>
              </a:lnSpc>
              <a:spcBef>
                <a:spcPts val="0"/>
              </a:spcBef>
              <a:spcAft>
                <a:spcPts val="0"/>
              </a:spcAft>
              <a:buNone/>
              <a:defRPr sz="20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header text</a:t>
            </a:r>
          </a:p>
        </p:txBody>
      </p:sp>
      <p:sp>
        <p:nvSpPr>
          <p:cNvPr id="2" name="Content Left">
            <a:extLst>
              <a:ext uri="{FF2B5EF4-FFF2-40B4-BE49-F238E27FC236}">
                <a16:creationId xmlns:a16="http://schemas.microsoft.com/office/drawing/2014/main" id="{5ACBD598-6775-4223-B2AB-B169A112E3FF}"/>
              </a:ext>
            </a:extLst>
          </p:cNvPr>
          <p:cNvSpPr>
            <a:spLocks noGrp="1"/>
          </p:cNvSpPr>
          <p:nvPr>
            <p:ph type="body" idx="2" hasCustomPrompt="1"/>
          </p:nvPr>
        </p:nvSpPr>
        <p:spPr>
          <a:xfrm>
            <a:off x="365760" y="3915505"/>
            <a:ext cx="2788920" cy="2519238"/>
          </a:xfrm>
        </p:spPr>
        <p:txBody>
          <a:bodyPr lIns="91440">
            <a:noAutofit/>
          </a:bodyPr>
          <a:lstStyle>
            <a:lvl1pPr marL="182880" indent="-182880">
              <a:lnSpc>
                <a:spcPct val="100000"/>
              </a:lnSpc>
              <a:spcAft>
                <a:spcPts val="600"/>
              </a:spcAft>
              <a:buFont typeface="Arial" panose="020B0604020202020204" pitchFamily="34" charset="0"/>
              <a:buChar char="•"/>
              <a:defRPr sz="2000">
                <a:solidFill>
                  <a:srgbClr val="232F3E"/>
                </a:solidFill>
              </a:defRPr>
            </a:lvl1pPr>
            <a:lvl2pPr marL="365760" indent="-182880">
              <a:lnSpc>
                <a:spcPct val="100000"/>
              </a:lnSpc>
              <a:spcAft>
                <a:spcPts val="600"/>
              </a:spcAft>
              <a:defRPr sz="1800">
                <a:solidFill>
                  <a:srgbClr val="232F3E"/>
                </a:solidFill>
              </a:defRPr>
            </a:lvl2pPr>
            <a:lvl3pPr marL="548640" indent="-182880">
              <a:lnSpc>
                <a:spcPct val="100000"/>
              </a:lnSpc>
              <a:spcAft>
                <a:spcPts val="600"/>
              </a:spcAft>
              <a:defRPr sz="1600">
                <a:solidFill>
                  <a:srgbClr val="232F3E"/>
                </a:solidFill>
              </a:defRPr>
            </a:lvl3pPr>
            <a:lvl4pPr>
              <a:defRPr/>
            </a:lvl4pPr>
            <a:lvl5pPr>
              <a:defRPr/>
            </a:lvl5pPr>
          </a:lstStyle>
          <a:p>
            <a:pPr lvl="0"/>
            <a:r>
              <a:rPr lang="en-US"/>
              <a:t>Add content text</a:t>
            </a:r>
          </a:p>
          <a:p>
            <a:pPr lvl="1"/>
            <a:r>
              <a:rPr lang="en-US"/>
              <a:t>Second level</a:t>
            </a:r>
          </a:p>
          <a:p>
            <a:pPr lvl="2"/>
            <a:r>
              <a:rPr lang="en-US"/>
              <a:t>Third level</a:t>
            </a:r>
          </a:p>
        </p:txBody>
      </p:sp>
      <p:sp>
        <p:nvSpPr>
          <p:cNvPr id="23" name="Picture Center Left">
            <a:extLst>
              <a:ext uri="{FF2B5EF4-FFF2-40B4-BE49-F238E27FC236}">
                <a16:creationId xmlns:a16="http://schemas.microsoft.com/office/drawing/2014/main" id="{536ADC96-59CC-4670-BA80-757A11151BF9}"/>
              </a:ext>
              <a:ext uri="{C183D7F6-B498-43B3-948B-1728B52AA6E4}">
                <adec:decorative xmlns:adec="http://schemas.microsoft.com/office/drawing/2017/decorative" val="1"/>
              </a:ext>
            </a:extLst>
          </p:cNvPr>
          <p:cNvSpPr>
            <a:spLocks noGrp="1"/>
          </p:cNvSpPr>
          <p:nvPr>
            <p:ph type="pic" idx="23" hasCustomPrompt="1"/>
          </p:nvPr>
        </p:nvSpPr>
        <p:spPr>
          <a:xfrm>
            <a:off x="3512820" y="1097280"/>
            <a:ext cx="2286000" cy="22860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3" name="Content Header Center Left">
            <a:extLst>
              <a:ext uri="{FF2B5EF4-FFF2-40B4-BE49-F238E27FC236}">
                <a16:creationId xmlns:a16="http://schemas.microsoft.com/office/drawing/2014/main" id="{04C41CFA-9BF9-474A-89A9-E22790A538E2}"/>
              </a:ext>
            </a:extLst>
          </p:cNvPr>
          <p:cNvSpPr>
            <a:spLocks noGrp="1"/>
          </p:cNvSpPr>
          <p:nvPr>
            <p:ph type="body" idx="13" hasCustomPrompt="1"/>
          </p:nvPr>
        </p:nvSpPr>
        <p:spPr>
          <a:xfrm>
            <a:off x="3261360" y="3465576"/>
            <a:ext cx="2788920" cy="440329"/>
          </a:xfrm>
          <a:noFill/>
          <a:ln>
            <a:noFill/>
          </a:ln>
        </p:spPr>
        <p:txBody>
          <a:bodyPr lIns="91440" anchor="ctr">
            <a:noAutofit/>
          </a:bodyPr>
          <a:lstStyle>
            <a:lvl1pPr marL="0" indent="0">
              <a:lnSpc>
                <a:spcPct val="100000"/>
              </a:lnSpc>
              <a:spcBef>
                <a:spcPts val="0"/>
              </a:spcBef>
              <a:spcAft>
                <a:spcPts val="0"/>
              </a:spcAft>
              <a:buNone/>
              <a:defRPr sz="20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header text</a:t>
            </a:r>
          </a:p>
        </p:txBody>
      </p:sp>
      <p:sp>
        <p:nvSpPr>
          <p:cNvPr id="3" name="Content Left Center">
            <a:extLst>
              <a:ext uri="{FF2B5EF4-FFF2-40B4-BE49-F238E27FC236}">
                <a16:creationId xmlns:a16="http://schemas.microsoft.com/office/drawing/2014/main" id="{8F2CF915-F007-4E72-A31F-37CC3AA65001}"/>
              </a:ext>
            </a:extLst>
          </p:cNvPr>
          <p:cNvSpPr>
            <a:spLocks noGrp="1"/>
          </p:cNvSpPr>
          <p:nvPr>
            <p:ph type="body" idx="3" hasCustomPrompt="1"/>
          </p:nvPr>
        </p:nvSpPr>
        <p:spPr>
          <a:xfrm>
            <a:off x="3261360" y="3915505"/>
            <a:ext cx="2788920" cy="2519238"/>
          </a:xfrm>
        </p:spPr>
        <p:txBody>
          <a:bodyPr lIns="91440">
            <a:noAutofit/>
          </a:bodyPr>
          <a:lstStyle>
            <a:lvl1pPr marL="182880" indent="-182880">
              <a:lnSpc>
                <a:spcPct val="100000"/>
              </a:lnSpc>
              <a:spcAft>
                <a:spcPts val="600"/>
              </a:spcAft>
              <a:buFont typeface="Arial" panose="020B0604020202020204" pitchFamily="34" charset="0"/>
              <a:buChar char="•"/>
              <a:defRPr sz="2000">
                <a:solidFill>
                  <a:srgbClr val="232F3E"/>
                </a:solidFill>
              </a:defRPr>
            </a:lvl1pPr>
            <a:lvl2pPr marL="365760" indent="-182880">
              <a:lnSpc>
                <a:spcPct val="100000"/>
              </a:lnSpc>
              <a:spcAft>
                <a:spcPts val="600"/>
              </a:spcAft>
              <a:defRPr sz="1800">
                <a:solidFill>
                  <a:srgbClr val="232F3E"/>
                </a:solidFill>
              </a:defRPr>
            </a:lvl2pPr>
            <a:lvl3pPr marL="548640" indent="-182880">
              <a:lnSpc>
                <a:spcPct val="100000"/>
              </a:lnSpc>
              <a:spcAft>
                <a:spcPts val="600"/>
              </a:spcAft>
              <a:defRPr sz="1600">
                <a:solidFill>
                  <a:srgbClr val="232F3E"/>
                </a:solidFill>
              </a:defRPr>
            </a:lvl3pPr>
            <a:lvl4pPr>
              <a:defRPr/>
            </a:lvl4pPr>
            <a:lvl5pPr>
              <a:defRPr/>
            </a:lvl5pPr>
          </a:lstStyle>
          <a:p>
            <a:pPr lvl="0"/>
            <a:r>
              <a:rPr lang="en-US"/>
              <a:t>Add content text</a:t>
            </a:r>
          </a:p>
          <a:p>
            <a:pPr lvl="1"/>
            <a:r>
              <a:rPr lang="en-US"/>
              <a:t>Second level</a:t>
            </a:r>
          </a:p>
          <a:p>
            <a:pPr lvl="2"/>
            <a:r>
              <a:rPr lang="en-US"/>
              <a:t>Third level</a:t>
            </a:r>
          </a:p>
        </p:txBody>
      </p:sp>
      <p:sp>
        <p:nvSpPr>
          <p:cNvPr id="24" name="Picture Center Right">
            <a:extLst>
              <a:ext uri="{FF2B5EF4-FFF2-40B4-BE49-F238E27FC236}">
                <a16:creationId xmlns:a16="http://schemas.microsoft.com/office/drawing/2014/main" id="{DEC705E3-5BBB-4173-AAF5-E12991B7D59F}"/>
              </a:ext>
              <a:ext uri="{C183D7F6-B498-43B3-948B-1728B52AA6E4}">
                <adec:decorative xmlns:adec="http://schemas.microsoft.com/office/drawing/2017/decorative" val="1"/>
              </a:ext>
            </a:extLst>
          </p:cNvPr>
          <p:cNvSpPr>
            <a:spLocks noGrp="1"/>
          </p:cNvSpPr>
          <p:nvPr>
            <p:ph type="pic" idx="24" hasCustomPrompt="1"/>
          </p:nvPr>
        </p:nvSpPr>
        <p:spPr>
          <a:xfrm>
            <a:off x="6414516" y="1097280"/>
            <a:ext cx="2286000" cy="22860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4" name="Content Header Center Right">
            <a:extLst>
              <a:ext uri="{FF2B5EF4-FFF2-40B4-BE49-F238E27FC236}">
                <a16:creationId xmlns:a16="http://schemas.microsoft.com/office/drawing/2014/main" id="{CF01F87A-DBEF-4657-8500-6A751FF3BC24}"/>
              </a:ext>
            </a:extLst>
          </p:cNvPr>
          <p:cNvSpPr>
            <a:spLocks noGrp="1"/>
          </p:cNvSpPr>
          <p:nvPr>
            <p:ph type="body" idx="14" hasCustomPrompt="1"/>
          </p:nvPr>
        </p:nvSpPr>
        <p:spPr>
          <a:xfrm>
            <a:off x="6163057" y="3465576"/>
            <a:ext cx="2788920" cy="440329"/>
          </a:xfrm>
          <a:noFill/>
          <a:ln>
            <a:noFill/>
          </a:ln>
        </p:spPr>
        <p:txBody>
          <a:bodyPr lIns="91440" anchor="ctr">
            <a:noAutofit/>
          </a:bodyPr>
          <a:lstStyle>
            <a:lvl1pPr marL="0" indent="0">
              <a:lnSpc>
                <a:spcPct val="100000"/>
              </a:lnSpc>
              <a:spcBef>
                <a:spcPts val="0"/>
              </a:spcBef>
              <a:spcAft>
                <a:spcPts val="0"/>
              </a:spcAft>
              <a:buNone/>
              <a:defRPr sz="20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header text</a:t>
            </a:r>
          </a:p>
        </p:txBody>
      </p:sp>
      <p:sp>
        <p:nvSpPr>
          <p:cNvPr id="4" name="Content Center Right">
            <a:extLst>
              <a:ext uri="{FF2B5EF4-FFF2-40B4-BE49-F238E27FC236}">
                <a16:creationId xmlns:a16="http://schemas.microsoft.com/office/drawing/2014/main" id="{6C78D37F-DE17-4FBA-A995-39FC21020DD5}"/>
              </a:ext>
            </a:extLst>
          </p:cNvPr>
          <p:cNvSpPr>
            <a:spLocks noGrp="1"/>
          </p:cNvSpPr>
          <p:nvPr>
            <p:ph type="body" idx="4" hasCustomPrompt="1"/>
          </p:nvPr>
        </p:nvSpPr>
        <p:spPr>
          <a:xfrm>
            <a:off x="6163057" y="3915505"/>
            <a:ext cx="2788920" cy="2519238"/>
          </a:xfrm>
        </p:spPr>
        <p:txBody>
          <a:bodyPr lIns="91440">
            <a:noAutofit/>
          </a:bodyPr>
          <a:lstStyle>
            <a:lvl1pPr marL="182880" indent="-182880">
              <a:lnSpc>
                <a:spcPct val="100000"/>
              </a:lnSpc>
              <a:spcAft>
                <a:spcPts val="600"/>
              </a:spcAft>
              <a:buFont typeface="Arial" panose="020B0604020202020204" pitchFamily="34" charset="0"/>
              <a:buChar char="•"/>
              <a:defRPr sz="2000">
                <a:solidFill>
                  <a:srgbClr val="232F3E"/>
                </a:solidFill>
              </a:defRPr>
            </a:lvl1pPr>
            <a:lvl2pPr marL="365760" indent="-182880">
              <a:lnSpc>
                <a:spcPct val="100000"/>
              </a:lnSpc>
              <a:spcAft>
                <a:spcPts val="600"/>
              </a:spcAft>
              <a:defRPr sz="1800">
                <a:solidFill>
                  <a:srgbClr val="232F3E"/>
                </a:solidFill>
              </a:defRPr>
            </a:lvl2pPr>
            <a:lvl3pPr marL="548640" indent="-182880">
              <a:lnSpc>
                <a:spcPct val="100000"/>
              </a:lnSpc>
              <a:spcAft>
                <a:spcPts val="600"/>
              </a:spcAft>
              <a:defRPr sz="1600">
                <a:solidFill>
                  <a:srgbClr val="232F3E"/>
                </a:solidFill>
              </a:defRPr>
            </a:lvl3pPr>
            <a:lvl4pPr>
              <a:defRPr/>
            </a:lvl4pPr>
            <a:lvl5pPr>
              <a:defRPr/>
            </a:lvl5pPr>
          </a:lstStyle>
          <a:p>
            <a:pPr lvl="0"/>
            <a:r>
              <a:rPr lang="en-US"/>
              <a:t>Add content text</a:t>
            </a:r>
          </a:p>
          <a:p>
            <a:pPr lvl="1"/>
            <a:r>
              <a:rPr lang="en-US"/>
              <a:t>Second level</a:t>
            </a:r>
          </a:p>
          <a:p>
            <a:pPr lvl="2"/>
            <a:r>
              <a:rPr lang="en-US"/>
              <a:t>Third level</a:t>
            </a:r>
          </a:p>
        </p:txBody>
      </p:sp>
      <p:sp>
        <p:nvSpPr>
          <p:cNvPr id="25" name="Picture Right">
            <a:extLst>
              <a:ext uri="{FF2B5EF4-FFF2-40B4-BE49-F238E27FC236}">
                <a16:creationId xmlns:a16="http://schemas.microsoft.com/office/drawing/2014/main" id="{3225055C-7E4D-4C57-84DA-4F32CFEE666E}"/>
              </a:ext>
              <a:ext uri="{C183D7F6-B498-43B3-948B-1728B52AA6E4}">
                <adec:decorative xmlns:adec="http://schemas.microsoft.com/office/drawing/2017/decorative" val="1"/>
              </a:ext>
            </a:extLst>
          </p:cNvPr>
          <p:cNvSpPr>
            <a:spLocks noGrp="1"/>
          </p:cNvSpPr>
          <p:nvPr>
            <p:ph type="pic" idx="25" hasCustomPrompt="1"/>
          </p:nvPr>
        </p:nvSpPr>
        <p:spPr>
          <a:xfrm>
            <a:off x="9294876" y="1097280"/>
            <a:ext cx="2286000" cy="22860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5" name="Content Header Right">
            <a:extLst>
              <a:ext uri="{FF2B5EF4-FFF2-40B4-BE49-F238E27FC236}">
                <a16:creationId xmlns:a16="http://schemas.microsoft.com/office/drawing/2014/main" id="{B17A76EF-1D7E-4BB9-BAFA-8EAA0807E356}"/>
              </a:ext>
            </a:extLst>
          </p:cNvPr>
          <p:cNvSpPr>
            <a:spLocks noGrp="1"/>
          </p:cNvSpPr>
          <p:nvPr>
            <p:ph type="subTitle" idx="15" hasCustomPrompt="1"/>
          </p:nvPr>
        </p:nvSpPr>
        <p:spPr>
          <a:xfrm>
            <a:off x="9043416" y="3465576"/>
            <a:ext cx="2788920" cy="440329"/>
          </a:xfrm>
          <a:noFill/>
          <a:ln>
            <a:noFill/>
          </a:ln>
        </p:spPr>
        <p:txBody>
          <a:bodyPr lIns="91440" anchor="ctr">
            <a:noAutofit/>
          </a:bodyPr>
          <a:lstStyle>
            <a:lvl1pPr marL="0" indent="0">
              <a:lnSpc>
                <a:spcPct val="100000"/>
              </a:lnSpc>
              <a:spcBef>
                <a:spcPts val="0"/>
              </a:spcBef>
              <a:spcAft>
                <a:spcPts val="0"/>
              </a:spcAft>
              <a:buNone/>
              <a:defRPr sz="20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header text</a:t>
            </a:r>
          </a:p>
        </p:txBody>
      </p:sp>
      <p:sp>
        <p:nvSpPr>
          <p:cNvPr id="5" name="Content Right">
            <a:extLst>
              <a:ext uri="{FF2B5EF4-FFF2-40B4-BE49-F238E27FC236}">
                <a16:creationId xmlns:a16="http://schemas.microsoft.com/office/drawing/2014/main" id="{27E7417F-ED15-4B52-BEED-6B9D37EE656E}"/>
              </a:ext>
            </a:extLst>
          </p:cNvPr>
          <p:cNvSpPr>
            <a:spLocks noGrp="1"/>
          </p:cNvSpPr>
          <p:nvPr>
            <p:ph type="body" idx="5" hasCustomPrompt="1"/>
          </p:nvPr>
        </p:nvSpPr>
        <p:spPr>
          <a:xfrm>
            <a:off x="9043416" y="3915505"/>
            <a:ext cx="2788920" cy="2519238"/>
          </a:xfrm>
        </p:spPr>
        <p:txBody>
          <a:bodyPr lIns="91440">
            <a:noAutofit/>
          </a:bodyPr>
          <a:lstStyle>
            <a:lvl1pPr marL="182880" indent="-182880">
              <a:lnSpc>
                <a:spcPct val="100000"/>
              </a:lnSpc>
              <a:spcAft>
                <a:spcPts val="600"/>
              </a:spcAft>
              <a:buFont typeface="Arial" panose="020B0604020202020204" pitchFamily="34" charset="0"/>
              <a:buChar char="•"/>
              <a:defRPr sz="2000">
                <a:solidFill>
                  <a:srgbClr val="232F3E"/>
                </a:solidFill>
              </a:defRPr>
            </a:lvl1pPr>
            <a:lvl2pPr marL="365760" indent="-182880">
              <a:lnSpc>
                <a:spcPct val="100000"/>
              </a:lnSpc>
              <a:spcAft>
                <a:spcPts val="600"/>
              </a:spcAft>
              <a:defRPr sz="1800">
                <a:solidFill>
                  <a:srgbClr val="232F3E"/>
                </a:solidFill>
              </a:defRPr>
            </a:lvl2pPr>
            <a:lvl3pPr marL="548640" indent="-182880">
              <a:lnSpc>
                <a:spcPct val="100000"/>
              </a:lnSpc>
              <a:spcAft>
                <a:spcPts val="600"/>
              </a:spcAft>
              <a:defRPr sz="1600">
                <a:solidFill>
                  <a:srgbClr val="232F3E"/>
                </a:solidFill>
              </a:defRPr>
            </a:lvl3pPr>
            <a:lvl4pPr>
              <a:defRPr/>
            </a:lvl4pPr>
            <a:lvl5pPr>
              <a:defRPr/>
            </a:lvl5pPr>
          </a:lstStyle>
          <a:p>
            <a:pPr lvl="0"/>
            <a:r>
              <a:rPr lang="en-US"/>
              <a:t>Add content text</a:t>
            </a:r>
          </a:p>
          <a:p>
            <a:pPr lvl="1"/>
            <a:r>
              <a:rPr lang="en-US"/>
              <a:t>Second level</a:t>
            </a:r>
          </a:p>
          <a:p>
            <a:pPr lvl="2"/>
            <a:r>
              <a:rPr lang="en-US"/>
              <a:t>Third level</a:t>
            </a:r>
          </a:p>
        </p:txBody>
      </p:sp>
    </p:spTree>
    <p:custDataLst>
      <p:tags r:id="rId1"/>
    </p:custDataLst>
    <p:extLst>
      <p:ext uri="{BB962C8B-B14F-4D97-AF65-F5344CB8AC3E}">
        <p14:creationId xmlns:p14="http://schemas.microsoft.com/office/powerpoint/2010/main" val="325526282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picTx" preserve="1">
  <p:cSld name="Title, 4 Sm Pics, 4 Headers, and 4 Text Columns">
    <p:bg>
      <p:bgPr>
        <a:solidFill>
          <a:schemeClr val="bg1"/>
        </a:solidFill>
        <a:effectLst/>
      </p:bgPr>
    </p:bg>
    <p:spTree>
      <p:nvGrpSpPr>
        <p:cNvPr id="1" name=""/>
        <p:cNvGrpSpPr/>
        <p:nvPr/>
      </p:nvGrpSpPr>
      <p:grpSpPr>
        <a:xfrm>
          <a:off x="0" y="0"/>
          <a:ext cx="0" cy="0"/>
          <a:chOff x="0" y="0"/>
          <a:chExt cx="0" cy="0"/>
        </a:xfrm>
      </p:grpSpPr>
      <p:grpSp>
        <p:nvGrpSpPr>
          <p:cNvPr id="99" name="Background">
            <a:extLst>
              <a:ext uri="{FF2B5EF4-FFF2-40B4-BE49-F238E27FC236}">
                <a16:creationId xmlns:a16="http://schemas.microsoft.com/office/drawing/2014/main" id="{28F246DA-91CA-4502-BC7A-2F8E9D697FB1}"/>
              </a:ext>
              <a:ext uri="{C183D7F6-B498-43B3-948B-1728B52AA6E4}">
                <adec:decorative xmlns:adec="http://schemas.microsoft.com/office/drawing/2017/decorative" val="1"/>
              </a:ext>
            </a:extLst>
          </p:cNvPr>
          <p:cNvGrpSpPr/>
          <p:nvPr/>
        </p:nvGrpSpPr>
        <p:grpSpPr>
          <a:xfrm>
            <a:off x="365759" y="1028377"/>
            <a:ext cx="11484865" cy="2347997"/>
            <a:chOff x="365759" y="1028377"/>
            <a:chExt cx="11484865" cy="2347997"/>
          </a:xfrm>
        </p:grpSpPr>
        <p:pic>
          <p:nvPicPr>
            <p:cNvPr id="96" name="Background">
              <a:extLst>
                <a:ext uri="{FF2B5EF4-FFF2-40B4-BE49-F238E27FC236}">
                  <a16:creationId xmlns:a16="http://schemas.microsoft.com/office/drawing/2014/main" id="{4AA958CB-79BC-4221-AF92-52A941BCA870}"/>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60" y="2919174"/>
              <a:ext cx="11484864" cy="457200"/>
            </a:xfrm>
            <a:prstGeom prst="rect">
              <a:avLst/>
            </a:prstGeom>
          </p:spPr>
        </p:pic>
        <p:pic>
          <p:nvPicPr>
            <p:cNvPr id="95" name="Divider">
              <a:extLst>
                <a:ext uri="{FF2B5EF4-FFF2-40B4-BE49-F238E27FC236}">
                  <a16:creationId xmlns:a16="http://schemas.microsoft.com/office/drawing/2014/main" id="{B776EBEE-87DA-49C8-A876-AA9E9DCA162E}"/>
                </a:ext>
                <a:ext uri="{C183D7F6-B498-43B3-948B-1728B52AA6E4}">
                  <adec:decorative xmlns:adec="http://schemas.microsoft.com/office/drawing/2017/decorative" val="1"/>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grpSp>
      <p:sp>
        <p:nvSpPr>
          <p:cNvPr id="97" name="Slide Number">
            <a:extLst>
              <a:ext uri="{FF2B5EF4-FFF2-40B4-BE49-F238E27FC236}">
                <a16:creationId xmlns:a16="http://schemas.microsoft.com/office/drawing/2014/main" id="{61D9C16A-E9FD-4A2D-A4D2-A79A6CA8EB58}"/>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6" name="Title">
            <a:extLst>
              <a:ext uri="{FF2B5EF4-FFF2-40B4-BE49-F238E27FC236}">
                <a16:creationId xmlns:a16="http://schemas.microsoft.com/office/drawing/2014/main" id="{55E25BD5-0A7A-4C0F-8C7B-5FB1E17082BE}"/>
              </a:ext>
            </a:extLst>
          </p:cNvPr>
          <p:cNvSpPr>
            <a:spLocks noGrp="1"/>
          </p:cNvSpPr>
          <p:nvPr>
            <p:ph type="title" idx="1" hasCustomPrompt="1"/>
          </p:nvPr>
        </p:nvSpPr>
        <p:spPr>
          <a:xfrm>
            <a:off x="365760" y="301752"/>
            <a:ext cx="11466576" cy="731520"/>
          </a:xfrm>
        </p:spPr>
        <p:txBody>
          <a:bodyPr/>
          <a:lstStyle>
            <a:lvl1pPr>
              <a:defRPr>
                <a:solidFill>
                  <a:srgbClr val="232F3E"/>
                </a:solidFill>
                <a:latin typeface="Amazon Ember Display Heavy"/>
              </a:defRPr>
            </a:lvl1pPr>
          </a:lstStyle>
          <a:p>
            <a:r>
              <a:rPr lang="en-US"/>
              <a:t>Title, 4 small pictures, 4 headers, and 4 text fields</a:t>
            </a:r>
          </a:p>
        </p:txBody>
      </p:sp>
      <p:sp>
        <p:nvSpPr>
          <p:cNvPr id="22" name="Picture left">
            <a:extLst>
              <a:ext uri="{FF2B5EF4-FFF2-40B4-BE49-F238E27FC236}">
                <a16:creationId xmlns:a16="http://schemas.microsoft.com/office/drawing/2014/main" id="{BA2767B8-F34C-4600-8F4B-21C0CDFE578E}"/>
              </a:ext>
              <a:ext uri="{C183D7F6-B498-43B3-948B-1728B52AA6E4}">
                <adec:decorative xmlns:adec="http://schemas.microsoft.com/office/drawing/2017/decorative" val="1"/>
              </a:ext>
            </a:extLst>
          </p:cNvPr>
          <p:cNvSpPr>
            <a:spLocks noGrp="1"/>
          </p:cNvSpPr>
          <p:nvPr>
            <p:ph type="pic" idx="22" hasCustomPrompt="1"/>
          </p:nvPr>
        </p:nvSpPr>
        <p:spPr>
          <a:xfrm>
            <a:off x="845820" y="1051560"/>
            <a:ext cx="1828800" cy="18288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2" name="Content Header left">
            <a:extLst>
              <a:ext uri="{FF2B5EF4-FFF2-40B4-BE49-F238E27FC236}">
                <a16:creationId xmlns:a16="http://schemas.microsoft.com/office/drawing/2014/main" id="{573CFC72-9096-4F5D-9BDB-96DE57732BB8}"/>
              </a:ext>
            </a:extLst>
          </p:cNvPr>
          <p:cNvSpPr>
            <a:spLocks noGrp="1"/>
          </p:cNvSpPr>
          <p:nvPr>
            <p:ph type="body" idx="12" hasCustomPrompt="1"/>
          </p:nvPr>
        </p:nvSpPr>
        <p:spPr>
          <a:xfrm>
            <a:off x="365760" y="2926080"/>
            <a:ext cx="2788920" cy="450294"/>
          </a:xfrm>
          <a:noFill/>
          <a:ln>
            <a:noFill/>
          </a:ln>
        </p:spPr>
        <p:txBody>
          <a:bodyPr vert="horz" lIns="91440" tIns="45720" rIns="91440" bIns="45720" rtlCol="0" anchor="ctr">
            <a:noAutofit/>
          </a:bodyPr>
          <a:lstStyle>
            <a:lvl1pPr marL="0" indent="0">
              <a:lnSpc>
                <a:spcPct val="100000"/>
              </a:lnSpc>
              <a:buNone/>
              <a:defRPr lang="en-US" sz="20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a:t>Enter subtitle</a:t>
            </a:r>
          </a:p>
        </p:txBody>
      </p:sp>
      <p:sp>
        <p:nvSpPr>
          <p:cNvPr id="2" name="Content left">
            <a:extLst>
              <a:ext uri="{FF2B5EF4-FFF2-40B4-BE49-F238E27FC236}">
                <a16:creationId xmlns:a16="http://schemas.microsoft.com/office/drawing/2014/main" id="{1EE45CD9-67F8-4A52-86F7-18140657CB4D}"/>
              </a:ext>
            </a:extLst>
          </p:cNvPr>
          <p:cNvSpPr>
            <a:spLocks noGrp="1"/>
          </p:cNvSpPr>
          <p:nvPr>
            <p:ph type="body" idx="2" hasCustomPrompt="1"/>
          </p:nvPr>
        </p:nvSpPr>
        <p:spPr>
          <a:xfrm>
            <a:off x="365760" y="3429000"/>
            <a:ext cx="2788920" cy="3005742"/>
          </a:xfrm>
        </p:spPr>
        <p:txBody>
          <a:bodyPr lIns="91440">
            <a:noAutofit/>
          </a:bodyPr>
          <a:lstStyle>
            <a:lvl1pPr marL="0" indent="0">
              <a:lnSpc>
                <a:spcPct val="100000"/>
              </a:lnSpc>
              <a:spcAft>
                <a:spcPts val="600"/>
              </a:spcAft>
              <a:buNone/>
              <a:defRPr sz="2000">
                <a:solidFill>
                  <a:srgbClr val="232F3E"/>
                </a:solidFill>
              </a:defRPr>
            </a:lvl1pPr>
          </a:lstStyle>
          <a:p>
            <a:pPr lvl="0"/>
            <a:r>
              <a:rPr lang="en-US"/>
              <a:t>Enter text</a:t>
            </a:r>
          </a:p>
        </p:txBody>
      </p:sp>
      <p:sp>
        <p:nvSpPr>
          <p:cNvPr id="23" name="Picture left center">
            <a:extLst>
              <a:ext uri="{FF2B5EF4-FFF2-40B4-BE49-F238E27FC236}">
                <a16:creationId xmlns:a16="http://schemas.microsoft.com/office/drawing/2014/main" id="{0CE211BC-1E62-4A42-A199-9B1FBAD2CE23}"/>
              </a:ext>
              <a:ext uri="{C183D7F6-B498-43B3-948B-1728B52AA6E4}">
                <adec:decorative xmlns:adec="http://schemas.microsoft.com/office/drawing/2017/decorative" val="1"/>
              </a:ext>
            </a:extLst>
          </p:cNvPr>
          <p:cNvSpPr>
            <a:spLocks noGrp="1"/>
          </p:cNvSpPr>
          <p:nvPr>
            <p:ph type="pic" idx="23" hasCustomPrompt="1"/>
          </p:nvPr>
        </p:nvSpPr>
        <p:spPr>
          <a:xfrm>
            <a:off x="3738372" y="1051560"/>
            <a:ext cx="1828800" cy="18288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3" name="Content Header left center">
            <a:extLst>
              <a:ext uri="{FF2B5EF4-FFF2-40B4-BE49-F238E27FC236}">
                <a16:creationId xmlns:a16="http://schemas.microsoft.com/office/drawing/2014/main" id="{3777F387-CD61-4FDE-AE0D-E17DE70D3B19}"/>
              </a:ext>
            </a:extLst>
          </p:cNvPr>
          <p:cNvSpPr>
            <a:spLocks noGrp="1"/>
          </p:cNvSpPr>
          <p:nvPr>
            <p:ph type="body" idx="13" hasCustomPrompt="1"/>
          </p:nvPr>
        </p:nvSpPr>
        <p:spPr>
          <a:xfrm>
            <a:off x="3258312" y="2926080"/>
            <a:ext cx="2788920" cy="450294"/>
          </a:xfrm>
          <a:noFill/>
          <a:ln>
            <a:noFill/>
          </a:ln>
        </p:spPr>
        <p:txBody>
          <a:bodyPr vert="horz" lIns="91440" tIns="45720" rIns="91440" bIns="45720" rtlCol="0" anchor="ctr">
            <a:noAutofit/>
          </a:bodyPr>
          <a:lstStyle>
            <a:lvl1pPr marL="0" indent="0">
              <a:lnSpc>
                <a:spcPct val="100000"/>
              </a:lnSpc>
              <a:buNone/>
              <a:defRPr lang="en-US" sz="20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a:t>Enter subtitle</a:t>
            </a:r>
          </a:p>
        </p:txBody>
      </p:sp>
      <p:sp>
        <p:nvSpPr>
          <p:cNvPr id="3" name="Content left center">
            <a:extLst>
              <a:ext uri="{FF2B5EF4-FFF2-40B4-BE49-F238E27FC236}">
                <a16:creationId xmlns:a16="http://schemas.microsoft.com/office/drawing/2014/main" id="{CD517463-352F-4D83-A9E1-0F789F96266D}"/>
              </a:ext>
            </a:extLst>
          </p:cNvPr>
          <p:cNvSpPr>
            <a:spLocks noGrp="1"/>
          </p:cNvSpPr>
          <p:nvPr>
            <p:ph type="body" idx="3" hasCustomPrompt="1"/>
          </p:nvPr>
        </p:nvSpPr>
        <p:spPr>
          <a:xfrm>
            <a:off x="3258312" y="3429000"/>
            <a:ext cx="2788920" cy="3005742"/>
          </a:xfrm>
        </p:spPr>
        <p:txBody>
          <a:bodyPr lIns="91440">
            <a:noAutofit/>
          </a:bodyPr>
          <a:lstStyle>
            <a:lvl1pPr marL="0" indent="0">
              <a:lnSpc>
                <a:spcPct val="100000"/>
              </a:lnSpc>
              <a:spcAft>
                <a:spcPts val="600"/>
              </a:spcAft>
              <a:buNone/>
              <a:defRPr sz="2000">
                <a:solidFill>
                  <a:srgbClr val="232F3E"/>
                </a:solidFill>
              </a:defRPr>
            </a:lvl1pPr>
          </a:lstStyle>
          <a:p>
            <a:pPr lvl="0"/>
            <a:r>
              <a:rPr lang="en-US"/>
              <a:t>Enter text</a:t>
            </a:r>
          </a:p>
        </p:txBody>
      </p:sp>
      <p:sp>
        <p:nvSpPr>
          <p:cNvPr id="24" name="Picture center right">
            <a:extLst>
              <a:ext uri="{FF2B5EF4-FFF2-40B4-BE49-F238E27FC236}">
                <a16:creationId xmlns:a16="http://schemas.microsoft.com/office/drawing/2014/main" id="{815CD5D2-790A-41FA-B807-B7B212763D05}"/>
              </a:ext>
              <a:ext uri="{C183D7F6-B498-43B3-948B-1728B52AA6E4}">
                <adec:decorative xmlns:adec="http://schemas.microsoft.com/office/drawing/2017/decorative" val="1"/>
              </a:ext>
            </a:extLst>
          </p:cNvPr>
          <p:cNvSpPr>
            <a:spLocks noGrp="1"/>
          </p:cNvSpPr>
          <p:nvPr>
            <p:ph type="pic" idx="24" hasCustomPrompt="1"/>
          </p:nvPr>
        </p:nvSpPr>
        <p:spPr>
          <a:xfrm>
            <a:off x="6630924" y="1051560"/>
            <a:ext cx="1828800" cy="18288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4" name="Content Header center right">
            <a:extLst>
              <a:ext uri="{FF2B5EF4-FFF2-40B4-BE49-F238E27FC236}">
                <a16:creationId xmlns:a16="http://schemas.microsoft.com/office/drawing/2014/main" id="{CF3CD244-8B44-44A6-A623-84365E91EAE7}"/>
              </a:ext>
            </a:extLst>
          </p:cNvPr>
          <p:cNvSpPr>
            <a:spLocks noGrp="1"/>
          </p:cNvSpPr>
          <p:nvPr>
            <p:ph type="body" idx="14" hasCustomPrompt="1"/>
          </p:nvPr>
        </p:nvSpPr>
        <p:spPr>
          <a:xfrm>
            <a:off x="6150864" y="2926080"/>
            <a:ext cx="2788920" cy="450294"/>
          </a:xfrm>
          <a:noFill/>
          <a:ln>
            <a:noFill/>
          </a:ln>
        </p:spPr>
        <p:txBody>
          <a:bodyPr vert="horz" lIns="91440" tIns="45720" rIns="91440" bIns="45720" rtlCol="0" anchor="ctr">
            <a:noAutofit/>
          </a:bodyPr>
          <a:lstStyle>
            <a:lvl1pPr marL="0" indent="0">
              <a:lnSpc>
                <a:spcPct val="100000"/>
              </a:lnSpc>
              <a:buNone/>
              <a:defRPr lang="en-US" sz="20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a:t>Enter subtitle</a:t>
            </a:r>
          </a:p>
        </p:txBody>
      </p:sp>
      <p:sp>
        <p:nvSpPr>
          <p:cNvPr id="4" name="Content center right">
            <a:extLst>
              <a:ext uri="{FF2B5EF4-FFF2-40B4-BE49-F238E27FC236}">
                <a16:creationId xmlns:a16="http://schemas.microsoft.com/office/drawing/2014/main" id="{CB7E0003-F180-4528-9992-B9342F92AF42}"/>
              </a:ext>
            </a:extLst>
          </p:cNvPr>
          <p:cNvSpPr>
            <a:spLocks noGrp="1"/>
          </p:cNvSpPr>
          <p:nvPr>
            <p:ph type="body" idx="4" hasCustomPrompt="1"/>
          </p:nvPr>
        </p:nvSpPr>
        <p:spPr>
          <a:xfrm>
            <a:off x="6150864" y="3429000"/>
            <a:ext cx="2788920" cy="3005742"/>
          </a:xfrm>
        </p:spPr>
        <p:txBody>
          <a:bodyPr lIns="91440">
            <a:noAutofit/>
          </a:bodyPr>
          <a:lstStyle>
            <a:lvl1pPr marL="0" indent="0">
              <a:lnSpc>
                <a:spcPct val="100000"/>
              </a:lnSpc>
              <a:spcAft>
                <a:spcPts val="600"/>
              </a:spcAft>
              <a:buNone/>
              <a:defRPr sz="2000">
                <a:solidFill>
                  <a:srgbClr val="232F3E"/>
                </a:solidFill>
              </a:defRPr>
            </a:lvl1pPr>
          </a:lstStyle>
          <a:p>
            <a:pPr lvl="0"/>
            <a:r>
              <a:rPr lang="en-US"/>
              <a:t>Enter text</a:t>
            </a:r>
          </a:p>
        </p:txBody>
      </p:sp>
      <p:sp>
        <p:nvSpPr>
          <p:cNvPr id="25" name="Picture right">
            <a:extLst>
              <a:ext uri="{FF2B5EF4-FFF2-40B4-BE49-F238E27FC236}">
                <a16:creationId xmlns:a16="http://schemas.microsoft.com/office/drawing/2014/main" id="{1D19D589-0526-4B91-878C-8F5B57AFE6B1}"/>
              </a:ext>
              <a:ext uri="{C183D7F6-B498-43B3-948B-1728B52AA6E4}">
                <adec:decorative xmlns:adec="http://schemas.microsoft.com/office/drawing/2017/decorative" val="1"/>
              </a:ext>
            </a:extLst>
          </p:cNvPr>
          <p:cNvSpPr>
            <a:spLocks noGrp="1"/>
          </p:cNvSpPr>
          <p:nvPr>
            <p:ph type="pic" idx="25" hasCustomPrompt="1"/>
          </p:nvPr>
        </p:nvSpPr>
        <p:spPr>
          <a:xfrm>
            <a:off x="9523476" y="1051560"/>
            <a:ext cx="1828800" cy="18288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5" name="Content Header right">
            <a:extLst>
              <a:ext uri="{FF2B5EF4-FFF2-40B4-BE49-F238E27FC236}">
                <a16:creationId xmlns:a16="http://schemas.microsoft.com/office/drawing/2014/main" id="{08FBD2BF-3C8E-4153-80EE-99905AF06DB0}"/>
              </a:ext>
            </a:extLst>
          </p:cNvPr>
          <p:cNvSpPr>
            <a:spLocks noGrp="1"/>
          </p:cNvSpPr>
          <p:nvPr>
            <p:ph type="body" idx="15" hasCustomPrompt="1"/>
          </p:nvPr>
        </p:nvSpPr>
        <p:spPr>
          <a:xfrm>
            <a:off x="9043416" y="2926080"/>
            <a:ext cx="2788920" cy="450294"/>
          </a:xfrm>
          <a:noFill/>
          <a:ln>
            <a:noFill/>
          </a:ln>
        </p:spPr>
        <p:txBody>
          <a:bodyPr vert="horz" lIns="91440" tIns="45720" rIns="91440" bIns="45720" rtlCol="0" anchor="ctr">
            <a:noAutofit/>
          </a:bodyPr>
          <a:lstStyle>
            <a:lvl1pPr marL="0" indent="0">
              <a:lnSpc>
                <a:spcPct val="100000"/>
              </a:lnSpc>
              <a:buNone/>
              <a:defRPr lang="en-US" sz="20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a:t>Enter subtitle</a:t>
            </a:r>
          </a:p>
        </p:txBody>
      </p:sp>
      <p:sp>
        <p:nvSpPr>
          <p:cNvPr id="5" name="Content right">
            <a:extLst>
              <a:ext uri="{FF2B5EF4-FFF2-40B4-BE49-F238E27FC236}">
                <a16:creationId xmlns:a16="http://schemas.microsoft.com/office/drawing/2014/main" id="{9F6FFAA7-B9C7-461E-8BB9-81670232C41F}"/>
              </a:ext>
            </a:extLst>
          </p:cNvPr>
          <p:cNvSpPr>
            <a:spLocks noGrp="1"/>
          </p:cNvSpPr>
          <p:nvPr>
            <p:ph type="body" idx="5" hasCustomPrompt="1"/>
          </p:nvPr>
        </p:nvSpPr>
        <p:spPr>
          <a:xfrm>
            <a:off x="9043416" y="3429000"/>
            <a:ext cx="2788920" cy="3005742"/>
          </a:xfrm>
        </p:spPr>
        <p:txBody>
          <a:bodyPr lIns="91440">
            <a:noAutofit/>
          </a:bodyPr>
          <a:lstStyle>
            <a:lvl1pPr marL="0" indent="0">
              <a:lnSpc>
                <a:spcPct val="100000"/>
              </a:lnSpc>
              <a:spcAft>
                <a:spcPts val="600"/>
              </a:spcAft>
              <a:buNone/>
              <a:defRPr sz="2000">
                <a:solidFill>
                  <a:srgbClr val="232F3E"/>
                </a:solidFill>
              </a:defRPr>
            </a:lvl1pPr>
          </a:lstStyle>
          <a:p>
            <a:pPr lvl="0"/>
            <a:r>
              <a:rPr lang="en-US"/>
              <a:t>Enter text</a:t>
            </a:r>
          </a:p>
        </p:txBody>
      </p:sp>
    </p:spTree>
    <p:custDataLst>
      <p:tags r:id="rId1"/>
    </p:custDataLst>
    <p:extLst>
      <p:ext uri="{BB962C8B-B14F-4D97-AF65-F5344CB8AC3E}">
        <p14:creationId xmlns:p14="http://schemas.microsoft.com/office/powerpoint/2010/main" val="4098668483"/>
      </p:ext>
    </p:extLst>
  </p:cSld>
  <p:clrMapOvr>
    <a:masterClrMapping/>
  </p:clrMapOvr>
  <p:extLst>
    <p:ext uri="{DCECCB84-F9BA-43D5-87BE-67443E8EF086}">
      <p15:sldGuideLst xmlns:p15="http://schemas.microsoft.com/office/powerpoint/2012/main">
        <p15:guide id="2" orient="horz" pos="1080">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type="picTx" preserve="1">
  <p:cSld name="Title, 4 Lg Pics,and 4 Headers">
    <p:bg>
      <p:bgPr>
        <a:solidFill>
          <a:schemeClr val="bg1"/>
        </a:solidFill>
        <a:effectLst/>
      </p:bgPr>
    </p:bg>
    <p:spTree>
      <p:nvGrpSpPr>
        <p:cNvPr id="1" name=""/>
        <p:cNvGrpSpPr/>
        <p:nvPr/>
      </p:nvGrpSpPr>
      <p:grpSpPr>
        <a:xfrm>
          <a:off x="0" y="0"/>
          <a:ext cx="0" cy="0"/>
          <a:chOff x="0" y="0"/>
          <a:chExt cx="0" cy="0"/>
        </a:xfrm>
      </p:grpSpPr>
      <p:grpSp>
        <p:nvGrpSpPr>
          <p:cNvPr id="99" name="Background">
            <a:extLst>
              <a:ext uri="{FF2B5EF4-FFF2-40B4-BE49-F238E27FC236}">
                <a16:creationId xmlns:a16="http://schemas.microsoft.com/office/drawing/2014/main" id="{C2DB4ABF-FC80-43CA-AA01-B072E9DC200B}"/>
              </a:ext>
              <a:ext uri="{C183D7F6-B498-43B3-948B-1728B52AA6E4}">
                <adec:decorative xmlns:adec="http://schemas.microsoft.com/office/drawing/2017/decorative" val="1"/>
              </a:ext>
            </a:extLst>
          </p:cNvPr>
          <p:cNvGrpSpPr/>
          <p:nvPr/>
        </p:nvGrpSpPr>
        <p:grpSpPr>
          <a:xfrm>
            <a:off x="365759" y="1028377"/>
            <a:ext cx="11484865" cy="4173818"/>
            <a:chOff x="365759" y="1028377"/>
            <a:chExt cx="11484865" cy="4173818"/>
          </a:xfrm>
        </p:grpSpPr>
        <p:pic>
          <p:nvPicPr>
            <p:cNvPr id="96" name="Divider">
              <a:extLst>
                <a:ext uri="{FF2B5EF4-FFF2-40B4-BE49-F238E27FC236}">
                  <a16:creationId xmlns:a16="http://schemas.microsoft.com/office/drawing/2014/main" id="{F6D00736-4E44-4617-83F3-B5A93F28ED82}"/>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pic>
          <p:nvPicPr>
            <p:cNvPr id="95" name="Background">
              <a:extLst>
                <a:ext uri="{FF2B5EF4-FFF2-40B4-BE49-F238E27FC236}">
                  <a16:creationId xmlns:a16="http://schemas.microsoft.com/office/drawing/2014/main" id="{37E98482-26B4-4B27-9672-386980590A81}"/>
                </a:ext>
                <a:ext uri="{C183D7F6-B498-43B3-948B-1728B52AA6E4}">
                  <adec:decorative xmlns:adec="http://schemas.microsoft.com/office/drawing/2017/decorative" val="1"/>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365760" y="4744995"/>
              <a:ext cx="11484864" cy="457200"/>
            </a:xfrm>
            <a:prstGeom prst="rect">
              <a:avLst/>
            </a:prstGeom>
          </p:spPr>
        </p:pic>
      </p:grpSp>
      <p:sp>
        <p:nvSpPr>
          <p:cNvPr id="97" name="Slide Number">
            <a:extLst>
              <a:ext uri="{FF2B5EF4-FFF2-40B4-BE49-F238E27FC236}">
                <a16:creationId xmlns:a16="http://schemas.microsoft.com/office/drawing/2014/main" id="{4E12A119-63D8-4FB5-9AE0-FE08C858C579}"/>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2"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a:t>Title, 4 large pictures, and 4 headers</a:t>
            </a:r>
          </a:p>
        </p:txBody>
      </p:sp>
      <p:sp>
        <p:nvSpPr>
          <p:cNvPr id="22" name="Picture Left">
            <a:extLst>
              <a:ext uri="{FF2B5EF4-FFF2-40B4-BE49-F238E27FC236}">
                <a16:creationId xmlns:a16="http://schemas.microsoft.com/office/drawing/2014/main" id="{97C88FB1-7BD6-48D3-9B99-1098619F5246}"/>
              </a:ext>
              <a:ext uri="{C183D7F6-B498-43B3-948B-1728B52AA6E4}">
                <adec:decorative xmlns:adec="http://schemas.microsoft.com/office/drawing/2017/decorative" val="1"/>
              </a:ext>
            </a:extLst>
          </p:cNvPr>
          <p:cNvSpPr>
            <a:spLocks noGrp="1"/>
          </p:cNvSpPr>
          <p:nvPr>
            <p:ph type="pic" idx="22" hasCustomPrompt="1"/>
          </p:nvPr>
        </p:nvSpPr>
        <p:spPr>
          <a:xfrm>
            <a:off x="365760" y="1835333"/>
            <a:ext cx="2788920" cy="283464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2" name="Header Left">
            <a:extLst>
              <a:ext uri="{FF2B5EF4-FFF2-40B4-BE49-F238E27FC236}">
                <a16:creationId xmlns:a16="http://schemas.microsoft.com/office/drawing/2014/main" id="{CEBB69C5-28A4-4F99-A9FE-572F9D53CF4E}"/>
              </a:ext>
            </a:extLst>
          </p:cNvPr>
          <p:cNvSpPr>
            <a:spLocks noGrp="1"/>
          </p:cNvSpPr>
          <p:nvPr>
            <p:ph type="body" idx="12" hasCustomPrompt="1"/>
          </p:nvPr>
        </p:nvSpPr>
        <p:spPr>
          <a:xfrm>
            <a:off x="365760" y="4764024"/>
            <a:ext cx="2788920" cy="438171"/>
          </a:xfrm>
          <a:noFill/>
          <a:ln>
            <a:noFill/>
          </a:ln>
        </p:spPr>
        <p:txBody>
          <a:bodyPr lIns="91440" anchor="ctr">
            <a:noAutofit/>
          </a:bodyPr>
          <a:lstStyle>
            <a:lvl1pPr marL="0" indent="0" algn="ctr">
              <a:lnSpc>
                <a:spcPct val="100000"/>
              </a:lnSpc>
              <a:spcBef>
                <a:spcPts val="0"/>
              </a:spcBef>
              <a:spcAft>
                <a:spcPts val="0"/>
              </a:spcAft>
              <a:buNone/>
              <a:defRPr sz="20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header text</a:t>
            </a:r>
          </a:p>
        </p:txBody>
      </p:sp>
      <p:sp>
        <p:nvSpPr>
          <p:cNvPr id="23" name="Picture Center Left">
            <a:extLst>
              <a:ext uri="{FF2B5EF4-FFF2-40B4-BE49-F238E27FC236}">
                <a16:creationId xmlns:a16="http://schemas.microsoft.com/office/drawing/2014/main" id="{536ADC96-59CC-4670-BA80-757A11151BF9}"/>
              </a:ext>
              <a:ext uri="{C183D7F6-B498-43B3-948B-1728B52AA6E4}">
                <adec:decorative xmlns:adec="http://schemas.microsoft.com/office/drawing/2017/decorative" val="1"/>
              </a:ext>
            </a:extLst>
          </p:cNvPr>
          <p:cNvSpPr>
            <a:spLocks noGrp="1"/>
          </p:cNvSpPr>
          <p:nvPr>
            <p:ph type="pic" idx="23" hasCustomPrompt="1"/>
          </p:nvPr>
        </p:nvSpPr>
        <p:spPr>
          <a:xfrm>
            <a:off x="3258312" y="1835333"/>
            <a:ext cx="2788920" cy="283464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3" name="Header Center Left">
            <a:extLst>
              <a:ext uri="{FF2B5EF4-FFF2-40B4-BE49-F238E27FC236}">
                <a16:creationId xmlns:a16="http://schemas.microsoft.com/office/drawing/2014/main" id="{04C41CFA-9BF9-474A-89A9-E22790A538E2}"/>
              </a:ext>
            </a:extLst>
          </p:cNvPr>
          <p:cNvSpPr>
            <a:spLocks noGrp="1"/>
          </p:cNvSpPr>
          <p:nvPr>
            <p:ph type="body" idx="13" hasCustomPrompt="1"/>
          </p:nvPr>
        </p:nvSpPr>
        <p:spPr>
          <a:xfrm>
            <a:off x="3258312" y="4764024"/>
            <a:ext cx="2788920" cy="438171"/>
          </a:xfrm>
          <a:noFill/>
          <a:ln>
            <a:noFill/>
          </a:ln>
        </p:spPr>
        <p:txBody>
          <a:bodyPr lIns="91440" anchor="ctr">
            <a:noAutofit/>
          </a:bodyPr>
          <a:lstStyle>
            <a:lvl1pPr marL="0" indent="0" algn="ctr">
              <a:lnSpc>
                <a:spcPct val="100000"/>
              </a:lnSpc>
              <a:spcBef>
                <a:spcPts val="0"/>
              </a:spcBef>
              <a:spcAft>
                <a:spcPts val="0"/>
              </a:spcAft>
              <a:buNone/>
              <a:defRPr sz="20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header text</a:t>
            </a:r>
          </a:p>
        </p:txBody>
      </p:sp>
      <p:sp>
        <p:nvSpPr>
          <p:cNvPr id="24" name="Picture Center Right">
            <a:extLst>
              <a:ext uri="{FF2B5EF4-FFF2-40B4-BE49-F238E27FC236}">
                <a16:creationId xmlns:a16="http://schemas.microsoft.com/office/drawing/2014/main" id="{DEC705E3-5BBB-4173-AAF5-E12991B7D59F}"/>
              </a:ext>
              <a:ext uri="{C183D7F6-B498-43B3-948B-1728B52AA6E4}">
                <adec:decorative xmlns:adec="http://schemas.microsoft.com/office/drawing/2017/decorative" val="1"/>
              </a:ext>
            </a:extLst>
          </p:cNvPr>
          <p:cNvSpPr>
            <a:spLocks noGrp="1"/>
          </p:cNvSpPr>
          <p:nvPr>
            <p:ph type="pic" idx="24" hasCustomPrompt="1"/>
          </p:nvPr>
        </p:nvSpPr>
        <p:spPr>
          <a:xfrm>
            <a:off x="6150864" y="1835333"/>
            <a:ext cx="2788920" cy="283464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4" name="Header Center Right">
            <a:extLst>
              <a:ext uri="{FF2B5EF4-FFF2-40B4-BE49-F238E27FC236}">
                <a16:creationId xmlns:a16="http://schemas.microsoft.com/office/drawing/2014/main" id="{CF01F87A-DBEF-4657-8500-6A751FF3BC24}"/>
              </a:ext>
            </a:extLst>
          </p:cNvPr>
          <p:cNvSpPr>
            <a:spLocks noGrp="1"/>
          </p:cNvSpPr>
          <p:nvPr>
            <p:ph type="body" idx="14" hasCustomPrompt="1"/>
          </p:nvPr>
        </p:nvSpPr>
        <p:spPr>
          <a:xfrm>
            <a:off x="6150864" y="4764024"/>
            <a:ext cx="2788920" cy="438171"/>
          </a:xfrm>
          <a:noFill/>
          <a:ln>
            <a:noFill/>
          </a:ln>
        </p:spPr>
        <p:txBody>
          <a:bodyPr lIns="91440" anchor="ctr">
            <a:noAutofit/>
          </a:bodyPr>
          <a:lstStyle>
            <a:lvl1pPr marL="0" indent="0" algn="ctr">
              <a:lnSpc>
                <a:spcPct val="100000"/>
              </a:lnSpc>
              <a:spcBef>
                <a:spcPts val="0"/>
              </a:spcBef>
              <a:spcAft>
                <a:spcPts val="0"/>
              </a:spcAft>
              <a:buNone/>
              <a:defRPr sz="20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header text</a:t>
            </a:r>
          </a:p>
        </p:txBody>
      </p:sp>
      <p:sp>
        <p:nvSpPr>
          <p:cNvPr id="25" name="Picture Right">
            <a:extLst>
              <a:ext uri="{FF2B5EF4-FFF2-40B4-BE49-F238E27FC236}">
                <a16:creationId xmlns:a16="http://schemas.microsoft.com/office/drawing/2014/main" id="{3225055C-7E4D-4C57-84DA-4F32CFEE666E}"/>
              </a:ext>
              <a:ext uri="{C183D7F6-B498-43B3-948B-1728B52AA6E4}">
                <adec:decorative xmlns:adec="http://schemas.microsoft.com/office/drawing/2017/decorative" val="1"/>
              </a:ext>
            </a:extLst>
          </p:cNvPr>
          <p:cNvSpPr>
            <a:spLocks noGrp="1"/>
          </p:cNvSpPr>
          <p:nvPr>
            <p:ph type="pic" idx="25" hasCustomPrompt="1"/>
          </p:nvPr>
        </p:nvSpPr>
        <p:spPr>
          <a:xfrm>
            <a:off x="9043416" y="1835333"/>
            <a:ext cx="2788920" cy="283464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5" name="Header Right">
            <a:extLst>
              <a:ext uri="{FF2B5EF4-FFF2-40B4-BE49-F238E27FC236}">
                <a16:creationId xmlns:a16="http://schemas.microsoft.com/office/drawing/2014/main" id="{B17A76EF-1D7E-4BB9-BAFA-8EAA0807E356}"/>
              </a:ext>
            </a:extLst>
          </p:cNvPr>
          <p:cNvSpPr>
            <a:spLocks noGrp="1"/>
          </p:cNvSpPr>
          <p:nvPr>
            <p:ph type="body" idx="15" hasCustomPrompt="1"/>
          </p:nvPr>
        </p:nvSpPr>
        <p:spPr>
          <a:xfrm>
            <a:off x="9043416" y="4764024"/>
            <a:ext cx="2788920" cy="438171"/>
          </a:xfrm>
          <a:noFill/>
          <a:ln>
            <a:noFill/>
          </a:ln>
        </p:spPr>
        <p:txBody>
          <a:bodyPr lIns="91440" anchor="ctr">
            <a:noAutofit/>
          </a:bodyPr>
          <a:lstStyle>
            <a:lvl1pPr marL="0" indent="0" algn="ctr">
              <a:lnSpc>
                <a:spcPct val="100000"/>
              </a:lnSpc>
              <a:spcBef>
                <a:spcPts val="0"/>
              </a:spcBef>
              <a:spcAft>
                <a:spcPts val="0"/>
              </a:spcAft>
              <a:buNone/>
              <a:defRPr sz="20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header text</a:t>
            </a:r>
          </a:p>
        </p:txBody>
      </p:sp>
    </p:spTree>
    <p:custDataLst>
      <p:tags r:id="rId1"/>
    </p:custDataLst>
    <p:extLst>
      <p:ext uri="{BB962C8B-B14F-4D97-AF65-F5344CB8AC3E}">
        <p14:creationId xmlns:p14="http://schemas.microsoft.com/office/powerpoint/2010/main" val="168055853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picTx" preserve="1">
  <p:cSld name="Title, 6 Pics, and 6 Text Boxes">
    <p:bg>
      <p:bgPr>
        <a:solidFill>
          <a:schemeClr val="bg1"/>
        </a:solidFill>
        <a:effectLst/>
      </p:bgPr>
    </p:bg>
    <p:spTree>
      <p:nvGrpSpPr>
        <p:cNvPr id="1" name=""/>
        <p:cNvGrpSpPr/>
        <p:nvPr/>
      </p:nvGrpSpPr>
      <p:grpSpPr>
        <a:xfrm>
          <a:off x="0" y="0"/>
          <a:ext cx="0" cy="0"/>
          <a:chOff x="0" y="0"/>
          <a:chExt cx="0" cy="0"/>
        </a:xfrm>
      </p:grpSpPr>
      <p:pic>
        <p:nvPicPr>
          <p:cNvPr id="99" name="Divider">
            <a:extLst>
              <a:ext uri="{FF2B5EF4-FFF2-40B4-BE49-F238E27FC236}">
                <a16:creationId xmlns:a16="http://schemas.microsoft.com/office/drawing/2014/main" id="{E5E62986-2CB5-4C74-BFA0-36B722DD633C}"/>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36A79036-863F-433F-8D16-845BBBCE412D}"/>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8" name="Title">
            <a:extLst>
              <a:ext uri="{FF2B5EF4-FFF2-40B4-BE49-F238E27FC236}">
                <a16:creationId xmlns:a16="http://schemas.microsoft.com/office/drawing/2014/main" id="{55E25BD5-0A7A-4C0F-8C7B-5FB1E17082BE}"/>
              </a:ext>
            </a:extLst>
          </p:cNvPr>
          <p:cNvSpPr>
            <a:spLocks noGrp="1"/>
          </p:cNvSpPr>
          <p:nvPr>
            <p:ph type="title" idx="1" hasCustomPrompt="1"/>
          </p:nvPr>
        </p:nvSpPr>
        <p:spPr>
          <a:xfrm>
            <a:off x="365760" y="301752"/>
            <a:ext cx="11466576" cy="731520"/>
          </a:xfrm>
        </p:spPr>
        <p:txBody>
          <a:bodyPr/>
          <a:lstStyle>
            <a:lvl1pPr>
              <a:defRPr>
                <a:solidFill>
                  <a:srgbClr val="232F3E"/>
                </a:solidFill>
                <a:latin typeface="Amazon Ember Display Heavy"/>
              </a:defRPr>
            </a:lvl1pPr>
          </a:lstStyle>
          <a:p>
            <a:r>
              <a:rPr lang="en-US"/>
              <a:t>1 text box, 6 Images, and 6 text boxes</a:t>
            </a:r>
          </a:p>
        </p:txBody>
      </p:sp>
      <p:sp>
        <p:nvSpPr>
          <p:cNvPr id="22" name="Picture Top Left">
            <a:extLst>
              <a:ext uri="{FF2B5EF4-FFF2-40B4-BE49-F238E27FC236}">
                <a16:creationId xmlns:a16="http://schemas.microsoft.com/office/drawing/2014/main" id="{BA2767B8-F34C-4600-8F4B-21C0CDFE578E}"/>
              </a:ext>
              <a:ext uri="{C183D7F6-B498-43B3-948B-1728B52AA6E4}">
                <adec:decorative xmlns:adec="http://schemas.microsoft.com/office/drawing/2017/decorative" val="1"/>
              </a:ext>
            </a:extLst>
          </p:cNvPr>
          <p:cNvSpPr>
            <a:spLocks noGrp="1"/>
          </p:cNvSpPr>
          <p:nvPr>
            <p:ph type="pic" idx="22" hasCustomPrompt="1"/>
          </p:nvPr>
        </p:nvSpPr>
        <p:spPr>
          <a:xfrm>
            <a:off x="1516380" y="1211176"/>
            <a:ext cx="1828800" cy="18288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2" name="Content Top Left">
            <a:extLst>
              <a:ext uri="{FF2B5EF4-FFF2-40B4-BE49-F238E27FC236}">
                <a16:creationId xmlns:a16="http://schemas.microsoft.com/office/drawing/2014/main" id="{1EE45CD9-67F8-4A52-86F7-18140657CB4D}"/>
              </a:ext>
            </a:extLst>
          </p:cNvPr>
          <p:cNvSpPr>
            <a:spLocks noGrp="1"/>
          </p:cNvSpPr>
          <p:nvPr>
            <p:ph type="body" idx="2" hasCustomPrompt="1"/>
          </p:nvPr>
        </p:nvSpPr>
        <p:spPr>
          <a:xfrm>
            <a:off x="830580" y="3056649"/>
            <a:ext cx="3200400" cy="570859"/>
          </a:xfrm>
        </p:spPr>
        <p:txBody>
          <a:bodyPr lIns="91440" anchor="ctr">
            <a:noAutofit/>
          </a:bodyPr>
          <a:lstStyle>
            <a:lvl1pPr marL="0" indent="0" algn="ctr">
              <a:lnSpc>
                <a:spcPct val="100000"/>
              </a:lnSpc>
              <a:spcAft>
                <a:spcPts val="0"/>
              </a:spcAft>
              <a:buNone/>
              <a:defRPr sz="2000">
                <a:solidFill>
                  <a:srgbClr val="232F3E"/>
                </a:solidFill>
              </a:defRPr>
            </a:lvl1pPr>
          </a:lstStyle>
          <a:p>
            <a:pPr lvl="0"/>
            <a:r>
              <a:rPr lang="en-US"/>
              <a:t>Enter text</a:t>
            </a:r>
          </a:p>
        </p:txBody>
      </p:sp>
      <p:sp>
        <p:nvSpPr>
          <p:cNvPr id="23" name="Picture Top Center">
            <a:extLst>
              <a:ext uri="{FF2B5EF4-FFF2-40B4-BE49-F238E27FC236}">
                <a16:creationId xmlns:a16="http://schemas.microsoft.com/office/drawing/2014/main" id="{0CE211BC-1E62-4A42-A199-9B1FBAD2CE23}"/>
              </a:ext>
              <a:ext uri="{C183D7F6-B498-43B3-948B-1728B52AA6E4}">
                <adec:decorative xmlns:adec="http://schemas.microsoft.com/office/drawing/2017/decorative" val="1"/>
              </a:ext>
            </a:extLst>
          </p:cNvPr>
          <p:cNvSpPr>
            <a:spLocks noGrp="1"/>
          </p:cNvSpPr>
          <p:nvPr>
            <p:ph type="pic" idx="23" hasCustomPrompt="1"/>
          </p:nvPr>
        </p:nvSpPr>
        <p:spPr>
          <a:xfrm>
            <a:off x="5181600" y="1211176"/>
            <a:ext cx="1828800" cy="18288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3" name="Content Top Center">
            <a:extLst>
              <a:ext uri="{FF2B5EF4-FFF2-40B4-BE49-F238E27FC236}">
                <a16:creationId xmlns:a16="http://schemas.microsoft.com/office/drawing/2014/main" id="{CD517463-352F-4D83-A9E1-0F789F96266D}"/>
              </a:ext>
            </a:extLst>
          </p:cNvPr>
          <p:cNvSpPr>
            <a:spLocks noGrp="1"/>
          </p:cNvSpPr>
          <p:nvPr>
            <p:ph type="body" idx="3" hasCustomPrompt="1"/>
          </p:nvPr>
        </p:nvSpPr>
        <p:spPr>
          <a:xfrm>
            <a:off x="4495800" y="3056649"/>
            <a:ext cx="3200400" cy="570859"/>
          </a:xfrm>
        </p:spPr>
        <p:txBody>
          <a:bodyPr lIns="91440" anchor="ctr">
            <a:noAutofit/>
          </a:bodyPr>
          <a:lstStyle>
            <a:lvl1pPr marL="0" indent="0" algn="ctr">
              <a:lnSpc>
                <a:spcPct val="100000"/>
              </a:lnSpc>
              <a:spcAft>
                <a:spcPts val="0"/>
              </a:spcAft>
              <a:buNone/>
              <a:defRPr sz="2000">
                <a:solidFill>
                  <a:srgbClr val="232F3E"/>
                </a:solidFill>
              </a:defRPr>
            </a:lvl1pPr>
          </a:lstStyle>
          <a:p>
            <a:pPr lvl="0"/>
            <a:r>
              <a:rPr lang="en-US"/>
              <a:t>Enter text</a:t>
            </a:r>
          </a:p>
        </p:txBody>
      </p:sp>
      <p:sp>
        <p:nvSpPr>
          <p:cNvPr id="24" name="Picture Top Right">
            <a:extLst>
              <a:ext uri="{FF2B5EF4-FFF2-40B4-BE49-F238E27FC236}">
                <a16:creationId xmlns:a16="http://schemas.microsoft.com/office/drawing/2014/main" id="{815CD5D2-790A-41FA-B807-B7B212763D05}"/>
              </a:ext>
              <a:ext uri="{C183D7F6-B498-43B3-948B-1728B52AA6E4}">
                <adec:decorative xmlns:adec="http://schemas.microsoft.com/office/drawing/2017/decorative" val="1"/>
              </a:ext>
            </a:extLst>
          </p:cNvPr>
          <p:cNvSpPr>
            <a:spLocks noGrp="1"/>
          </p:cNvSpPr>
          <p:nvPr>
            <p:ph type="pic" idx="24" hasCustomPrompt="1"/>
          </p:nvPr>
        </p:nvSpPr>
        <p:spPr>
          <a:xfrm>
            <a:off x="8852916" y="1211176"/>
            <a:ext cx="1828800" cy="18288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4" name="Content Top Right">
            <a:extLst>
              <a:ext uri="{FF2B5EF4-FFF2-40B4-BE49-F238E27FC236}">
                <a16:creationId xmlns:a16="http://schemas.microsoft.com/office/drawing/2014/main" id="{CB7E0003-F180-4528-9992-B9342F92AF42}"/>
              </a:ext>
            </a:extLst>
          </p:cNvPr>
          <p:cNvSpPr>
            <a:spLocks noGrp="1"/>
          </p:cNvSpPr>
          <p:nvPr>
            <p:ph type="body" idx="4" hasCustomPrompt="1"/>
          </p:nvPr>
        </p:nvSpPr>
        <p:spPr>
          <a:xfrm>
            <a:off x="8167116" y="3056649"/>
            <a:ext cx="3200400" cy="570859"/>
          </a:xfrm>
        </p:spPr>
        <p:txBody>
          <a:bodyPr lIns="91440" anchor="ctr">
            <a:noAutofit/>
          </a:bodyPr>
          <a:lstStyle>
            <a:lvl1pPr marL="0" indent="0" algn="ctr">
              <a:lnSpc>
                <a:spcPct val="100000"/>
              </a:lnSpc>
              <a:spcAft>
                <a:spcPts val="0"/>
              </a:spcAft>
              <a:buNone/>
              <a:defRPr sz="2000">
                <a:solidFill>
                  <a:srgbClr val="232F3E"/>
                </a:solidFill>
              </a:defRPr>
            </a:lvl1pPr>
          </a:lstStyle>
          <a:p>
            <a:pPr lvl="0"/>
            <a:r>
              <a:rPr lang="en-US"/>
              <a:t>Enter text</a:t>
            </a:r>
          </a:p>
        </p:txBody>
      </p:sp>
      <p:sp>
        <p:nvSpPr>
          <p:cNvPr id="25" name="Picture Bottom Left">
            <a:extLst>
              <a:ext uri="{FF2B5EF4-FFF2-40B4-BE49-F238E27FC236}">
                <a16:creationId xmlns:a16="http://schemas.microsoft.com/office/drawing/2014/main" id="{1D19D589-0526-4B91-878C-8F5B57AFE6B1}"/>
              </a:ext>
              <a:ext uri="{C183D7F6-B498-43B3-948B-1728B52AA6E4}">
                <adec:decorative xmlns:adec="http://schemas.microsoft.com/office/drawing/2017/decorative" val="1"/>
              </a:ext>
            </a:extLst>
          </p:cNvPr>
          <p:cNvSpPr>
            <a:spLocks noGrp="1"/>
          </p:cNvSpPr>
          <p:nvPr>
            <p:ph type="pic" idx="25" hasCustomPrompt="1"/>
          </p:nvPr>
        </p:nvSpPr>
        <p:spPr>
          <a:xfrm>
            <a:off x="1516380" y="3866132"/>
            <a:ext cx="1828800" cy="18288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5" name="Content Bottom Left">
            <a:extLst>
              <a:ext uri="{FF2B5EF4-FFF2-40B4-BE49-F238E27FC236}">
                <a16:creationId xmlns:a16="http://schemas.microsoft.com/office/drawing/2014/main" id="{9F6FFAA7-B9C7-461E-8BB9-81670232C41F}"/>
              </a:ext>
            </a:extLst>
          </p:cNvPr>
          <p:cNvSpPr>
            <a:spLocks noGrp="1"/>
          </p:cNvSpPr>
          <p:nvPr>
            <p:ph type="body" idx="5" hasCustomPrompt="1"/>
          </p:nvPr>
        </p:nvSpPr>
        <p:spPr>
          <a:xfrm>
            <a:off x="830580" y="5704771"/>
            <a:ext cx="3200400" cy="570859"/>
          </a:xfrm>
        </p:spPr>
        <p:txBody>
          <a:bodyPr lIns="91440" anchor="ctr">
            <a:noAutofit/>
          </a:bodyPr>
          <a:lstStyle>
            <a:lvl1pPr marL="0" indent="0" algn="ctr">
              <a:lnSpc>
                <a:spcPct val="100000"/>
              </a:lnSpc>
              <a:spcAft>
                <a:spcPts val="0"/>
              </a:spcAft>
              <a:buNone/>
              <a:defRPr sz="2000">
                <a:solidFill>
                  <a:srgbClr val="232F3E"/>
                </a:solidFill>
              </a:defRPr>
            </a:lvl1pPr>
          </a:lstStyle>
          <a:p>
            <a:pPr lvl="0"/>
            <a:r>
              <a:rPr lang="en-US"/>
              <a:t>Enter text</a:t>
            </a:r>
          </a:p>
        </p:txBody>
      </p:sp>
      <p:sp>
        <p:nvSpPr>
          <p:cNvPr id="26" name="Picture Bottom Center">
            <a:extLst>
              <a:ext uri="{FF2B5EF4-FFF2-40B4-BE49-F238E27FC236}">
                <a16:creationId xmlns:a16="http://schemas.microsoft.com/office/drawing/2014/main" id="{6A136B8D-0BEF-4C03-8B3C-BF95C65548B3}"/>
              </a:ext>
              <a:ext uri="{C183D7F6-B498-43B3-948B-1728B52AA6E4}">
                <adec:decorative xmlns:adec="http://schemas.microsoft.com/office/drawing/2017/decorative" val="1"/>
              </a:ext>
            </a:extLst>
          </p:cNvPr>
          <p:cNvSpPr>
            <a:spLocks noGrp="1"/>
          </p:cNvSpPr>
          <p:nvPr>
            <p:ph type="pic" idx="26" hasCustomPrompt="1"/>
          </p:nvPr>
        </p:nvSpPr>
        <p:spPr>
          <a:xfrm>
            <a:off x="5181600" y="3866132"/>
            <a:ext cx="1828800" cy="18288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6" name="Content Bottom Center">
            <a:extLst>
              <a:ext uri="{FF2B5EF4-FFF2-40B4-BE49-F238E27FC236}">
                <a16:creationId xmlns:a16="http://schemas.microsoft.com/office/drawing/2014/main" id="{4D93D3AB-1EE8-404D-9F8C-ED6967836914}"/>
              </a:ext>
            </a:extLst>
          </p:cNvPr>
          <p:cNvSpPr>
            <a:spLocks noGrp="1"/>
          </p:cNvSpPr>
          <p:nvPr>
            <p:ph type="body" idx="6" hasCustomPrompt="1"/>
          </p:nvPr>
        </p:nvSpPr>
        <p:spPr>
          <a:xfrm>
            <a:off x="4495800" y="5704771"/>
            <a:ext cx="3200400" cy="570859"/>
          </a:xfrm>
        </p:spPr>
        <p:txBody>
          <a:bodyPr lIns="91440" anchor="ctr">
            <a:noAutofit/>
          </a:bodyPr>
          <a:lstStyle>
            <a:lvl1pPr marL="0" indent="0" algn="ctr">
              <a:lnSpc>
                <a:spcPct val="100000"/>
              </a:lnSpc>
              <a:spcAft>
                <a:spcPts val="0"/>
              </a:spcAft>
              <a:buNone/>
              <a:defRPr sz="2000">
                <a:solidFill>
                  <a:srgbClr val="232F3E"/>
                </a:solidFill>
              </a:defRPr>
            </a:lvl1pPr>
          </a:lstStyle>
          <a:p>
            <a:pPr lvl="0"/>
            <a:r>
              <a:rPr lang="en-US"/>
              <a:t>Enter text</a:t>
            </a:r>
          </a:p>
        </p:txBody>
      </p:sp>
      <p:sp>
        <p:nvSpPr>
          <p:cNvPr id="27" name="Picture Bottom Right">
            <a:extLst>
              <a:ext uri="{FF2B5EF4-FFF2-40B4-BE49-F238E27FC236}">
                <a16:creationId xmlns:a16="http://schemas.microsoft.com/office/drawing/2014/main" id="{AF549A83-F8CE-463B-9ED5-5A303AC8AC23}"/>
              </a:ext>
              <a:ext uri="{C183D7F6-B498-43B3-948B-1728B52AA6E4}">
                <adec:decorative xmlns:adec="http://schemas.microsoft.com/office/drawing/2017/decorative" val="1"/>
              </a:ext>
            </a:extLst>
          </p:cNvPr>
          <p:cNvSpPr>
            <a:spLocks noGrp="1"/>
          </p:cNvSpPr>
          <p:nvPr>
            <p:ph type="pic" idx="27" hasCustomPrompt="1"/>
          </p:nvPr>
        </p:nvSpPr>
        <p:spPr>
          <a:xfrm>
            <a:off x="8852916" y="3866132"/>
            <a:ext cx="1828800" cy="18288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7" name="Content Bottom Right">
            <a:extLst>
              <a:ext uri="{FF2B5EF4-FFF2-40B4-BE49-F238E27FC236}">
                <a16:creationId xmlns:a16="http://schemas.microsoft.com/office/drawing/2014/main" id="{E00DC7A1-D213-4110-B8F7-671693ED3BA2}"/>
              </a:ext>
            </a:extLst>
          </p:cNvPr>
          <p:cNvSpPr>
            <a:spLocks noGrp="1"/>
          </p:cNvSpPr>
          <p:nvPr>
            <p:ph type="body" idx="7" hasCustomPrompt="1"/>
          </p:nvPr>
        </p:nvSpPr>
        <p:spPr>
          <a:xfrm>
            <a:off x="8167116" y="5704771"/>
            <a:ext cx="3200400" cy="570859"/>
          </a:xfrm>
        </p:spPr>
        <p:txBody>
          <a:bodyPr lIns="91440" anchor="ctr">
            <a:noAutofit/>
          </a:bodyPr>
          <a:lstStyle>
            <a:lvl1pPr marL="0" indent="0" algn="ctr">
              <a:lnSpc>
                <a:spcPct val="100000"/>
              </a:lnSpc>
              <a:spcAft>
                <a:spcPts val="0"/>
              </a:spcAft>
              <a:buNone/>
              <a:defRPr sz="2000">
                <a:solidFill>
                  <a:srgbClr val="232F3E"/>
                </a:solidFill>
              </a:defRPr>
            </a:lvl1pPr>
          </a:lstStyle>
          <a:p>
            <a:pPr lvl="0"/>
            <a:r>
              <a:rPr lang="en-US"/>
              <a:t>Enter text</a:t>
            </a:r>
          </a:p>
        </p:txBody>
      </p:sp>
    </p:spTree>
    <p:custDataLst>
      <p:tags r:id="rId1"/>
    </p:custDataLst>
    <p:extLst>
      <p:ext uri="{BB962C8B-B14F-4D97-AF65-F5344CB8AC3E}">
        <p14:creationId xmlns:p14="http://schemas.microsoft.com/office/powerpoint/2010/main" val="1586840193"/>
      </p:ext>
    </p:extLst>
  </p:cSld>
  <p:clrMapOvr>
    <a:masterClrMapping/>
  </p:clrMapOvr>
  <p:extLst>
    <p:ext uri="{DCECCB84-F9BA-43D5-87BE-67443E8EF086}">
      <p15:sldGuideLst xmlns:p15="http://schemas.microsoft.com/office/powerpoint/2012/main">
        <p15:guide id="2" orient="horz" pos="1080">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type="picTx" preserve="1">
  <p:cSld name="Title and 8 pictures">
    <p:bg>
      <p:bgPr>
        <a:solidFill>
          <a:schemeClr val="bg1"/>
        </a:solidFill>
        <a:effectLst/>
      </p:bgPr>
    </p:bg>
    <p:spTree>
      <p:nvGrpSpPr>
        <p:cNvPr id="1" name=""/>
        <p:cNvGrpSpPr/>
        <p:nvPr/>
      </p:nvGrpSpPr>
      <p:grpSpPr>
        <a:xfrm>
          <a:off x="0" y="0"/>
          <a:ext cx="0" cy="0"/>
          <a:chOff x="0" y="0"/>
          <a:chExt cx="0" cy="0"/>
        </a:xfrm>
      </p:grpSpPr>
      <p:pic>
        <p:nvPicPr>
          <p:cNvPr id="99" name="Divider">
            <a:extLst>
              <a:ext uri="{FF2B5EF4-FFF2-40B4-BE49-F238E27FC236}">
                <a16:creationId xmlns:a16="http://schemas.microsoft.com/office/drawing/2014/main" id="{E6549563-E04B-4657-8321-4C6934FCD322}"/>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BE705BC3-4D3C-4BF3-801C-BFF823D8CAA1}"/>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2" name="Title">
            <a:extLst>
              <a:ext uri="{FF2B5EF4-FFF2-40B4-BE49-F238E27FC236}">
                <a16:creationId xmlns:a16="http://schemas.microsoft.com/office/drawing/2014/main" id="{9A1AD47A-644D-4968-9CC8-C9014D5497DB}"/>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a:t>Title and 8 pictures</a:t>
            </a:r>
          </a:p>
        </p:txBody>
      </p:sp>
      <p:sp>
        <p:nvSpPr>
          <p:cNvPr id="22" name="Picture 1">
            <a:extLst>
              <a:ext uri="{FF2B5EF4-FFF2-40B4-BE49-F238E27FC236}">
                <a16:creationId xmlns:a16="http://schemas.microsoft.com/office/drawing/2014/main" id="{01E0569B-0304-4CF2-95FE-74EEAC9AEC38}"/>
              </a:ext>
              <a:ext uri="{C183D7F6-B498-43B3-948B-1728B52AA6E4}">
                <adec:decorative xmlns:adec="http://schemas.microsoft.com/office/drawing/2017/decorative" val="1"/>
              </a:ext>
            </a:extLst>
          </p:cNvPr>
          <p:cNvSpPr>
            <a:spLocks noGrp="1"/>
          </p:cNvSpPr>
          <p:nvPr>
            <p:ph type="pic" idx="22" hasCustomPrompt="1"/>
          </p:nvPr>
        </p:nvSpPr>
        <p:spPr>
          <a:xfrm>
            <a:off x="640080" y="1162264"/>
            <a:ext cx="2286000" cy="22860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23" name="Picture 2">
            <a:extLst>
              <a:ext uri="{FF2B5EF4-FFF2-40B4-BE49-F238E27FC236}">
                <a16:creationId xmlns:a16="http://schemas.microsoft.com/office/drawing/2014/main" id="{4E39BCC2-7E6B-49A6-88A7-4389D0876599}"/>
              </a:ext>
              <a:ext uri="{C183D7F6-B498-43B3-948B-1728B52AA6E4}">
                <adec:decorative xmlns:adec="http://schemas.microsoft.com/office/drawing/2017/decorative" val="1"/>
              </a:ext>
            </a:extLst>
          </p:cNvPr>
          <p:cNvSpPr>
            <a:spLocks noGrp="1"/>
          </p:cNvSpPr>
          <p:nvPr>
            <p:ph type="pic" idx="23" hasCustomPrompt="1"/>
          </p:nvPr>
        </p:nvSpPr>
        <p:spPr>
          <a:xfrm>
            <a:off x="3517392" y="1162264"/>
            <a:ext cx="2286000" cy="22860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24" name="Picture 3">
            <a:extLst>
              <a:ext uri="{FF2B5EF4-FFF2-40B4-BE49-F238E27FC236}">
                <a16:creationId xmlns:a16="http://schemas.microsoft.com/office/drawing/2014/main" id="{292A7B23-5883-4A03-AA9E-D7887267A0B5}"/>
              </a:ext>
              <a:ext uri="{C183D7F6-B498-43B3-948B-1728B52AA6E4}">
                <adec:decorative xmlns:adec="http://schemas.microsoft.com/office/drawing/2017/decorative" val="1"/>
              </a:ext>
            </a:extLst>
          </p:cNvPr>
          <p:cNvSpPr>
            <a:spLocks noGrp="1"/>
          </p:cNvSpPr>
          <p:nvPr>
            <p:ph type="pic" idx="24" hasCustomPrompt="1"/>
          </p:nvPr>
        </p:nvSpPr>
        <p:spPr>
          <a:xfrm>
            <a:off x="6394704" y="1162264"/>
            <a:ext cx="2286000" cy="22860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25" name="Picture 4">
            <a:extLst>
              <a:ext uri="{FF2B5EF4-FFF2-40B4-BE49-F238E27FC236}">
                <a16:creationId xmlns:a16="http://schemas.microsoft.com/office/drawing/2014/main" id="{871FBC72-3D16-49CE-BD02-AD416196D37A}"/>
              </a:ext>
              <a:ext uri="{C183D7F6-B498-43B3-948B-1728B52AA6E4}">
                <adec:decorative xmlns:adec="http://schemas.microsoft.com/office/drawing/2017/decorative" val="1"/>
              </a:ext>
            </a:extLst>
          </p:cNvPr>
          <p:cNvSpPr>
            <a:spLocks noGrp="1"/>
          </p:cNvSpPr>
          <p:nvPr>
            <p:ph type="pic" idx="25" hasCustomPrompt="1"/>
          </p:nvPr>
        </p:nvSpPr>
        <p:spPr>
          <a:xfrm>
            <a:off x="9272016" y="1162264"/>
            <a:ext cx="2286000" cy="22860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26" name="Picture 5">
            <a:extLst>
              <a:ext uri="{FF2B5EF4-FFF2-40B4-BE49-F238E27FC236}">
                <a16:creationId xmlns:a16="http://schemas.microsoft.com/office/drawing/2014/main" id="{CCC335E7-FA18-44DB-ACBC-F2DABE9FB384}"/>
              </a:ext>
              <a:ext uri="{C183D7F6-B498-43B3-948B-1728B52AA6E4}">
                <adec:decorative xmlns:adec="http://schemas.microsoft.com/office/drawing/2017/decorative" val="1"/>
              </a:ext>
            </a:extLst>
          </p:cNvPr>
          <p:cNvSpPr>
            <a:spLocks noGrp="1"/>
          </p:cNvSpPr>
          <p:nvPr>
            <p:ph type="pic" idx="26" hasCustomPrompt="1"/>
          </p:nvPr>
        </p:nvSpPr>
        <p:spPr>
          <a:xfrm>
            <a:off x="640080" y="3873273"/>
            <a:ext cx="2286000" cy="22860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27" name="Picture 6">
            <a:extLst>
              <a:ext uri="{FF2B5EF4-FFF2-40B4-BE49-F238E27FC236}">
                <a16:creationId xmlns:a16="http://schemas.microsoft.com/office/drawing/2014/main" id="{BB740650-61A2-4FDC-8700-54D96F01FF5A}"/>
              </a:ext>
              <a:ext uri="{C183D7F6-B498-43B3-948B-1728B52AA6E4}">
                <adec:decorative xmlns:adec="http://schemas.microsoft.com/office/drawing/2017/decorative" val="1"/>
              </a:ext>
            </a:extLst>
          </p:cNvPr>
          <p:cNvSpPr>
            <a:spLocks noGrp="1"/>
          </p:cNvSpPr>
          <p:nvPr>
            <p:ph type="pic" idx="27" hasCustomPrompt="1"/>
          </p:nvPr>
        </p:nvSpPr>
        <p:spPr>
          <a:xfrm>
            <a:off x="3517392" y="3873273"/>
            <a:ext cx="2286000" cy="22860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28" name="Picture 7">
            <a:extLst>
              <a:ext uri="{FF2B5EF4-FFF2-40B4-BE49-F238E27FC236}">
                <a16:creationId xmlns:a16="http://schemas.microsoft.com/office/drawing/2014/main" id="{CA951A10-B648-4F4E-87FD-97FD8FEB4106}"/>
              </a:ext>
              <a:ext uri="{C183D7F6-B498-43B3-948B-1728B52AA6E4}">
                <adec:decorative xmlns:adec="http://schemas.microsoft.com/office/drawing/2017/decorative" val="1"/>
              </a:ext>
            </a:extLst>
          </p:cNvPr>
          <p:cNvSpPr>
            <a:spLocks noGrp="1"/>
          </p:cNvSpPr>
          <p:nvPr>
            <p:ph type="pic" idx="28" hasCustomPrompt="1"/>
          </p:nvPr>
        </p:nvSpPr>
        <p:spPr>
          <a:xfrm>
            <a:off x="6394704" y="3873273"/>
            <a:ext cx="2286000" cy="22860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29" name="Picture 8">
            <a:extLst>
              <a:ext uri="{FF2B5EF4-FFF2-40B4-BE49-F238E27FC236}">
                <a16:creationId xmlns:a16="http://schemas.microsoft.com/office/drawing/2014/main" id="{1F4C4007-9EA0-4D1F-938D-A38B105119E9}"/>
              </a:ext>
              <a:ext uri="{C183D7F6-B498-43B3-948B-1728B52AA6E4}">
                <adec:decorative xmlns:adec="http://schemas.microsoft.com/office/drawing/2017/decorative" val="1"/>
              </a:ext>
            </a:extLst>
          </p:cNvPr>
          <p:cNvSpPr>
            <a:spLocks noGrp="1"/>
          </p:cNvSpPr>
          <p:nvPr>
            <p:ph type="pic" idx="29" hasCustomPrompt="1"/>
          </p:nvPr>
        </p:nvSpPr>
        <p:spPr>
          <a:xfrm>
            <a:off x="9272016" y="3873273"/>
            <a:ext cx="2286000" cy="2286000"/>
          </a:xfrm>
        </p:spPr>
        <p:txBody>
          <a:bodyPr anchor="t">
            <a:noAutofit/>
          </a:bodyPr>
          <a:lstStyle>
            <a:lvl1pPr marL="0" indent="0" algn="ctr">
              <a:buNone/>
              <a:defRPr sz="2000">
                <a:solidFill>
                  <a:srgbClr val="232F3E"/>
                </a:solidFill>
              </a:defRPr>
            </a:lvl1pPr>
          </a:lstStyle>
          <a:p>
            <a:r>
              <a:rPr lang="en-US" dirty="0"/>
              <a:t>Click icon to add image</a:t>
            </a:r>
          </a:p>
        </p:txBody>
      </p:sp>
    </p:spTree>
    <p:custDataLst>
      <p:tags r:id="rId1"/>
    </p:custDataLst>
    <p:extLst>
      <p:ext uri="{BB962C8B-B14F-4D97-AF65-F5344CB8AC3E}">
        <p14:creationId xmlns:p14="http://schemas.microsoft.com/office/powerpoint/2010/main" val="53601665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cSld name="Title, 8 Sm Pics, and 8 Text Columns">
    <p:bg>
      <p:bgPr>
        <a:solidFill>
          <a:schemeClr val="bg1"/>
        </a:solidFill>
        <a:effectLst/>
      </p:bgPr>
    </p:bg>
    <p:spTree>
      <p:nvGrpSpPr>
        <p:cNvPr id="1" name=""/>
        <p:cNvGrpSpPr/>
        <p:nvPr/>
      </p:nvGrpSpPr>
      <p:grpSpPr>
        <a:xfrm>
          <a:off x="0" y="0"/>
          <a:ext cx="0" cy="0"/>
          <a:chOff x="0" y="0"/>
          <a:chExt cx="0" cy="0"/>
        </a:xfrm>
      </p:grpSpPr>
      <p:pic>
        <p:nvPicPr>
          <p:cNvPr id="99" name="Divider">
            <a:extLst>
              <a:ext uri="{FF2B5EF4-FFF2-40B4-BE49-F238E27FC236}">
                <a16:creationId xmlns:a16="http://schemas.microsoft.com/office/drawing/2014/main" id="{1D6BA6E7-5899-45FE-A720-127BD53EEDD5}"/>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43729ECE-1B47-40DF-A603-0B72A4802FB4}"/>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2" name="Title">
            <a:extLst>
              <a:ext uri="{FF2B5EF4-FFF2-40B4-BE49-F238E27FC236}">
                <a16:creationId xmlns:a16="http://schemas.microsoft.com/office/drawing/2014/main" id="{55E25BD5-0A7A-4C0F-8C7B-5FB1E17082BE}"/>
              </a:ext>
            </a:extLst>
          </p:cNvPr>
          <p:cNvSpPr>
            <a:spLocks noGrp="1"/>
          </p:cNvSpPr>
          <p:nvPr>
            <p:ph type="title" idx="1" hasCustomPrompt="1"/>
          </p:nvPr>
        </p:nvSpPr>
        <p:spPr>
          <a:xfrm>
            <a:off x="365760" y="301752"/>
            <a:ext cx="11466576" cy="731520"/>
          </a:xfrm>
        </p:spPr>
        <p:txBody>
          <a:bodyPr/>
          <a:lstStyle>
            <a:lvl1pPr>
              <a:defRPr>
                <a:solidFill>
                  <a:srgbClr val="232F3E"/>
                </a:solidFill>
                <a:latin typeface="Amazon Ember Display Heavy"/>
              </a:defRPr>
            </a:lvl1pPr>
          </a:lstStyle>
          <a:p>
            <a:r>
              <a:rPr lang="en-US"/>
              <a:t>Title, 8 pictures, and 8 labels</a:t>
            </a:r>
          </a:p>
        </p:txBody>
      </p:sp>
      <p:sp>
        <p:nvSpPr>
          <p:cNvPr id="22" name="Picture Top Left">
            <a:extLst>
              <a:ext uri="{FF2B5EF4-FFF2-40B4-BE49-F238E27FC236}">
                <a16:creationId xmlns:a16="http://schemas.microsoft.com/office/drawing/2014/main" id="{BA2767B8-F34C-4600-8F4B-21C0CDFE578E}"/>
              </a:ext>
              <a:ext uri="{C183D7F6-B498-43B3-948B-1728B52AA6E4}">
                <adec:decorative xmlns:adec="http://schemas.microsoft.com/office/drawing/2017/decorative" val="1"/>
              </a:ext>
            </a:extLst>
          </p:cNvPr>
          <p:cNvSpPr>
            <a:spLocks noGrp="1"/>
          </p:cNvSpPr>
          <p:nvPr>
            <p:ph type="pic" idx="22" hasCustomPrompt="1"/>
          </p:nvPr>
        </p:nvSpPr>
        <p:spPr>
          <a:xfrm>
            <a:off x="960120" y="1272940"/>
            <a:ext cx="1645920" cy="1648911"/>
          </a:xfrm>
        </p:spPr>
        <p:txBody>
          <a:bodyPr anchor="t">
            <a:noAutofit/>
          </a:bodyPr>
          <a:lstStyle>
            <a:lvl1pPr marL="0" indent="0" algn="ctr">
              <a:buNone/>
              <a:defRPr sz="2000">
                <a:solidFill>
                  <a:srgbClr val="232F3E"/>
                </a:solidFill>
                <a:latin typeface="+mn-lt"/>
              </a:defRPr>
            </a:lvl1pPr>
          </a:lstStyle>
          <a:p>
            <a:r>
              <a:rPr lang="en-US" dirty="0"/>
              <a:t>Click icon to add image</a:t>
            </a:r>
          </a:p>
        </p:txBody>
      </p:sp>
      <p:sp>
        <p:nvSpPr>
          <p:cNvPr id="12" name="Header Top Left">
            <a:extLst>
              <a:ext uri="{FF2B5EF4-FFF2-40B4-BE49-F238E27FC236}">
                <a16:creationId xmlns:a16="http://schemas.microsoft.com/office/drawing/2014/main" id="{573CFC72-9096-4F5D-9BDB-96DE57732BB8}"/>
              </a:ext>
            </a:extLst>
          </p:cNvPr>
          <p:cNvSpPr>
            <a:spLocks noGrp="1"/>
          </p:cNvSpPr>
          <p:nvPr>
            <p:ph type="body" idx="12" hasCustomPrompt="1"/>
          </p:nvPr>
        </p:nvSpPr>
        <p:spPr>
          <a:xfrm>
            <a:off x="388620" y="2976540"/>
            <a:ext cx="2788920" cy="548640"/>
          </a:xfrm>
          <a:noFill/>
          <a:ln>
            <a:noFill/>
          </a:ln>
        </p:spPr>
        <p:txBody>
          <a:bodyPr vert="horz" lIns="91440" tIns="45720" rIns="91440" bIns="45720" rtlCol="0" anchor="ctr">
            <a:noAutofit/>
          </a:bodyPr>
          <a:lstStyle>
            <a:lvl1pPr marL="0" indent="0" algn="ctr">
              <a:lnSpc>
                <a:spcPct val="100000"/>
              </a:lnSpc>
              <a:buNone/>
              <a:defRPr lang="en-US" sz="1600" b="0" dirty="0">
                <a:solidFill>
                  <a:srgbClr val="232F3E"/>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a:t>Enter subtitle</a:t>
            </a:r>
          </a:p>
        </p:txBody>
      </p:sp>
      <p:sp>
        <p:nvSpPr>
          <p:cNvPr id="23" name="Picture Top Left Center">
            <a:extLst>
              <a:ext uri="{FF2B5EF4-FFF2-40B4-BE49-F238E27FC236}">
                <a16:creationId xmlns:a16="http://schemas.microsoft.com/office/drawing/2014/main" id="{0CE211BC-1E62-4A42-A199-9B1FBAD2CE23}"/>
              </a:ext>
              <a:ext uri="{C183D7F6-B498-43B3-948B-1728B52AA6E4}">
                <adec:decorative xmlns:adec="http://schemas.microsoft.com/office/drawing/2017/decorative" val="1"/>
              </a:ext>
            </a:extLst>
          </p:cNvPr>
          <p:cNvSpPr>
            <a:spLocks noGrp="1"/>
          </p:cNvSpPr>
          <p:nvPr>
            <p:ph type="pic" idx="23" hasCustomPrompt="1"/>
          </p:nvPr>
        </p:nvSpPr>
        <p:spPr>
          <a:xfrm>
            <a:off x="3837432" y="1272940"/>
            <a:ext cx="1645920" cy="1648911"/>
          </a:xfrm>
        </p:spPr>
        <p:txBody>
          <a:bodyPr anchor="t">
            <a:noAutofit/>
          </a:bodyPr>
          <a:lstStyle>
            <a:lvl1pPr marL="0" indent="0" algn="ctr">
              <a:buNone/>
              <a:defRPr sz="2000">
                <a:solidFill>
                  <a:srgbClr val="232F3E"/>
                </a:solidFill>
                <a:latin typeface="+mn-lt"/>
              </a:defRPr>
            </a:lvl1pPr>
          </a:lstStyle>
          <a:p>
            <a:r>
              <a:rPr lang="en-US" dirty="0"/>
              <a:t>Click icon to add image</a:t>
            </a:r>
          </a:p>
        </p:txBody>
      </p:sp>
      <p:sp>
        <p:nvSpPr>
          <p:cNvPr id="13" name="Header Top Left Center">
            <a:extLst>
              <a:ext uri="{FF2B5EF4-FFF2-40B4-BE49-F238E27FC236}">
                <a16:creationId xmlns:a16="http://schemas.microsoft.com/office/drawing/2014/main" id="{3777F387-CD61-4FDE-AE0D-E17DE70D3B19}"/>
              </a:ext>
            </a:extLst>
          </p:cNvPr>
          <p:cNvSpPr>
            <a:spLocks noGrp="1"/>
          </p:cNvSpPr>
          <p:nvPr>
            <p:ph type="body" idx="13" hasCustomPrompt="1"/>
          </p:nvPr>
        </p:nvSpPr>
        <p:spPr>
          <a:xfrm>
            <a:off x="3265932" y="2976540"/>
            <a:ext cx="2788920" cy="548640"/>
          </a:xfrm>
          <a:noFill/>
          <a:ln>
            <a:noFill/>
          </a:ln>
        </p:spPr>
        <p:txBody>
          <a:bodyPr vert="horz" lIns="91440" tIns="45720" rIns="91440" bIns="45720" rtlCol="0" anchor="ctr">
            <a:noAutofit/>
          </a:bodyPr>
          <a:lstStyle>
            <a:lvl1pPr marL="0" indent="0" algn="ctr">
              <a:lnSpc>
                <a:spcPct val="100000"/>
              </a:lnSpc>
              <a:buNone/>
              <a:defRPr lang="en-US" sz="1600" b="0" dirty="0">
                <a:solidFill>
                  <a:srgbClr val="232F3E"/>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a:t>Enter subtitle</a:t>
            </a:r>
          </a:p>
        </p:txBody>
      </p:sp>
      <p:sp>
        <p:nvSpPr>
          <p:cNvPr id="24" name="Picture Top Center Right">
            <a:extLst>
              <a:ext uri="{FF2B5EF4-FFF2-40B4-BE49-F238E27FC236}">
                <a16:creationId xmlns:a16="http://schemas.microsoft.com/office/drawing/2014/main" id="{815CD5D2-790A-41FA-B807-B7B212763D05}"/>
              </a:ext>
              <a:ext uri="{C183D7F6-B498-43B3-948B-1728B52AA6E4}">
                <adec:decorative xmlns:adec="http://schemas.microsoft.com/office/drawing/2017/decorative" val="1"/>
              </a:ext>
            </a:extLst>
          </p:cNvPr>
          <p:cNvSpPr>
            <a:spLocks noGrp="1"/>
          </p:cNvSpPr>
          <p:nvPr>
            <p:ph type="pic" idx="24" hasCustomPrompt="1"/>
          </p:nvPr>
        </p:nvSpPr>
        <p:spPr>
          <a:xfrm>
            <a:off x="6714744" y="1272940"/>
            <a:ext cx="1645920" cy="1648911"/>
          </a:xfrm>
        </p:spPr>
        <p:txBody>
          <a:bodyPr anchor="t">
            <a:noAutofit/>
          </a:bodyPr>
          <a:lstStyle>
            <a:lvl1pPr marL="0" indent="0" algn="ctr">
              <a:buNone/>
              <a:defRPr sz="2000">
                <a:solidFill>
                  <a:srgbClr val="232F3E"/>
                </a:solidFill>
                <a:latin typeface="+mn-lt"/>
              </a:defRPr>
            </a:lvl1pPr>
          </a:lstStyle>
          <a:p>
            <a:r>
              <a:rPr lang="en-US" dirty="0"/>
              <a:t>Click icon to add image</a:t>
            </a:r>
          </a:p>
        </p:txBody>
      </p:sp>
      <p:sp>
        <p:nvSpPr>
          <p:cNvPr id="14" name="Header Top Center Right">
            <a:extLst>
              <a:ext uri="{FF2B5EF4-FFF2-40B4-BE49-F238E27FC236}">
                <a16:creationId xmlns:a16="http://schemas.microsoft.com/office/drawing/2014/main" id="{CF3CD244-8B44-44A6-A623-84365E91EAE7}"/>
              </a:ext>
            </a:extLst>
          </p:cNvPr>
          <p:cNvSpPr>
            <a:spLocks noGrp="1"/>
          </p:cNvSpPr>
          <p:nvPr>
            <p:ph type="body" idx="14" hasCustomPrompt="1"/>
          </p:nvPr>
        </p:nvSpPr>
        <p:spPr>
          <a:xfrm>
            <a:off x="6143244" y="2976540"/>
            <a:ext cx="2788920" cy="548640"/>
          </a:xfrm>
          <a:noFill/>
          <a:ln>
            <a:noFill/>
          </a:ln>
        </p:spPr>
        <p:txBody>
          <a:bodyPr vert="horz" lIns="91440" tIns="45720" rIns="91440" bIns="45720" rtlCol="0" anchor="ctr">
            <a:noAutofit/>
          </a:bodyPr>
          <a:lstStyle>
            <a:lvl1pPr marL="0" indent="0" algn="ctr">
              <a:lnSpc>
                <a:spcPct val="100000"/>
              </a:lnSpc>
              <a:buNone/>
              <a:defRPr lang="en-US" sz="1600" b="0" dirty="0">
                <a:solidFill>
                  <a:srgbClr val="232F3E"/>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a:t>Enter subtitle</a:t>
            </a:r>
          </a:p>
        </p:txBody>
      </p:sp>
      <p:sp>
        <p:nvSpPr>
          <p:cNvPr id="25" name="Picture Top Right">
            <a:extLst>
              <a:ext uri="{FF2B5EF4-FFF2-40B4-BE49-F238E27FC236}">
                <a16:creationId xmlns:a16="http://schemas.microsoft.com/office/drawing/2014/main" id="{1D19D589-0526-4B91-878C-8F5B57AFE6B1}"/>
              </a:ext>
              <a:ext uri="{C183D7F6-B498-43B3-948B-1728B52AA6E4}">
                <adec:decorative xmlns:adec="http://schemas.microsoft.com/office/drawing/2017/decorative" val="1"/>
              </a:ext>
            </a:extLst>
          </p:cNvPr>
          <p:cNvSpPr>
            <a:spLocks noGrp="1"/>
          </p:cNvSpPr>
          <p:nvPr>
            <p:ph type="pic" idx="25" hasCustomPrompt="1"/>
          </p:nvPr>
        </p:nvSpPr>
        <p:spPr>
          <a:xfrm>
            <a:off x="9592056" y="1272940"/>
            <a:ext cx="1645920" cy="1648911"/>
          </a:xfrm>
        </p:spPr>
        <p:txBody>
          <a:bodyPr anchor="t">
            <a:noAutofit/>
          </a:bodyPr>
          <a:lstStyle>
            <a:lvl1pPr marL="0" indent="0" algn="ctr">
              <a:buNone/>
              <a:defRPr sz="2000">
                <a:solidFill>
                  <a:srgbClr val="232F3E"/>
                </a:solidFill>
                <a:latin typeface="+mn-lt"/>
              </a:defRPr>
            </a:lvl1pPr>
          </a:lstStyle>
          <a:p>
            <a:r>
              <a:rPr lang="en-US" dirty="0"/>
              <a:t>Click icon to add image</a:t>
            </a:r>
          </a:p>
        </p:txBody>
      </p:sp>
      <p:sp>
        <p:nvSpPr>
          <p:cNvPr id="15" name="Header Top Right">
            <a:extLst>
              <a:ext uri="{FF2B5EF4-FFF2-40B4-BE49-F238E27FC236}">
                <a16:creationId xmlns:a16="http://schemas.microsoft.com/office/drawing/2014/main" id="{08FBD2BF-3C8E-4153-80EE-99905AF06DB0}"/>
              </a:ext>
            </a:extLst>
          </p:cNvPr>
          <p:cNvSpPr>
            <a:spLocks noGrp="1"/>
          </p:cNvSpPr>
          <p:nvPr>
            <p:ph type="body" idx="15" hasCustomPrompt="1"/>
          </p:nvPr>
        </p:nvSpPr>
        <p:spPr>
          <a:xfrm>
            <a:off x="9020556" y="2976540"/>
            <a:ext cx="2788920" cy="548640"/>
          </a:xfrm>
          <a:noFill/>
          <a:ln>
            <a:noFill/>
          </a:ln>
        </p:spPr>
        <p:txBody>
          <a:bodyPr vert="horz" lIns="91440" tIns="45720" rIns="91440" bIns="45720" rtlCol="0" anchor="ctr">
            <a:noAutofit/>
          </a:bodyPr>
          <a:lstStyle>
            <a:lvl1pPr marL="0" indent="0" algn="ctr">
              <a:lnSpc>
                <a:spcPct val="100000"/>
              </a:lnSpc>
              <a:buNone/>
              <a:defRPr lang="en-US" sz="1600" b="0" dirty="0">
                <a:solidFill>
                  <a:srgbClr val="232F3E"/>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a:t>Enter subtitle</a:t>
            </a:r>
          </a:p>
        </p:txBody>
      </p:sp>
      <p:sp>
        <p:nvSpPr>
          <p:cNvPr id="26" name="Picture Bottom Left">
            <a:extLst>
              <a:ext uri="{FF2B5EF4-FFF2-40B4-BE49-F238E27FC236}">
                <a16:creationId xmlns:a16="http://schemas.microsoft.com/office/drawing/2014/main" id="{6A136B8D-0BEF-4C03-8B3C-BF95C65548B3}"/>
              </a:ext>
              <a:ext uri="{C183D7F6-B498-43B3-948B-1728B52AA6E4}">
                <adec:decorative xmlns:adec="http://schemas.microsoft.com/office/drawing/2017/decorative" val="1"/>
              </a:ext>
            </a:extLst>
          </p:cNvPr>
          <p:cNvSpPr>
            <a:spLocks noGrp="1"/>
          </p:cNvSpPr>
          <p:nvPr>
            <p:ph type="pic" idx="26" hasCustomPrompt="1"/>
          </p:nvPr>
        </p:nvSpPr>
        <p:spPr>
          <a:xfrm>
            <a:off x="960120" y="3814574"/>
            <a:ext cx="1645920" cy="1648911"/>
          </a:xfrm>
        </p:spPr>
        <p:txBody>
          <a:bodyPr anchor="t">
            <a:noAutofit/>
          </a:bodyPr>
          <a:lstStyle>
            <a:lvl1pPr marL="0" indent="0" algn="ctr">
              <a:buNone/>
              <a:defRPr sz="2000">
                <a:solidFill>
                  <a:srgbClr val="232F3E"/>
                </a:solidFill>
                <a:latin typeface="+mn-lt"/>
              </a:defRPr>
            </a:lvl1pPr>
          </a:lstStyle>
          <a:p>
            <a:r>
              <a:rPr lang="en-US" dirty="0"/>
              <a:t>Click icon to add image</a:t>
            </a:r>
          </a:p>
        </p:txBody>
      </p:sp>
      <p:sp>
        <p:nvSpPr>
          <p:cNvPr id="16" name="Header Bottom Left">
            <a:extLst>
              <a:ext uri="{FF2B5EF4-FFF2-40B4-BE49-F238E27FC236}">
                <a16:creationId xmlns:a16="http://schemas.microsoft.com/office/drawing/2014/main" id="{E8024806-5459-4580-AA84-DFE98F18A5A3}"/>
              </a:ext>
            </a:extLst>
          </p:cNvPr>
          <p:cNvSpPr>
            <a:spLocks noGrp="1"/>
          </p:cNvSpPr>
          <p:nvPr>
            <p:ph type="body" idx="16" hasCustomPrompt="1"/>
          </p:nvPr>
        </p:nvSpPr>
        <p:spPr>
          <a:xfrm>
            <a:off x="388620" y="5518174"/>
            <a:ext cx="2788920" cy="548640"/>
          </a:xfrm>
          <a:noFill/>
          <a:ln>
            <a:noFill/>
          </a:ln>
        </p:spPr>
        <p:txBody>
          <a:bodyPr vert="horz" lIns="91440" tIns="45720" rIns="91440" bIns="45720" rtlCol="0" anchor="ctr">
            <a:noAutofit/>
          </a:bodyPr>
          <a:lstStyle>
            <a:lvl1pPr marL="0" indent="0" algn="ctr">
              <a:lnSpc>
                <a:spcPct val="100000"/>
              </a:lnSpc>
              <a:buNone/>
              <a:defRPr lang="en-US" sz="1600" b="0" dirty="0">
                <a:solidFill>
                  <a:srgbClr val="232F3E"/>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a:t>Enter subtitle</a:t>
            </a:r>
          </a:p>
        </p:txBody>
      </p:sp>
      <p:sp>
        <p:nvSpPr>
          <p:cNvPr id="27" name="Picture Bottom Left Center">
            <a:extLst>
              <a:ext uri="{FF2B5EF4-FFF2-40B4-BE49-F238E27FC236}">
                <a16:creationId xmlns:a16="http://schemas.microsoft.com/office/drawing/2014/main" id="{AF549A83-F8CE-463B-9ED5-5A303AC8AC23}"/>
              </a:ext>
              <a:ext uri="{C183D7F6-B498-43B3-948B-1728B52AA6E4}">
                <adec:decorative xmlns:adec="http://schemas.microsoft.com/office/drawing/2017/decorative" val="1"/>
              </a:ext>
            </a:extLst>
          </p:cNvPr>
          <p:cNvSpPr>
            <a:spLocks noGrp="1"/>
          </p:cNvSpPr>
          <p:nvPr>
            <p:ph type="pic" idx="27" hasCustomPrompt="1"/>
          </p:nvPr>
        </p:nvSpPr>
        <p:spPr>
          <a:xfrm>
            <a:off x="3837432" y="3814574"/>
            <a:ext cx="1645920" cy="1648911"/>
          </a:xfrm>
        </p:spPr>
        <p:txBody>
          <a:bodyPr anchor="t">
            <a:noAutofit/>
          </a:bodyPr>
          <a:lstStyle>
            <a:lvl1pPr marL="0" indent="0" algn="ctr">
              <a:buNone/>
              <a:defRPr sz="2000">
                <a:solidFill>
                  <a:srgbClr val="232F3E"/>
                </a:solidFill>
                <a:latin typeface="+mn-lt"/>
              </a:defRPr>
            </a:lvl1pPr>
          </a:lstStyle>
          <a:p>
            <a:r>
              <a:rPr lang="en-US" dirty="0"/>
              <a:t>Click icon to add image</a:t>
            </a:r>
          </a:p>
        </p:txBody>
      </p:sp>
      <p:sp>
        <p:nvSpPr>
          <p:cNvPr id="17" name="Header Bottom Left Center">
            <a:extLst>
              <a:ext uri="{FF2B5EF4-FFF2-40B4-BE49-F238E27FC236}">
                <a16:creationId xmlns:a16="http://schemas.microsoft.com/office/drawing/2014/main" id="{484800A7-DA7A-48C2-BD82-C01F6FD9DB3E}"/>
              </a:ext>
            </a:extLst>
          </p:cNvPr>
          <p:cNvSpPr>
            <a:spLocks noGrp="1"/>
          </p:cNvSpPr>
          <p:nvPr>
            <p:ph type="body" idx="17" hasCustomPrompt="1"/>
          </p:nvPr>
        </p:nvSpPr>
        <p:spPr>
          <a:xfrm>
            <a:off x="3265932" y="5518174"/>
            <a:ext cx="2788920" cy="548640"/>
          </a:xfrm>
          <a:noFill/>
          <a:ln>
            <a:noFill/>
          </a:ln>
        </p:spPr>
        <p:txBody>
          <a:bodyPr vert="horz" lIns="91440" tIns="45720" rIns="91440" bIns="45720" rtlCol="0" anchor="ctr">
            <a:noAutofit/>
          </a:bodyPr>
          <a:lstStyle>
            <a:lvl1pPr marL="0" indent="0" algn="ctr">
              <a:lnSpc>
                <a:spcPct val="100000"/>
              </a:lnSpc>
              <a:buNone/>
              <a:defRPr lang="en-US" sz="1600" b="0" dirty="0">
                <a:solidFill>
                  <a:srgbClr val="232F3E"/>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a:t>Enter subtitle</a:t>
            </a:r>
          </a:p>
        </p:txBody>
      </p:sp>
      <p:sp>
        <p:nvSpPr>
          <p:cNvPr id="28" name="Picture Bottom Center Right">
            <a:extLst>
              <a:ext uri="{FF2B5EF4-FFF2-40B4-BE49-F238E27FC236}">
                <a16:creationId xmlns:a16="http://schemas.microsoft.com/office/drawing/2014/main" id="{0FD6813E-DBAA-47AF-94A9-F300864878FA}"/>
              </a:ext>
              <a:ext uri="{C183D7F6-B498-43B3-948B-1728B52AA6E4}">
                <adec:decorative xmlns:adec="http://schemas.microsoft.com/office/drawing/2017/decorative" val="1"/>
              </a:ext>
            </a:extLst>
          </p:cNvPr>
          <p:cNvSpPr>
            <a:spLocks noGrp="1"/>
          </p:cNvSpPr>
          <p:nvPr>
            <p:ph type="pic" idx="28" hasCustomPrompt="1"/>
          </p:nvPr>
        </p:nvSpPr>
        <p:spPr>
          <a:xfrm>
            <a:off x="6714744" y="3814574"/>
            <a:ext cx="1645920" cy="1648911"/>
          </a:xfrm>
        </p:spPr>
        <p:txBody>
          <a:bodyPr anchor="t">
            <a:noAutofit/>
          </a:bodyPr>
          <a:lstStyle>
            <a:lvl1pPr marL="0" indent="0" algn="ctr">
              <a:buNone/>
              <a:defRPr sz="2000">
                <a:solidFill>
                  <a:srgbClr val="232F3E"/>
                </a:solidFill>
                <a:latin typeface="+mn-lt"/>
              </a:defRPr>
            </a:lvl1pPr>
          </a:lstStyle>
          <a:p>
            <a:r>
              <a:rPr lang="en-US" dirty="0"/>
              <a:t>Click icon to add image</a:t>
            </a:r>
          </a:p>
        </p:txBody>
      </p:sp>
      <p:sp>
        <p:nvSpPr>
          <p:cNvPr id="18" name="Header Bottom Center Right">
            <a:extLst>
              <a:ext uri="{FF2B5EF4-FFF2-40B4-BE49-F238E27FC236}">
                <a16:creationId xmlns:a16="http://schemas.microsoft.com/office/drawing/2014/main" id="{706046A5-A656-4648-BD39-64FA5E94B613}"/>
              </a:ext>
            </a:extLst>
          </p:cNvPr>
          <p:cNvSpPr>
            <a:spLocks noGrp="1"/>
          </p:cNvSpPr>
          <p:nvPr>
            <p:ph type="body" idx="18" hasCustomPrompt="1"/>
          </p:nvPr>
        </p:nvSpPr>
        <p:spPr>
          <a:xfrm>
            <a:off x="6143244" y="5518174"/>
            <a:ext cx="2788920" cy="548640"/>
          </a:xfrm>
          <a:noFill/>
          <a:ln>
            <a:noFill/>
          </a:ln>
        </p:spPr>
        <p:txBody>
          <a:bodyPr vert="horz" lIns="91440" tIns="45720" rIns="91440" bIns="45720" rtlCol="0" anchor="ctr">
            <a:noAutofit/>
          </a:bodyPr>
          <a:lstStyle>
            <a:lvl1pPr marL="0" indent="0" algn="ctr">
              <a:lnSpc>
                <a:spcPct val="100000"/>
              </a:lnSpc>
              <a:buNone/>
              <a:defRPr lang="en-US" sz="1600" b="0" dirty="0">
                <a:solidFill>
                  <a:srgbClr val="232F3E"/>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a:t>Enter subtitle</a:t>
            </a:r>
          </a:p>
        </p:txBody>
      </p:sp>
      <p:sp>
        <p:nvSpPr>
          <p:cNvPr id="29" name="Picture Bottom Right">
            <a:extLst>
              <a:ext uri="{FF2B5EF4-FFF2-40B4-BE49-F238E27FC236}">
                <a16:creationId xmlns:a16="http://schemas.microsoft.com/office/drawing/2014/main" id="{9A78C933-BE2D-4980-BE96-E14880669883}"/>
              </a:ext>
              <a:ext uri="{C183D7F6-B498-43B3-948B-1728B52AA6E4}">
                <adec:decorative xmlns:adec="http://schemas.microsoft.com/office/drawing/2017/decorative" val="1"/>
              </a:ext>
            </a:extLst>
          </p:cNvPr>
          <p:cNvSpPr>
            <a:spLocks noGrp="1"/>
          </p:cNvSpPr>
          <p:nvPr>
            <p:ph type="pic" idx="29" hasCustomPrompt="1"/>
          </p:nvPr>
        </p:nvSpPr>
        <p:spPr>
          <a:xfrm>
            <a:off x="9592056" y="3814574"/>
            <a:ext cx="1645920" cy="1648911"/>
          </a:xfrm>
        </p:spPr>
        <p:txBody>
          <a:bodyPr anchor="t">
            <a:noAutofit/>
          </a:bodyPr>
          <a:lstStyle>
            <a:lvl1pPr marL="0" indent="0" algn="ctr">
              <a:buNone/>
              <a:defRPr sz="2000">
                <a:solidFill>
                  <a:srgbClr val="232F3E"/>
                </a:solidFill>
                <a:latin typeface="+mn-lt"/>
              </a:defRPr>
            </a:lvl1pPr>
          </a:lstStyle>
          <a:p>
            <a:r>
              <a:rPr lang="en-US" dirty="0"/>
              <a:t>Click icon to add image</a:t>
            </a:r>
          </a:p>
        </p:txBody>
      </p:sp>
      <p:sp>
        <p:nvSpPr>
          <p:cNvPr id="19" name="Header Bottom Right">
            <a:extLst>
              <a:ext uri="{FF2B5EF4-FFF2-40B4-BE49-F238E27FC236}">
                <a16:creationId xmlns:a16="http://schemas.microsoft.com/office/drawing/2014/main" id="{DE6244C7-6311-4CE0-AB72-2F6B429380EE}"/>
              </a:ext>
            </a:extLst>
          </p:cNvPr>
          <p:cNvSpPr>
            <a:spLocks noGrp="1"/>
          </p:cNvSpPr>
          <p:nvPr>
            <p:ph type="body" idx="19" hasCustomPrompt="1"/>
          </p:nvPr>
        </p:nvSpPr>
        <p:spPr>
          <a:xfrm>
            <a:off x="9020556" y="5518174"/>
            <a:ext cx="2788920" cy="548640"/>
          </a:xfrm>
          <a:noFill/>
          <a:ln>
            <a:noFill/>
          </a:ln>
        </p:spPr>
        <p:txBody>
          <a:bodyPr vert="horz" lIns="91440" tIns="45720" rIns="91440" bIns="45720" rtlCol="0" anchor="ctr">
            <a:noAutofit/>
          </a:bodyPr>
          <a:lstStyle>
            <a:lvl1pPr marL="0" indent="0" algn="ctr">
              <a:lnSpc>
                <a:spcPct val="100000"/>
              </a:lnSpc>
              <a:buNone/>
              <a:defRPr lang="en-US" sz="1600" b="0" dirty="0">
                <a:solidFill>
                  <a:srgbClr val="232F3E"/>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a:t>Enter subtitle</a:t>
            </a:r>
          </a:p>
        </p:txBody>
      </p:sp>
    </p:spTree>
    <p:custDataLst>
      <p:tags r:id="rId1"/>
    </p:custDataLst>
    <p:extLst>
      <p:ext uri="{BB962C8B-B14F-4D97-AF65-F5344CB8AC3E}">
        <p14:creationId xmlns:p14="http://schemas.microsoft.com/office/powerpoint/2010/main" val="3427812452"/>
      </p:ext>
    </p:extLst>
  </p:cSld>
  <p:clrMapOvr>
    <a:masterClrMapping/>
  </p:clrMapOvr>
  <p:extLst>
    <p:ext uri="{DCECCB84-F9BA-43D5-87BE-67443E8EF086}">
      <p15:sldGuideLst xmlns:p15="http://schemas.microsoft.com/office/powerpoint/2012/main">
        <p15:guide id="2" orient="horz" pos="1080">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type="picTx" preserve="1">
  <p:cSld name="Title, 8 Sm Pics, 8 Headers, and 8 Text Columns">
    <p:bg>
      <p:bgPr>
        <a:solidFill>
          <a:schemeClr val="bg1"/>
        </a:solidFill>
        <a:effectLst/>
      </p:bgPr>
    </p:bg>
    <p:spTree>
      <p:nvGrpSpPr>
        <p:cNvPr id="1" name=""/>
        <p:cNvGrpSpPr/>
        <p:nvPr/>
      </p:nvGrpSpPr>
      <p:grpSpPr>
        <a:xfrm>
          <a:off x="0" y="0"/>
          <a:ext cx="0" cy="0"/>
          <a:chOff x="0" y="0"/>
          <a:chExt cx="0" cy="0"/>
        </a:xfrm>
      </p:grpSpPr>
      <p:grpSp>
        <p:nvGrpSpPr>
          <p:cNvPr id="99" name="Background">
            <a:extLst>
              <a:ext uri="{FF2B5EF4-FFF2-40B4-BE49-F238E27FC236}">
                <a16:creationId xmlns:a16="http://schemas.microsoft.com/office/drawing/2014/main" id="{935D4C44-4726-4FC3-A8AA-03445F8D8733}"/>
              </a:ext>
              <a:ext uri="{C183D7F6-B498-43B3-948B-1728B52AA6E4}">
                <adec:decorative xmlns:adec="http://schemas.microsoft.com/office/drawing/2017/decorative" val="1"/>
              </a:ext>
            </a:extLst>
          </p:cNvPr>
          <p:cNvGrpSpPr/>
          <p:nvPr/>
        </p:nvGrpSpPr>
        <p:grpSpPr>
          <a:xfrm>
            <a:off x="365759" y="1028377"/>
            <a:ext cx="11484864" cy="4791549"/>
            <a:chOff x="365759" y="1028377"/>
            <a:chExt cx="11484864" cy="4791549"/>
          </a:xfrm>
        </p:grpSpPr>
        <p:pic>
          <p:nvPicPr>
            <p:cNvPr id="96" name="Background">
              <a:extLst>
                <a:ext uri="{FF2B5EF4-FFF2-40B4-BE49-F238E27FC236}">
                  <a16:creationId xmlns:a16="http://schemas.microsoft.com/office/drawing/2014/main" id="{14CBF7C4-FBD4-4D0D-BD04-8E2CD586D72A}"/>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88620" y="2816120"/>
              <a:ext cx="11443716" cy="320040"/>
            </a:xfrm>
            <a:prstGeom prst="rect">
              <a:avLst/>
            </a:prstGeom>
          </p:spPr>
        </p:pic>
        <p:pic>
          <p:nvPicPr>
            <p:cNvPr id="95" name="Background">
              <a:extLst>
                <a:ext uri="{FF2B5EF4-FFF2-40B4-BE49-F238E27FC236}">
                  <a16:creationId xmlns:a16="http://schemas.microsoft.com/office/drawing/2014/main" id="{1C58BDB7-165B-4517-A042-E46D3D85D196}"/>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88620" y="5499886"/>
              <a:ext cx="11443716" cy="320040"/>
            </a:xfrm>
            <a:prstGeom prst="rect">
              <a:avLst/>
            </a:prstGeom>
          </p:spPr>
        </p:pic>
        <p:pic>
          <p:nvPicPr>
            <p:cNvPr id="94" name="Divider">
              <a:extLst>
                <a:ext uri="{FF2B5EF4-FFF2-40B4-BE49-F238E27FC236}">
                  <a16:creationId xmlns:a16="http://schemas.microsoft.com/office/drawing/2014/main" id="{987C7E22-9002-48C2-9498-CFDECD00E891}"/>
                </a:ext>
                <a:ext uri="{C183D7F6-B498-43B3-948B-1728B52AA6E4}">
                  <adec:decorative xmlns:adec="http://schemas.microsoft.com/office/drawing/2017/decorative" val="1"/>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grpSp>
      <p:sp>
        <p:nvSpPr>
          <p:cNvPr id="97" name="Slide Number">
            <a:extLst>
              <a:ext uri="{FF2B5EF4-FFF2-40B4-BE49-F238E27FC236}">
                <a16:creationId xmlns:a16="http://schemas.microsoft.com/office/drawing/2014/main" id="{43729ECE-1B47-40DF-A603-0B72A4802FB4}"/>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10" name="Title">
            <a:extLst>
              <a:ext uri="{FF2B5EF4-FFF2-40B4-BE49-F238E27FC236}">
                <a16:creationId xmlns:a16="http://schemas.microsoft.com/office/drawing/2014/main" id="{55E25BD5-0A7A-4C0F-8C7B-5FB1E17082BE}"/>
              </a:ext>
            </a:extLst>
          </p:cNvPr>
          <p:cNvSpPr>
            <a:spLocks noGrp="1"/>
          </p:cNvSpPr>
          <p:nvPr>
            <p:ph type="title" idx="1" hasCustomPrompt="1"/>
          </p:nvPr>
        </p:nvSpPr>
        <p:spPr>
          <a:xfrm>
            <a:off x="365760" y="301752"/>
            <a:ext cx="11466576" cy="731520"/>
          </a:xfrm>
        </p:spPr>
        <p:txBody>
          <a:bodyPr/>
          <a:lstStyle>
            <a:lvl1pPr>
              <a:defRPr>
                <a:solidFill>
                  <a:srgbClr val="232F3E"/>
                </a:solidFill>
                <a:latin typeface="Amazon Ember Display Heavy"/>
              </a:defRPr>
            </a:lvl1pPr>
          </a:lstStyle>
          <a:p>
            <a:r>
              <a:rPr lang="en-US"/>
              <a:t>Title, 8 pictures, 8 headers, and 8 labels</a:t>
            </a:r>
          </a:p>
        </p:txBody>
      </p:sp>
      <p:sp>
        <p:nvSpPr>
          <p:cNvPr id="22" name="Picture Top Left">
            <a:extLst>
              <a:ext uri="{FF2B5EF4-FFF2-40B4-BE49-F238E27FC236}">
                <a16:creationId xmlns:a16="http://schemas.microsoft.com/office/drawing/2014/main" id="{BA2767B8-F34C-4600-8F4B-21C0CDFE578E}"/>
              </a:ext>
              <a:ext uri="{C183D7F6-B498-43B3-948B-1728B52AA6E4}">
                <adec:decorative xmlns:adec="http://schemas.microsoft.com/office/drawing/2017/decorative" val="1"/>
              </a:ext>
            </a:extLst>
          </p:cNvPr>
          <p:cNvSpPr>
            <a:spLocks noGrp="1"/>
          </p:cNvSpPr>
          <p:nvPr>
            <p:ph type="pic" idx="22" hasCustomPrompt="1"/>
          </p:nvPr>
        </p:nvSpPr>
        <p:spPr>
          <a:xfrm>
            <a:off x="960120" y="1112520"/>
            <a:ext cx="1645920" cy="1648911"/>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2" name="Header Top Left">
            <a:extLst>
              <a:ext uri="{FF2B5EF4-FFF2-40B4-BE49-F238E27FC236}">
                <a16:creationId xmlns:a16="http://schemas.microsoft.com/office/drawing/2014/main" id="{573CFC72-9096-4F5D-9BDB-96DE57732BB8}"/>
              </a:ext>
            </a:extLst>
          </p:cNvPr>
          <p:cNvSpPr>
            <a:spLocks noGrp="1"/>
          </p:cNvSpPr>
          <p:nvPr>
            <p:ph type="body" idx="12" hasCustomPrompt="1"/>
          </p:nvPr>
        </p:nvSpPr>
        <p:spPr>
          <a:xfrm>
            <a:off x="388620" y="2816120"/>
            <a:ext cx="2788920" cy="301752"/>
          </a:xfrm>
          <a:noFill/>
          <a:ln>
            <a:noFill/>
          </a:ln>
        </p:spPr>
        <p:txBody>
          <a:bodyPr vert="horz" lIns="91440" tIns="45720" rIns="91440" bIns="45720" rtlCol="0" anchor="ctr">
            <a:noAutofit/>
          </a:bodyPr>
          <a:lstStyle>
            <a:lvl1pPr marL="0" indent="0" algn="ctr">
              <a:lnSpc>
                <a:spcPct val="100000"/>
              </a:lnSpc>
              <a:buNone/>
              <a:defRPr lang="en-US" sz="16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a:t>Enter subtitle</a:t>
            </a:r>
          </a:p>
        </p:txBody>
      </p:sp>
      <p:sp>
        <p:nvSpPr>
          <p:cNvPr id="2" name="Content Top Left">
            <a:extLst>
              <a:ext uri="{FF2B5EF4-FFF2-40B4-BE49-F238E27FC236}">
                <a16:creationId xmlns:a16="http://schemas.microsoft.com/office/drawing/2014/main" id="{1EE45CD9-67F8-4A52-86F7-18140657CB4D}"/>
              </a:ext>
            </a:extLst>
          </p:cNvPr>
          <p:cNvSpPr>
            <a:spLocks noGrp="1"/>
          </p:cNvSpPr>
          <p:nvPr>
            <p:ph type="body" idx="2" hasCustomPrompt="1"/>
          </p:nvPr>
        </p:nvSpPr>
        <p:spPr>
          <a:xfrm>
            <a:off x="388620" y="3181880"/>
            <a:ext cx="2788920" cy="570859"/>
          </a:xfrm>
        </p:spPr>
        <p:txBody>
          <a:bodyPr lIns="91440">
            <a:noAutofit/>
          </a:bodyPr>
          <a:lstStyle>
            <a:lvl1pPr marL="0" indent="0" algn="ctr">
              <a:lnSpc>
                <a:spcPct val="100000"/>
              </a:lnSpc>
              <a:spcAft>
                <a:spcPts val="0"/>
              </a:spcAft>
              <a:buNone/>
              <a:defRPr sz="1600">
                <a:solidFill>
                  <a:srgbClr val="232F3E"/>
                </a:solidFill>
              </a:defRPr>
            </a:lvl1pPr>
          </a:lstStyle>
          <a:p>
            <a:pPr lvl="0"/>
            <a:r>
              <a:rPr lang="en-US"/>
              <a:t>Enter text</a:t>
            </a:r>
          </a:p>
        </p:txBody>
      </p:sp>
      <p:sp>
        <p:nvSpPr>
          <p:cNvPr id="23" name="Picture Top Left Center">
            <a:extLst>
              <a:ext uri="{FF2B5EF4-FFF2-40B4-BE49-F238E27FC236}">
                <a16:creationId xmlns:a16="http://schemas.microsoft.com/office/drawing/2014/main" id="{0CE211BC-1E62-4A42-A199-9B1FBAD2CE23}"/>
              </a:ext>
              <a:ext uri="{C183D7F6-B498-43B3-948B-1728B52AA6E4}">
                <adec:decorative xmlns:adec="http://schemas.microsoft.com/office/drawing/2017/decorative" val="1"/>
              </a:ext>
            </a:extLst>
          </p:cNvPr>
          <p:cNvSpPr>
            <a:spLocks noGrp="1"/>
          </p:cNvSpPr>
          <p:nvPr>
            <p:ph type="pic" idx="23" hasCustomPrompt="1"/>
          </p:nvPr>
        </p:nvSpPr>
        <p:spPr>
          <a:xfrm>
            <a:off x="3837432" y="1112520"/>
            <a:ext cx="1645920" cy="1648911"/>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3" name="Header Top Left Center">
            <a:extLst>
              <a:ext uri="{FF2B5EF4-FFF2-40B4-BE49-F238E27FC236}">
                <a16:creationId xmlns:a16="http://schemas.microsoft.com/office/drawing/2014/main" id="{3777F387-CD61-4FDE-AE0D-E17DE70D3B19}"/>
              </a:ext>
            </a:extLst>
          </p:cNvPr>
          <p:cNvSpPr>
            <a:spLocks noGrp="1"/>
          </p:cNvSpPr>
          <p:nvPr>
            <p:ph type="body" idx="13" hasCustomPrompt="1"/>
          </p:nvPr>
        </p:nvSpPr>
        <p:spPr>
          <a:xfrm>
            <a:off x="3265932" y="2816120"/>
            <a:ext cx="2788920" cy="301752"/>
          </a:xfrm>
          <a:noFill/>
          <a:ln>
            <a:noFill/>
          </a:ln>
        </p:spPr>
        <p:txBody>
          <a:bodyPr vert="horz" lIns="91440" tIns="45720" rIns="91440" bIns="45720" rtlCol="0" anchor="ctr">
            <a:noAutofit/>
          </a:bodyPr>
          <a:lstStyle>
            <a:lvl1pPr marL="0" indent="0" algn="ctr">
              <a:lnSpc>
                <a:spcPct val="100000"/>
              </a:lnSpc>
              <a:buNone/>
              <a:defRPr lang="en-US" sz="16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a:t>Enter subtitle</a:t>
            </a:r>
          </a:p>
        </p:txBody>
      </p:sp>
      <p:sp>
        <p:nvSpPr>
          <p:cNvPr id="3" name="Content Top Left Center">
            <a:extLst>
              <a:ext uri="{FF2B5EF4-FFF2-40B4-BE49-F238E27FC236}">
                <a16:creationId xmlns:a16="http://schemas.microsoft.com/office/drawing/2014/main" id="{CD517463-352F-4D83-A9E1-0F789F96266D}"/>
              </a:ext>
            </a:extLst>
          </p:cNvPr>
          <p:cNvSpPr>
            <a:spLocks noGrp="1"/>
          </p:cNvSpPr>
          <p:nvPr>
            <p:ph type="body" idx="3" hasCustomPrompt="1"/>
          </p:nvPr>
        </p:nvSpPr>
        <p:spPr>
          <a:xfrm>
            <a:off x="3265932" y="3181880"/>
            <a:ext cx="2788920" cy="570859"/>
          </a:xfrm>
        </p:spPr>
        <p:txBody>
          <a:bodyPr lIns="91440">
            <a:noAutofit/>
          </a:bodyPr>
          <a:lstStyle>
            <a:lvl1pPr marL="0" indent="0" algn="ctr">
              <a:lnSpc>
                <a:spcPct val="100000"/>
              </a:lnSpc>
              <a:spcAft>
                <a:spcPts val="0"/>
              </a:spcAft>
              <a:buNone/>
              <a:defRPr sz="1600">
                <a:solidFill>
                  <a:srgbClr val="232F3E"/>
                </a:solidFill>
              </a:defRPr>
            </a:lvl1pPr>
          </a:lstStyle>
          <a:p>
            <a:pPr lvl="0"/>
            <a:r>
              <a:rPr lang="en-US"/>
              <a:t>Enter text</a:t>
            </a:r>
          </a:p>
        </p:txBody>
      </p:sp>
      <p:sp>
        <p:nvSpPr>
          <p:cNvPr id="24" name="Picture Top Center Right">
            <a:extLst>
              <a:ext uri="{FF2B5EF4-FFF2-40B4-BE49-F238E27FC236}">
                <a16:creationId xmlns:a16="http://schemas.microsoft.com/office/drawing/2014/main" id="{815CD5D2-790A-41FA-B807-B7B212763D05}"/>
              </a:ext>
              <a:ext uri="{C183D7F6-B498-43B3-948B-1728B52AA6E4}">
                <adec:decorative xmlns:adec="http://schemas.microsoft.com/office/drawing/2017/decorative" val="1"/>
              </a:ext>
            </a:extLst>
          </p:cNvPr>
          <p:cNvSpPr>
            <a:spLocks noGrp="1"/>
          </p:cNvSpPr>
          <p:nvPr>
            <p:ph type="pic" idx="24" hasCustomPrompt="1"/>
          </p:nvPr>
        </p:nvSpPr>
        <p:spPr>
          <a:xfrm>
            <a:off x="6714744" y="1112520"/>
            <a:ext cx="1645920" cy="1648911"/>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4" name="Header Top Center Right">
            <a:extLst>
              <a:ext uri="{FF2B5EF4-FFF2-40B4-BE49-F238E27FC236}">
                <a16:creationId xmlns:a16="http://schemas.microsoft.com/office/drawing/2014/main" id="{CF3CD244-8B44-44A6-A623-84365E91EAE7}"/>
              </a:ext>
            </a:extLst>
          </p:cNvPr>
          <p:cNvSpPr>
            <a:spLocks noGrp="1"/>
          </p:cNvSpPr>
          <p:nvPr>
            <p:ph type="body" idx="14" hasCustomPrompt="1"/>
          </p:nvPr>
        </p:nvSpPr>
        <p:spPr>
          <a:xfrm>
            <a:off x="6143244" y="2816120"/>
            <a:ext cx="2788920" cy="301752"/>
          </a:xfrm>
          <a:noFill/>
          <a:ln>
            <a:noFill/>
          </a:ln>
        </p:spPr>
        <p:txBody>
          <a:bodyPr vert="horz" lIns="91440" tIns="45720" rIns="91440" bIns="45720" rtlCol="0" anchor="ctr">
            <a:noAutofit/>
          </a:bodyPr>
          <a:lstStyle>
            <a:lvl1pPr marL="0" indent="0" algn="ctr">
              <a:lnSpc>
                <a:spcPct val="100000"/>
              </a:lnSpc>
              <a:buNone/>
              <a:defRPr lang="en-US" sz="16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a:t>Enter subtitle</a:t>
            </a:r>
          </a:p>
        </p:txBody>
      </p:sp>
      <p:sp>
        <p:nvSpPr>
          <p:cNvPr id="4" name="Content Top Center Right">
            <a:extLst>
              <a:ext uri="{FF2B5EF4-FFF2-40B4-BE49-F238E27FC236}">
                <a16:creationId xmlns:a16="http://schemas.microsoft.com/office/drawing/2014/main" id="{CB7E0003-F180-4528-9992-B9342F92AF42}"/>
              </a:ext>
            </a:extLst>
          </p:cNvPr>
          <p:cNvSpPr>
            <a:spLocks noGrp="1"/>
          </p:cNvSpPr>
          <p:nvPr>
            <p:ph type="body" idx="4" hasCustomPrompt="1"/>
          </p:nvPr>
        </p:nvSpPr>
        <p:spPr>
          <a:xfrm>
            <a:off x="6143244" y="3181880"/>
            <a:ext cx="2788920" cy="570859"/>
          </a:xfrm>
        </p:spPr>
        <p:txBody>
          <a:bodyPr lIns="91440">
            <a:noAutofit/>
          </a:bodyPr>
          <a:lstStyle>
            <a:lvl1pPr marL="0" indent="0" algn="ctr">
              <a:lnSpc>
                <a:spcPct val="100000"/>
              </a:lnSpc>
              <a:spcAft>
                <a:spcPts val="0"/>
              </a:spcAft>
              <a:buNone/>
              <a:defRPr sz="1600">
                <a:solidFill>
                  <a:srgbClr val="232F3E"/>
                </a:solidFill>
              </a:defRPr>
            </a:lvl1pPr>
          </a:lstStyle>
          <a:p>
            <a:pPr lvl="0"/>
            <a:r>
              <a:rPr lang="en-US"/>
              <a:t>Enter text</a:t>
            </a:r>
          </a:p>
        </p:txBody>
      </p:sp>
      <p:sp>
        <p:nvSpPr>
          <p:cNvPr id="25" name="Picture Top Right">
            <a:extLst>
              <a:ext uri="{FF2B5EF4-FFF2-40B4-BE49-F238E27FC236}">
                <a16:creationId xmlns:a16="http://schemas.microsoft.com/office/drawing/2014/main" id="{1D19D589-0526-4B91-878C-8F5B57AFE6B1}"/>
              </a:ext>
              <a:ext uri="{C183D7F6-B498-43B3-948B-1728B52AA6E4}">
                <adec:decorative xmlns:adec="http://schemas.microsoft.com/office/drawing/2017/decorative" val="1"/>
              </a:ext>
            </a:extLst>
          </p:cNvPr>
          <p:cNvSpPr>
            <a:spLocks noGrp="1"/>
          </p:cNvSpPr>
          <p:nvPr>
            <p:ph type="pic" idx="25" hasCustomPrompt="1"/>
          </p:nvPr>
        </p:nvSpPr>
        <p:spPr>
          <a:xfrm>
            <a:off x="9592056" y="1112520"/>
            <a:ext cx="1645920" cy="1648911"/>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5" name="Header Top Right">
            <a:extLst>
              <a:ext uri="{FF2B5EF4-FFF2-40B4-BE49-F238E27FC236}">
                <a16:creationId xmlns:a16="http://schemas.microsoft.com/office/drawing/2014/main" id="{08FBD2BF-3C8E-4153-80EE-99905AF06DB0}"/>
              </a:ext>
            </a:extLst>
          </p:cNvPr>
          <p:cNvSpPr>
            <a:spLocks noGrp="1"/>
          </p:cNvSpPr>
          <p:nvPr>
            <p:ph type="body" idx="15" hasCustomPrompt="1"/>
          </p:nvPr>
        </p:nvSpPr>
        <p:spPr>
          <a:xfrm>
            <a:off x="9020556" y="2816120"/>
            <a:ext cx="2788920" cy="301752"/>
          </a:xfrm>
          <a:noFill/>
          <a:ln>
            <a:noFill/>
          </a:ln>
        </p:spPr>
        <p:txBody>
          <a:bodyPr vert="horz" lIns="91440" tIns="45720" rIns="91440" bIns="45720" rtlCol="0" anchor="ctr">
            <a:noAutofit/>
          </a:bodyPr>
          <a:lstStyle>
            <a:lvl1pPr marL="0" indent="0" algn="ctr">
              <a:lnSpc>
                <a:spcPct val="100000"/>
              </a:lnSpc>
              <a:buNone/>
              <a:defRPr lang="en-US" sz="16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a:t>Enter subtitle</a:t>
            </a:r>
          </a:p>
        </p:txBody>
      </p:sp>
      <p:sp>
        <p:nvSpPr>
          <p:cNvPr id="5" name="Content Top Right">
            <a:extLst>
              <a:ext uri="{FF2B5EF4-FFF2-40B4-BE49-F238E27FC236}">
                <a16:creationId xmlns:a16="http://schemas.microsoft.com/office/drawing/2014/main" id="{9F6FFAA7-B9C7-461E-8BB9-81670232C41F}"/>
              </a:ext>
            </a:extLst>
          </p:cNvPr>
          <p:cNvSpPr>
            <a:spLocks noGrp="1"/>
          </p:cNvSpPr>
          <p:nvPr>
            <p:ph type="body" idx="5" hasCustomPrompt="1"/>
          </p:nvPr>
        </p:nvSpPr>
        <p:spPr>
          <a:xfrm>
            <a:off x="9020556" y="3181880"/>
            <a:ext cx="2788920" cy="570859"/>
          </a:xfrm>
        </p:spPr>
        <p:txBody>
          <a:bodyPr lIns="91440">
            <a:noAutofit/>
          </a:bodyPr>
          <a:lstStyle>
            <a:lvl1pPr marL="0" indent="0" algn="ctr">
              <a:lnSpc>
                <a:spcPct val="100000"/>
              </a:lnSpc>
              <a:spcAft>
                <a:spcPts val="0"/>
              </a:spcAft>
              <a:buNone/>
              <a:defRPr sz="1600">
                <a:solidFill>
                  <a:srgbClr val="232F3E"/>
                </a:solidFill>
              </a:defRPr>
            </a:lvl1pPr>
          </a:lstStyle>
          <a:p>
            <a:pPr lvl="0"/>
            <a:r>
              <a:rPr lang="en-US"/>
              <a:t>Enter text</a:t>
            </a:r>
          </a:p>
        </p:txBody>
      </p:sp>
      <p:sp>
        <p:nvSpPr>
          <p:cNvPr id="26" name="Picture Bottom Left">
            <a:extLst>
              <a:ext uri="{FF2B5EF4-FFF2-40B4-BE49-F238E27FC236}">
                <a16:creationId xmlns:a16="http://schemas.microsoft.com/office/drawing/2014/main" id="{6A136B8D-0BEF-4C03-8B3C-BF95C65548B3}"/>
              </a:ext>
              <a:ext uri="{C183D7F6-B498-43B3-948B-1728B52AA6E4}">
                <adec:decorative xmlns:adec="http://schemas.microsoft.com/office/drawing/2017/decorative" val="1"/>
              </a:ext>
            </a:extLst>
          </p:cNvPr>
          <p:cNvSpPr>
            <a:spLocks noGrp="1"/>
          </p:cNvSpPr>
          <p:nvPr>
            <p:ph type="pic" idx="26" hasCustomPrompt="1"/>
          </p:nvPr>
        </p:nvSpPr>
        <p:spPr>
          <a:xfrm>
            <a:off x="960120" y="3814574"/>
            <a:ext cx="1645920" cy="1648911"/>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6" name="Header Bottom Left">
            <a:extLst>
              <a:ext uri="{FF2B5EF4-FFF2-40B4-BE49-F238E27FC236}">
                <a16:creationId xmlns:a16="http://schemas.microsoft.com/office/drawing/2014/main" id="{E8024806-5459-4580-AA84-DFE98F18A5A3}"/>
              </a:ext>
              <a:ext uri="{C183D7F6-B498-43B3-948B-1728B52AA6E4}">
                <adec:decorative xmlns:adec="http://schemas.microsoft.com/office/drawing/2017/decorative" val="0"/>
              </a:ext>
            </a:extLst>
          </p:cNvPr>
          <p:cNvSpPr>
            <a:spLocks noGrp="1"/>
          </p:cNvSpPr>
          <p:nvPr>
            <p:ph type="body" idx="16" hasCustomPrompt="1"/>
          </p:nvPr>
        </p:nvSpPr>
        <p:spPr>
          <a:xfrm>
            <a:off x="388620" y="5518174"/>
            <a:ext cx="2788920" cy="301752"/>
          </a:xfrm>
          <a:noFill/>
          <a:ln>
            <a:noFill/>
          </a:ln>
        </p:spPr>
        <p:txBody>
          <a:bodyPr vert="horz" lIns="91440" tIns="45720" rIns="91440" bIns="45720" rtlCol="0" anchor="ctr">
            <a:noAutofit/>
          </a:bodyPr>
          <a:lstStyle>
            <a:lvl1pPr marL="0" indent="0" algn="ctr">
              <a:lnSpc>
                <a:spcPct val="100000"/>
              </a:lnSpc>
              <a:buNone/>
              <a:defRPr lang="en-US" sz="16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a:t>Enter subtitle</a:t>
            </a:r>
          </a:p>
        </p:txBody>
      </p:sp>
      <p:sp>
        <p:nvSpPr>
          <p:cNvPr id="6" name="Content Bottom Left">
            <a:extLst>
              <a:ext uri="{FF2B5EF4-FFF2-40B4-BE49-F238E27FC236}">
                <a16:creationId xmlns:a16="http://schemas.microsoft.com/office/drawing/2014/main" id="{4D93D3AB-1EE8-404D-9F8C-ED6967836914}"/>
              </a:ext>
            </a:extLst>
          </p:cNvPr>
          <p:cNvSpPr>
            <a:spLocks noGrp="1"/>
          </p:cNvSpPr>
          <p:nvPr>
            <p:ph type="body" idx="6" hasCustomPrompt="1"/>
          </p:nvPr>
        </p:nvSpPr>
        <p:spPr>
          <a:xfrm>
            <a:off x="388620" y="5864908"/>
            <a:ext cx="2788920" cy="570859"/>
          </a:xfrm>
        </p:spPr>
        <p:txBody>
          <a:bodyPr lIns="91440">
            <a:noAutofit/>
          </a:bodyPr>
          <a:lstStyle>
            <a:lvl1pPr marL="0" indent="0" algn="ctr">
              <a:lnSpc>
                <a:spcPct val="100000"/>
              </a:lnSpc>
              <a:spcAft>
                <a:spcPts val="0"/>
              </a:spcAft>
              <a:buNone/>
              <a:defRPr sz="1600">
                <a:solidFill>
                  <a:srgbClr val="232F3E"/>
                </a:solidFill>
              </a:defRPr>
            </a:lvl1pPr>
          </a:lstStyle>
          <a:p>
            <a:pPr lvl="0"/>
            <a:r>
              <a:rPr lang="en-US"/>
              <a:t>Enter text</a:t>
            </a:r>
          </a:p>
        </p:txBody>
      </p:sp>
      <p:sp>
        <p:nvSpPr>
          <p:cNvPr id="27" name="Picture Bottom Left Center">
            <a:extLst>
              <a:ext uri="{FF2B5EF4-FFF2-40B4-BE49-F238E27FC236}">
                <a16:creationId xmlns:a16="http://schemas.microsoft.com/office/drawing/2014/main" id="{AF549A83-F8CE-463B-9ED5-5A303AC8AC23}"/>
              </a:ext>
              <a:ext uri="{C183D7F6-B498-43B3-948B-1728B52AA6E4}">
                <adec:decorative xmlns:adec="http://schemas.microsoft.com/office/drawing/2017/decorative" val="1"/>
              </a:ext>
            </a:extLst>
          </p:cNvPr>
          <p:cNvSpPr>
            <a:spLocks noGrp="1"/>
          </p:cNvSpPr>
          <p:nvPr>
            <p:ph type="pic" idx="27" hasCustomPrompt="1"/>
          </p:nvPr>
        </p:nvSpPr>
        <p:spPr>
          <a:xfrm>
            <a:off x="3837432" y="3814574"/>
            <a:ext cx="1645920" cy="1648911"/>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7" name="Header Bottom Left Center">
            <a:extLst>
              <a:ext uri="{FF2B5EF4-FFF2-40B4-BE49-F238E27FC236}">
                <a16:creationId xmlns:a16="http://schemas.microsoft.com/office/drawing/2014/main" id="{484800A7-DA7A-48C2-BD82-C01F6FD9DB3E}"/>
              </a:ext>
            </a:extLst>
          </p:cNvPr>
          <p:cNvSpPr>
            <a:spLocks noGrp="1"/>
          </p:cNvSpPr>
          <p:nvPr>
            <p:ph type="body" idx="17" hasCustomPrompt="1"/>
          </p:nvPr>
        </p:nvSpPr>
        <p:spPr>
          <a:xfrm>
            <a:off x="3265932" y="5518174"/>
            <a:ext cx="2788920" cy="301752"/>
          </a:xfrm>
          <a:noFill/>
          <a:ln>
            <a:noFill/>
          </a:ln>
        </p:spPr>
        <p:txBody>
          <a:bodyPr vert="horz" lIns="91440" tIns="45720" rIns="91440" bIns="45720" rtlCol="0" anchor="ctr">
            <a:noAutofit/>
          </a:bodyPr>
          <a:lstStyle>
            <a:lvl1pPr marL="0" indent="0" algn="ctr">
              <a:lnSpc>
                <a:spcPct val="100000"/>
              </a:lnSpc>
              <a:buNone/>
              <a:defRPr lang="en-US" sz="16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a:t>Enter subtitle</a:t>
            </a:r>
          </a:p>
        </p:txBody>
      </p:sp>
      <p:sp>
        <p:nvSpPr>
          <p:cNvPr id="7" name="Content Bottom Left Center">
            <a:extLst>
              <a:ext uri="{FF2B5EF4-FFF2-40B4-BE49-F238E27FC236}">
                <a16:creationId xmlns:a16="http://schemas.microsoft.com/office/drawing/2014/main" id="{E00DC7A1-D213-4110-B8F7-671693ED3BA2}"/>
              </a:ext>
            </a:extLst>
          </p:cNvPr>
          <p:cNvSpPr>
            <a:spLocks noGrp="1"/>
          </p:cNvSpPr>
          <p:nvPr>
            <p:ph type="body" idx="7" hasCustomPrompt="1"/>
          </p:nvPr>
        </p:nvSpPr>
        <p:spPr>
          <a:xfrm>
            <a:off x="3265932" y="5864908"/>
            <a:ext cx="2788920" cy="570859"/>
          </a:xfrm>
        </p:spPr>
        <p:txBody>
          <a:bodyPr lIns="91440">
            <a:noAutofit/>
          </a:bodyPr>
          <a:lstStyle>
            <a:lvl1pPr marL="0" indent="0" algn="ctr">
              <a:lnSpc>
                <a:spcPct val="100000"/>
              </a:lnSpc>
              <a:spcAft>
                <a:spcPts val="0"/>
              </a:spcAft>
              <a:buNone/>
              <a:defRPr sz="1600">
                <a:solidFill>
                  <a:srgbClr val="232F3E"/>
                </a:solidFill>
              </a:defRPr>
            </a:lvl1pPr>
          </a:lstStyle>
          <a:p>
            <a:pPr lvl="0"/>
            <a:r>
              <a:rPr lang="en-US"/>
              <a:t>Enter text</a:t>
            </a:r>
          </a:p>
        </p:txBody>
      </p:sp>
      <p:sp>
        <p:nvSpPr>
          <p:cNvPr id="28" name="Picture Bottom Center Right">
            <a:extLst>
              <a:ext uri="{FF2B5EF4-FFF2-40B4-BE49-F238E27FC236}">
                <a16:creationId xmlns:a16="http://schemas.microsoft.com/office/drawing/2014/main" id="{0FD6813E-DBAA-47AF-94A9-F300864878FA}"/>
              </a:ext>
              <a:ext uri="{C183D7F6-B498-43B3-948B-1728B52AA6E4}">
                <adec:decorative xmlns:adec="http://schemas.microsoft.com/office/drawing/2017/decorative" val="1"/>
              </a:ext>
            </a:extLst>
          </p:cNvPr>
          <p:cNvSpPr>
            <a:spLocks noGrp="1"/>
          </p:cNvSpPr>
          <p:nvPr>
            <p:ph type="pic" idx="28" hasCustomPrompt="1"/>
          </p:nvPr>
        </p:nvSpPr>
        <p:spPr>
          <a:xfrm>
            <a:off x="6714744" y="3814574"/>
            <a:ext cx="1645920" cy="1648911"/>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8" name="Header Bottom Center Right">
            <a:extLst>
              <a:ext uri="{FF2B5EF4-FFF2-40B4-BE49-F238E27FC236}">
                <a16:creationId xmlns:a16="http://schemas.microsoft.com/office/drawing/2014/main" id="{706046A5-A656-4648-BD39-64FA5E94B613}"/>
              </a:ext>
            </a:extLst>
          </p:cNvPr>
          <p:cNvSpPr>
            <a:spLocks noGrp="1"/>
          </p:cNvSpPr>
          <p:nvPr>
            <p:ph type="body" idx="18" hasCustomPrompt="1"/>
          </p:nvPr>
        </p:nvSpPr>
        <p:spPr>
          <a:xfrm>
            <a:off x="6143244" y="5518174"/>
            <a:ext cx="2788920" cy="301752"/>
          </a:xfrm>
          <a:noFill/>
          <a:ln>
            <a:noFill/>
          </a:ln>
        </p:spPr>
        <p:txBody>
          <a:bodyPr vert="horz" lIns="91440" tIns="45720" rIns="91440" bIns="45720" rtlCol="0" anchor="ctr">
            <a:noAutofit/>
          </a:bodyPr>
          <a:lstStyle>
            <a:lvl1pPr marL="0" indent="0" algn="ctr">
              <a:lnSpc>
                <a:spcPct val="100000"/>
              </a:lnSpc>
              <a:buNone/>
              <a:defRPr lang="en-US" sz="16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a:t>Enter subtitle</a:t>
            </a:r>
          </a:p>
        </p:txBody>
      </p:sp>
      <p:sp>
        <p:nvSpPr>
          <p:cNvPr id="8" name="Content Bottom Center Right">
            <a:extLst>
              <a:ext uri="{FF2B5EF4-FFF2-40B4-BE49-F238E27FC236}">
                <a16:creationId xmlns:a16="http://schemas.microsoft.com/office/drawing/2014/main" id="{9B368858-C97D-421E-8EFA-7300741447EE}"/>
              </a:ext>
            </a:extLst>
          </p:cNvPr>
          <p:cNvSpPr>
            <a:spLocks noGrp="1"/>
          </p:cNvSpPr>
          <p:nvPr>
            <p:ph type="body" idx="8" hasCustomPrompt="1"/>
          </p:nvPr>
        </p:nvSpPr>
        <p:spPr>
          <a:xfrm>
            <a:off x="6143244" y="5864908"/>
            <a:ext cx="2788920" cy="570859"/>
          </a:xfrm>
        </p:spPr>
        <p:txBody>
          <a:bodyPr lIns="91440">
            <a:noAutofit/>
          </a:bodyPr>
          <a:lstStyle>
            <a:lvl1pPr marL="0" indent="0" algn="ctr">
              <a:lnSpc>
                <a:spcPct val="100000"/>
              </a:lnSpc>
              <a:spcAft>
                <a:spcPts val="0"/>
              </a:spcAft>
              <a:buNone/>
              <a:defRPr sz="1600">
                <a:solidFill>
                  <a:srgbClr val="232F3E"/>
                </a:solidFill>
              </a:defRPr>
            </a:lvl1pPr>
          </a:lstStyle>
          <a:p>
            <a:pPr lvl="0"/>
            <a:r>
              <a:rPr lang="en-US"/>
              <a:t>Enter text</a:t>
            </a:r>
          </a:p>
        </p:txBody>
      </p:sp>
      <p:sp>
        <p:nvSpPr>
          <p:cNvPr id="9" name="Picture Bottom Right">
            <a:extLst>
              <a:ext uri="{FF2B5EF4-FFF2-40B4-BE49-F238E27FC236}">
                <a16:creationId xmlns:a16="http://schemas.microsoft.com/office/drawing/2014/main" id="{9A78C933-BE2D-4980-BE96-E14880669883}"/>
              </a:ext>
              <a:ext uri="{C183D7F6-B498-43B3-948B-1728B52AA6E4}">
                <adec:decorative xmlns:adec="http://schemas.microsoft.com/office/drawing/2017/decorative" val="1"/>
              </a:ext>
            </a:extLst>
          </p:cNvPr>
          <p:cNvSpPr>
            <a:spLocks noGrp="1"/>
          </p:cNvSpPr>
          <p:nvPr>
            <p:ph type="pic" idx="9" hasCustomPrompt="1"/>
          </p:nvPr>
        </p:nvSpPr>
        <p:spPr>
          <a:xfrm>
            <a:off x="9592056" y="3814574"/>
            <a:ext cx="1645920" cy="1648911"/>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9" name="Header Bottom Right">
            <a:extLst>
              <a:ext uri="{FF2B5EF4-FFF2-40B4-BE49-F238E27FC236}">
                <a16:creationId xmlns:a16="http://schemas.microsoft.com/office/drawing/2014/main" id="{DE6244C7-6311-4CE0-AB72-2F6B429380EE}"/>
              </a:ext>
            </a:extLst>
          </p:cNvPr>
          <p:cNvSpPr>
            <a:spLocks noGrp="1"/>
          </p:cNvSpPr>
          <p:nvPr>
            <p:ph type="body" idx="19" hasCustomPrompt="1"/>
          </p:nvPr>
        </p:nvSpPr>
        <p:spPr>
          <a:xfrm>
            <a:off x="9020556" y="5518174"/>
            <a:ext cx="2788920" cy="301752"/>
          </a:xfrm>
          <a:noFill/>
          <a:ln>
            <a:noFill/>
          </a:ln>
        </p:spPr>
        <p:txBody>
          <a:bodyPr vert="horz" lIns="91440" tIns="45720" rIns="91440" bIns="45720" rtlCol="0" anchor="ctr">
            <a:noAutofit/>
          </a:bodyPr>
          <a:lstStyle>
            <a:lvl1pPr marL="0" indent="0" algn="ctr">
              <a:lnSpc>
                <a:spcPct val="100000"/>
              </a:lnSpc>
              <a:buNone/>
              <a:defRPr lang="en-US" sz="16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a:t>Enter subtitle</a:t>
            </a:r>
          </a:p>
        </p:txBody>
      </p:sp>
      <p:sp>
        <p:nvSpPr>
          <p:cNvPr id="11" name="Content Bottom Right">
            <a:extLst>
              <a:ext uri="{FF2B5EF4-FFF2-40B4-BE49-F238E27FC236}">
                <a16:creationId xmlns:a16="http://schemas.microsoft.com/office/drawing/2014/main" id="{FD06B556-F6DC-4CCE-8B02-F0089954096F}"/>
              </a:ext>
            </a:extLst>
          </p:cNvPr>
          <p:cNvSpPr>
            <a:spLocks noGrp="1"/>
          </p:cNvSpPr>
          <p:nvPr>
            <p:ph type="body" idx="9" hasCustomPrompt="1"/>
          </p:nvPr>
        </p:nvSpPr>
        <p:spPr>
          <a:xfrm>
            <a:off x="9020556" y="5864908"/>
            <a:ext cx="2788920" cy="570859"/>
          </a:xfrm>
        </p:spPr>
        <p:txBody>
          <a:bodyPr lIns="91440">
            <a:noAutofit/>
          </a:bodyPr>
          <a:lstStyle>
            <a:lvl1pPr marL="0" indent="0" algn="ctr">
              <a:lnSpc>
                <a:spcPct val="100000"/>
              </a:lnSpc>
              <a:spcAft>
                <a:spcPts val="0"/>
              </a:spcAft>
              <a:buNone/>
              <a:defRPr sz="1600">
                <a:solidFill>
                  <a:srgbClr val="232F3E"/>
                </a:solidFill>
              </a:defRPr>
            </a:lvl1pPr>
          </a:lstStyle>
          <a:p>
            <a:pPr lvl="0"/>
            <a:r>
              <a:rPr lang="en-US"/>
              <a:t>Enter text</a:t>
            </a:r>
          </a:p>
        </p:txBody>
      </p:sp>
    </p:spTree>
    <p:custDataLst>
      <p:tags r:id="rId1"/>
    </p:custDataLst>
    <p:extLst>
      <p:ext uri="{BB962C8B-B14F-4D97-AF65-F5344CB8AC3E}">
        <p14:creationId xmlns:p14="http://schemas.microsoft.com/office/powerpoint/2010/main" val="923038984"/>
      </p:ext>
    </p:extLst>
  </p:cSld>
  <p:clrMapOvr>
    <a:masterClrMapping/>
  </p:clrMapOvr>
  <p:extLst>
    <p:ext uri="{DCECCB84-F9BA-43D5-87BE-67443E8EF086}">
      <p15:sldGuideLst xmlns:p15="http://schemas.microsoft.com/office/powerpoint/2012/main">
        <p15:guide id="2" orient="horz" pos="1080">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type="tx" preserve="1">
  <p:cSld name="Title Only">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86698E16-E131-4493-9302-E0BED45D763E}"/>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pic>
        <p:nvPicPr>
          <p:cNvPr id="99" name="Divider">
            <a:extLst>
              <a:ext uri="{FF2B5EF4-FFF2-40B4-BE49-F238E27FC236}">
                <a16:creationId xmlns:a16="http://schemas.microsoft.com/office/drawing/2014/main" id="{D43F84C4-7A63-4092-877E-74B824841320}"/>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2" name="Title">
            <a:extLst>
              <a:ext uri="{FF2B5EF4-FFF2-40B4-BE49-F238E27FC236}">
                <a16:creationId xmlns:a16="http://schemas.microsoft.com/office/drawing/2014/main" id="{9A1AD47A-644D-4968-9CC8-C9014D5497DB}"/>
              </a:ext>
            </a:extLst>
          </p:cNvPr>
          <p:cNvSpPr>
            <a:spLocks noGrp="1"/>
          </p:cNvSpPr>
          <p:nvPr>
            <p:ph type="title" idx="1" hasCustomPrompt="1"/>
          </p:nvPr>
        </p:nvSpPr>
        <p:spPr>
          <a:xfrm>
            <a:off x="365760" y="301752"/>
            <a:ext cx="11466576" cy="731520"/>
          </a:xfrm>
        </p:spPr>
        <p:txBody>
          <a:bodyPr/>
          <a:lstStyle>
            <a:lvl1pPr>
              <a:defRPr>
                <a:solidFill>
                  <a:srgbClr val="232F3E"/>
                </a:solidFill>
                <a:latin typeface="Amazon Ember Display Heavy"/>
              </a:defRPr>
            </a:lvl1pPr>
          </a:lstStyle>
          <a:p>
            <a:r>
              <a:rPr lang="en-US"/>
              <a:t>Title only layout</a:t>
            </a:r>
          </a:p>
        </p:txBody>
      </p:sp>
    </p:spTree>
    <p:custDataLst>
      <p:tags r:id="rId1"/>
    </p:custDataLst>
    <p:extLst>
      <p:ext uri="{BB962C8B-B14F-4D97-AF65-F5344CB8AC3E}">
        <p14:creationId xmlns:p14="http://schemas.microsoft.com/office/powerpoint/2010/main" val="155238153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x" preserve="1">
  <p:cSld name="Title Only Blank">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A05A6DC6-12AE-4044-A010-638B96074FFE}"/>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2" name="Title">
            <a:extLst>
              <a:ext uri="{FF2B5EF4-FFF2-40B4-BE49-F238E27FC236}">
                <a16:creationId xmlns:a16="http://schemas.microsoft.com/office/drawing/2014/main" id="{9A1AD47A-644D-4968-9CC8-C9014D5497DB}"/>
              </a:ext>
            </a:extLst>
          </p:cNvPr>
          <p:cNvSpPr>
            <a:spLocks noGrp="1"/>
          </p:cNvSpPr>
          <p:nvPr>
            <p:ph type="title" idx="1" hasCustomPrompt="1"/>
          </p:nvPr>
        </p:nvSpPr>
        <p:spPr>
          <a:xfrm>
            <a:off x="365760" y="301752"/>
            <a:ext cx="11466576" cy="731520"/>
          </a:xfrm>
        </p:spPr>
        <p:txBody>
          <a:bodyPr/>
          <a:lstStyle>
            <a:lvl1pPr>
              <a:defRPr>
                <a:solidFill>
                  <a:srgbClr val="232F3E"/>
                </a:solidFill>
                <a:latin typeface="Amazon Ember Display Heavy"/>
              </a:defRPr>
            </a:lvl1pPr>
          </a:lstStyle>
          <a:p>
            <a:r>
              <a:rPr lang="en-US"/>
              <a:t>Title only blank layout</a:t>
            </a:r>
          </a:p>
        </p:txBody>
      </p:sp>
    </p:spTree>
    <p:custDataLst>
      <p:tags r:id="rId1"/>
    </p:custDataLst>
    <p:extLst>
      <p:ext uri="{BB962C8B-B14F-4D97-AF65-F5344CB8AC3E}">
        <p14:creationId xmlns:p14="http://schemas.microsoft.com/office/powerpoint/2010/main" val="402404133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x" preserve="1">
  <p:cSld name="Small Title and Architecture">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26FB18C2-E834-48CB-9414-9609DFCFF50D}"/>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pic>
        <p:nvPicPr>
          <p:cNvPr id="99" name="Divider">
            <a:extLst>
              <a:ext uri="{FF2B5EF4-FFF2-40B4-BE49-F238E27FC236}">
                <a16:creationId xmlns:a16="http://schemas.microsoft.com/office/drawing/2014/main" id="{5D396EB3-B009-41EC-883D-783B45B40002}"/>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578317"/>
            <a:ext cx="11484864" cy="45720"/>
          </a:xfrm>
          <a:prstGeom prst="rect">
            <a:avLst/>
          </a:prstGeom>
        </p:spPr>
      </p:pic>
      <p:sp>
        <p:nvSpPr>
          <p:cNvPr id="2" name="Title">
            <a:extLst>
              <a:ext uri="{FF2B5EF4-FFF2-40B4-BE49-F238E27FC236}">
                <a16:creationId xmlns:a16="http://schemas.microsoft.com/office/drawing/2014/main" id="{9A1AD47A-644D-4968-9CC8-C9014D5497DB}"/>
              </a:ext>
            </a:extLst>
          </p:cNvPr>
          <p:cNvSpPr>
            <a:spLocks noGrp="1"/>
          </p:cNvSpPr>
          <p:nvPr>
            <p:ph type="title" idx="1" hasCustomPrompt="1"/>
          </p:nvPr>
        </p:nvSpPr>
        <p:spPr>
          <a:xfrm>
            <a:off x="365760" y="299526"/>
            <a:ext cx="11466576" cy="289591"/>
          </a:xfrm>
        </p:spPr>
        <p:txBody>
          <a:bodyPr>
            <a:noAutofit/>
          </a:bodyPr>
          <a:lstStyle>
            <a:lvl1pPr>
              <a:defRPr sz="1600">
                <a:solidFill>
                  <a:srgbClr val="232F3E"/>
                </a:solidFill>
                <a:latin typeface="Amazon Ember Display Heavy"/>
              </a:defRPr>
            </a:lvl1pPr>
          </a:lstStyle>
          <a:p>
            <a:r>
              <a:rPr lang="en-US"/>
              <a:t>Architecture layout</a:t>
            </a:r>
          </a:p>
        </p:txBody>
      </p:sp>
    </p:spTree>
    <p:custDataLst>
      <p:tags r:id="rId1"/>
    </p:custDataLst>
    <p:extLst>
      <p:ext uri="{BB962C8B-B14F-4D97-AF65-F5344CB8AC3E}">
        <p14:creationId xmlns:p14="http://schemas.microsoft.com/office/powerpoint/2010/main" val="389239983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picTx" preserve="1">
  <p:cSld name="Title and Full Bleed Image">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A4932735-622B-4285-A776-740EAD7E4221}"/>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2" name="Title">
            <a:extLst>
              <a:ext uri="{FF2B5EF4-FFF2-40B4-BE49-F238E27FC236}">
                <a16:creationId xmlns:a16="http://schemas.microsoft.com/office/drawing/2014/main" id="{9A1AD47A-644D-4968-9CC8-C9014D5497DB}"/>
              </a:ext>
            </a:extLst>
          </p:cNvPr>
          <p:cNvSpPr>
            <a:spLocks noGrp="1"/>
          </p:cNvSpPr>
          <p:nvPr>
            <p:ph type="title" idx="1" hasCustomPrompt="1"/>
          </p:nvPr>
        </p:nvSpPr>
        <p:spPr>
          <a:xfrm>
            <a:off x="0" y="154244"/>
            <a:ext cx="12192000" cy="289591"/>
          </a:xfrm>
        </p:spPr>
        <p:txBody>
          <a:bodyPr>
            <a:normAutofit/>
          </a:bodyPr>
          <a:lstStyle>
            <a:lvl1pPr marL="228600">
              <a:defRPr sz="1600">
                <a:solidFill>
                  <a:srgbClr val="232F3E"/>
                </a:solidFill>
                <a:latin typeface="Amazon Ember Display Heavy"/>
              </a:defRPr>
            </a:lvl1pPr>
          </a:lstStyle>
          <a:p>
            <a:r>
              <a:rPr lang="en-US"/>
              <a:t>Full Image layout</a:t>
            </a:r>
          </a:p>
        </p:txBody>
      </p:sp>
      <p:sp>
        <p:nvSpPr>
          <p:cNvPr id="22" name="Picture">
            <a:extLst>
              <a:ext uri="{FF2B5EF4-FFF2-40B4-BE49-F238E27FC236}">
                <a16:creationId xmlns:a16="http://schemas.microsoft.com/office/drawing/2014/main" id="{3725AF1B-6140-4505-81CD-922F8227415C}"/>
              </a:ext>
              <a:ext uri="{C183D7F6-B498-43B3-948B-1728B52AA6E4}">
                <adec:decorative xmlns:adec="http://schemas.microsoft.com/office/drawing/2017/decorative" val="1"/>
              </a:ext>
            </a:extLst>
          </p:cNvPr>
          <p:cNvSpPr>
            <a:spLocks noGrp="1"/>
          </p:cNvSpPr>
          <p:nvPr>
            <p:ph type="pic" idx="22" hasCustomPrompt="1"/>
          </p:nvPr>
        </p:nvSpPr>
        <p:spPr>
          <a:xfrm>
            <a:off x="0" y="444499"/>
            <a:ext cx="12192000" cy="5979265"/>
          </a:xfrm>
        </p:spPr>
        <p:txBody>
          <a:bodyPr anchor="ctr">
            <a:noAutofit/>
          </a:bodyPr>
          <a:lstStyle>
            <a:lvl1pPr marL="0" indent="0" algn="ctr">
              <a:buNone/>
              <a:defRPr sz="3600">
                <a:solidFill>
                  <a:srgbClr val="232F3E"/>
                </a:solidFill>
              </a:defRPr>
            </a:lvl1pPr>
          </a:lstStyle>
          <a:p>
            <a:r>
              <a:rPr lang="en-US" dirty="0"/>
              <a:t>Click icon to add image</a:t>
            </a:r>
          </a:p>
        </p:txBody>
      </p:sp>
    </p:spTree>
    <p:custDataLst>
      <p:tags r:id="rId1"/>
    </p:custDataLst>
    <p:extLst>
      <p:ext uri="{BB962C8B-B14F-4D97-AF65-F5344CB8AC3E}">
        <p14:creationId xmlns:p14="http://schemas.microsoft.com/office/powerpoint/2010/main" val="95974070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p:cSld name="KC-Vertical-Question">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17" name="Title">
            <a:extLst>
              <a:ext uri="{FF2B5EF4-FFF2-40B4-BE49-F238E27FC236}">
                <a16:creationId xmlns:a16="http://schemas.microsoft.com/office/drawing/2014/main" id="{C2824936-64E1-4A65-A88E-FF9DDF72FA2F}"/>
              </a:ext>
            </a:extLst>
          </p:cNvPr>
          <p:cNvSpPr>
            <a:spLocks noGrp="1"/>
          </p:cNvSpPr>
          <p:nvPr>
            <p:ph type="title" idx="1" hasCustomPrompt="1"/>
          </p:nvPr>
        </p:nvSpPr>
        <p:spPr>
          <a:xfrm>
            <a:off x="365760" y="299526"/>
            <a:ext cx="11466576" cy="731318"/>
          </a:xfrm>
        </p:spPr>
        <p:txBody>
          <a:bodyPr/>
          <a:lstStyle>
            <a:lvl1pPr>
              <a:defRPr>
                <a:solidFill>
                  <a:schemeClr val="bg1"/>
                </a:solidFill>
                <a:latin typeface="Amazon Ember Display Heavy"/>
              </a:defRPr>
            </a:lvl1pPr>
          </a:lstStyle>
          <a:p>
            <a:r>
              <a:rPr lang="en-US"/>
              <a:t>Question and Responses</a:t>
            </a:r>
          </a:p>
        </p:txBody>
      </p:sp>
      <p:sp>
        <p:nvSpPr>
          <p:cNvPr id="2" name="Question">
            <a:extLst>
              <a:ext uri="{FF2B5EF4-FFF2-40B4-BE49-F238E27FC236}">
                <a16:creationId xmlns:a16="http://schemas.microsoft.com/office/drawing/2014/main" id="{44F57E91-15F3-4802-8B9A-31B722148228}"/>
              </a:ext>
            </a:extLst>
          </p:cNvPr>
          <p:cNvSpPr>
            <a:spLocks noGrp="1"/>
          </p:cNvSpPr>
          <p:nvPr>
            <p:ph type="body" idx="2" hasCustomPrompt="1"/>
          </p:nvPr>
        </p:nvSpPr>
        <p:spPr>
          <a:xfrm>
            <a:off x="365760" y="1039813"/>
            <a:ext cx="4162425" cy="5407025"/>
          </a:xfrm>
          <a:noFill/>
        </p:spPr>
        <p:txBody>
          <a:bodyPr>
            <a:normAutofit/>
          </a:bodyPr>
          <a:lstStyle>
            <a:lvl1pPr marL="0" marR="0" indent="0" algn="l" defTabSz="914400" rtl="0" eaLnBrk="1" fontAlgn="auto" latinLnBrk="0" hangingPunct="1">
              <a:lnSpc>
                <a:spcPct val="100000"/>
              </a:lnSpc>
              <a:spcBef>
                <a:spcPts val="0"/>
              </a:spcBef>
              <a:spcAft>
                <a:spcPts val="1200"/>
              </a:spcAft>
              <a:buClrTx/>
              <a:buSzTx/>
              <a:buFont typeface="Arial" panose="020B0604020202020204" pitchFamily="34" charset="0"/>
              <a:buNone/>
              <a:tabLst/>
              <a:defRPr sz="2400">
                <a:solidFill>
                  <a:schemeClr val="bg1"/>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a:t>Enter question –</a:t>
            </a:r>
            <a:br>
              <a:rPr lang="en-US"/>
            </a:br>
            <a:r>
              <a:rPr lang="en-US"/>
              <a:t>4 responses can only have 1 correct response</a:t>
            </a:r>
            <a:br>
              <a:rPr lang="en-US"/>
            </a:br>
            <a:r>
              <a:rPr lang="en-US"/>
              <a:t>5 responses must have 2 correct responses</a:t>
            </a:r>
            <a:br>
              <a:rPr lang="en-US"/>
            </a:br>
            <a:r>
              <a:rPr lang="en-US"/>
              <a:t>6 responses must have 3 correct responses.</a:t>
            </a:r>
          </a:p>
        </p:txBody>
      </p:sp>
      <p:sp>
        <p:nvSpPr>
          <p:cNvPr id="11" name="Choice Header">
            <a:extLst>
              <a:ext uri="{FF2B5EF4-FFF2-40B4-BE49-F238E27FC236}">
                <a16:creationId xmlns:a16="http://schemas.microsoft.com/office/drawing/2014/main" id="{94A86AAC-E12E-4379-82C3-110918D47BB2}"/>
              </a:ext>
            </a:extLst>
          </p:cNvPr>
          <p:cNvSpPr>
            <a:spLocks noGrp="1"/>
          </p:cNvSpPr>
          <p:nvPr>
            <p:ph type="body" idx="11" hasCustomPrompt="1"/>
          </p:nvPr>
        </p:nvSpPr>
        <p:spPr>
          <a:xfrm>
            <a:off x="4519613" y="1033463"/>
            <a:ext cx="925512" cy="322262"/>
          </a:xfrm>
          <a:noFill/>
          <a:ln>
            <a:noFill/>
          </a:ln>
        </p:spPr>
        <p:txBody>
          <a:bodyPr lIns="0" rIns="0">
            <a:noAutofit/>
          </a:bodyPr>
          <a:lstStyle>
            <a:lvl1pPr marL="0" indent="0" algn="ctr">
              <a:lnSpc>
                <a:spcPct val="100000"/>
              </a:lnSpc>
              <a:spcAft>
                <a:spcPts val="0"/>
              </a:spcAft>
              <a:buNone/>
              <a:defRPr sz="1800" b="1">
                <a:solidFill>
                  <a:schemeClr val="bg1"/>
                </a:solidFill>
                <a:latin typeface="+mn-lt"/>
              </a:defRPr>
            </a:lvl1pPr>
          </a:lstStyle>
          <a:p>
            <a:pPr lvl="0"/>
            <a:r>
              <a:rPr lang="en-US"/>
              <a:t>Type: Choice</a:t>
            </a:r>
          </a:p>
        </p:txBody>
      </p:sp>
      <p:sp>
        <p:nvSpPr>
          <p:cNvPr id="12" name="Response Header">
            <a:extLst>
              <a:ext uri="{FF2B5EF4-FFF2-40B4-BE49-F238E27FC236}">
                <a16:creationId xmlns:a16="http://schemas.microsoft.com/office/drawing/2014/main" id="{49A546CD-B784-4C60-8DF1-04299A8BD8DC}"/>
              </a:ext>
            </a:extLst>
          </p:cNvPr>
          <p:cNvSpPr>
            <a:spLocks noGrp="1"/>
          </p:cNvSpPr>
          <p:nvPr>
            <p:ph type="body" idx="12" hasCustomPrompt="1"/>
          </p:nvPr>
        </p:nvSpPr>
        <p:spPr>
          <a:xfrm>
            <a:off x="5445125" y="1039813"/>
            <a:ext cx="3005138" cy="315912"/>
          </a:xfrm>
          <a:noFill/>
          <a:ln>
            <a:noFill/>
          </a:ln>
        </p:spPr>
        <p:txBody>
          <a:bodyPr lIns="91440" rIns="0">
            <a:noAutofit/>
          </a:bodyPr>
          <a:lstStyle>
            <a:lvl1pPr marL="0" indent="0" algn="l">
              <a:lnSpc>
                <a:spcPct val="100000"/>
              </a:lnSpc>
              <a:spcAft>
                <a:spcPts val="0"/>
              </a:spcAft>
              <a:buNone/>
              <a:defRPr sz="1800" b="1">
                <a:solidFill>
                  <a:schemeClr val="bg1"/>
                </a:solidFill>
                <a:latin typeface="+mn-lt"/>
              </a:defRPr>
            </a:lvl1pPr>
          </a:lstStyle>
          <a:p>
            <a:pPr lvl="0"/>
            <a:r>
              <a:rPr lang="en-US"/>
              <a:t>Type: Response</a:t>
            </a:r>
          </a:p>
        </p:txBody>
      </p:sp>
      <p:sp>
        <p:nvSpPr>
          <p:cNvPr id="3" name="First Resp #">
            <a:extLst>
              <a:ext uri="{FF2B5EF4-FFF2-40B4-BE49-F238E27FC236}">
                <a16:creationId xmlns:a16="http://schemas.microsoft.com/office/drawing/2014/main" id="{DF65B8F8-C411-4217-9956-036774AA94F8}"/>
              </a:ext>
            </a:extLst>
          </p:cNvPr>
          <p:cNvSpPr>
            <a:spLocks noGrp="1"/>
          </p:cNvSpPr>
          <p:nvPr>
            <p:ph type="body" idx="3" hasCustomPrompt="1"/>
          </p:nvPr>
        </p:nvSpPr>
        <p:spPr>
          <a:xfrm>
            <a:off x="4530343" y="1344168"/>
            <a:ext cx="914781" cy="804672"/>
          </a:xfrm>
          <a:noFill/>
          <a:ln>
            <a:noFill/>
          </a:ln>
        </p:spPr>
        <p:txBody>
          <a:bodyPr lIns="0" tIns="0" rIns="0" bIns="0" anchor="ctr">
            <a:noAutofit/>
          </a:bodyPr>
          <a:lstStyle>
            <a:lvl1pPr marL="0" indent="0" algn="ctr">
              <a:lnSpc>
                <a:spcPct val="100000"/>
              </a:lnSpc>
              <a:spcAft>
                <a:spcPts val="0"/>
              </a:spcAft>
              <a:buNone/>
              <a:defRPr sz="2000" b="1">
                <a:solidFill>
                  <a:schemeClr val="bg1"/>
                </a:solidFill>
                <a:latin typeface="+mn-lt"/>
              </a:defRPr>
            </a:lvl1pPr>
          </a:lstStyle>
          <a:p>
            <a:pPr lvl="0"/>
            <a:r>
              <a:rPr lang="en-US"/>
              <a:t>#</a:t>
            </a:r>
          </a:p>
        </p:txBody>
      </p:sp>
      <p:sp>
        <p:nvSpPr>
          <p:cNvPr id="4" name="First Resp Text">
            <a:extLst>
              <a:ext uri="{FF2B5EF4-FFF2-40B4-BE49-F238E27FC236}">
                <a16:creationId xmlns:a16="http://schemas.microsoft.com/office/drawing/2014/main" id="{FFCADE15-0CD9-4F7B-9FFC-6A2C71B4D226}"/>
              </a:ext>
            </a:extLst>
          </p:cNvPr>
          <p:cNvSpPr>
            <a:spLocks noGrp="1"/>
          </p:cNvSpPr>
          <p:nvPr>
            <p:ph type="body" idx="4" hasCustomPrompt="1"/>
          </p:nvPr>
        </p:nvSpPr>
        <p:spPr>
          <a:xfrm>
            <a:off x="5431536" y="1344168"/>
            <a:ext cx="6720840" cy="804672"/>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a:t>Value</a:t>
            </a:r>
          </a:p>
        </p:txBody>
      </p:sp>
      <p:sp>
        <p:nvSpPr>
          <p:cNvPr id="5" name="Second Resp #">
            <a:extLst>
              <a:ext uri="{FF2B5EF4-FFF2-40B4-BE49-F238E27FC236}">
                <a16:creationId xmlns:a16="http://schemas.microsoft.com/office/drawing/2014/main" id="{B27347F1-D178-4BA7-947D-9C3316CA7F55}"/>
              </a:ext>
            </a:extLst>
          </p:cNvPr>
          <p:cNvSpPr>
            <a:spLocks noGrp="1"/>
          </p:cNvSpPr>
          <p:nvPr>
            <p:ph type="body" idx="5" hasCustomPrompt="1"/>
          </p:nvPr>
        </p:nvSpPr>
        <p:spPr>
          <a:xfrm>
            <a:off x="4526280" y="2194560"/>
            <a:ext cx="914400" cy="804672"/>
          </a:xfrm>
          <a:noFill/>
          <a:ln>
            <a:noFill/>
          </a:ln>
        </p:spPr>
        <p:txBody>
          <a:bodyPr lIns="0" tIns="0" rIns="0" bIns="0" anchor="ctr">
            <a:noAutofit/>
          </a:bodyPr>
          <a:lstStyle>
            <a:lvl1pPr marL="0" indent="0" algn="ctr">
              <a:lnSpc>
                <a:spcPct val="100000"/>
              </a:lnSpc>
              <a:spcAft>
                <a:spcPts val="0"/>
              </a:spcAft>
              <a:buNone/>
              <a:defRPr sz="2000" b="1">
                <a:solidFill>
                  <a:schemeClr val="bg1"/>
                </a:solidFill>
                <a:latin typeface="+mn-lt"/>
              </a:defRPr>
            </a:lvl1pPr>
          </a:lstStyle>
          <a:p>
            <a:pPr lvl="0"/>
            <a:r>
              <a:rPr lang="en-US"/>
              <a:t>#</a:t>
            </a:r>
          </a:p>
        </p:txBody>
      </p:sp>
      <p:sp>
        <p:nvSpPr>
          <p:cNvPr id="6" name="Second Resp Text">
            <a:extLst>
              <a:ext uri="{FF2B5EF4-FFF2-40B4-BE49-F238E27FC236}">
                <a16:creationId xmlns:a16="http://schemas.microsoft.com/office/drawing/2014/main" id="{9762E385-4F68-4D4A-BE57-EDA108A285B5}"/>
              </a:ext>
            </a:extLst>
          </p:cNvPr>
          <p:cNvSpPr>
            <a:spLocks noGrp="1"/>
          </p:cNvSpPr>
          <p:nvPr>
            <p:ph type="body" idx="6" hasCustomPrompt="1"/>
          </p:nvPr>
        </p:nvSpPr>
        <p:spPr>
          <a:xfrm>
            <a:off x="5431536" y="2194560"/>
            <a:ext cx="6720840" cy="804672"/>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a:t>Value</a:t>
            </a:r>
          </a:p>
        </p:txBody>
      </p:sp>
      <p:sp>
        <p:nvSpPr>
          <p:cNvPr id="7" name="Third Resp #">
            <a:extLst>
              <a:ext uri="{FF2B5EF4-FFF2-40B4-BE49-F238E27FC236}">
                <a16:creationId xmlns:a16="http://schemas.microsoft.com/office/drawing/2014/main" id="{2ACAFB9D-8E9C-4408-85E1-A3501374C2E9}"/>
              </a:ext>
            </a:extLst>
          </p:cNvPr>
          <p:cNvSpPr>
            <a:spLocks noGrp="1"/>
          </p:cNvSpPr>
          <p:nvPr>
            <p:ph type="body" idx="7" hasCustomPrompt="1"/>
          </p:nvPr>
        </p:nvSpPr>
        <p:spPr>
          <a:xfrm>
            <a:off x="4526280" y="3035808"/>
            <a:ext cx="914400" cy="804672"/>
          </a:xfrm>
          <a:noFill/>
          <a:ln>
            <a:noFill/>
          </a:ln>
        </p:spPr>
        <p:txBody>
          <a:bodyPr lIns="0" tIns="0" rIns="0" bIns="0" anchor="ctr">
            <a:noAutofit/>
          </a:bodyPr>
          <a:lstStyle>
            <a:lvl1pPr marL="0" indent="0" algn="ctr">
              <a:lnSpc>
                <a:spcPct val="100000"/>
              </a:lnSpc>
              <a:spcAft>
                <a:spcPts val="0"/>
              </a:spcAft>
              <a:buNone/>
              <a:defRPr sz="2000" b="1">
                <a:solidFill>
                  <a:schemeClr val="bg1"/>
                </a:solidFill>
                <a:latin typeface="+mn-lt"/>
              </a:defRPr>
            </a:lvl1pPr>
          </a:lstStyle>
          <a:p>
            <a:pPr lvl="0"/>
            <a:r>
              <a:rPr lang="en-US"/>
              <a:t>#</a:t>
            </a:r>
          </a:p>
        </p:txBody>
      </p:sp>
      <p:sp>
        <p:nvSpPr>
          <p:cNvPr id="8" name="Third Resp Text">
            <a:extLst>
              <a:ext uri="{FF2B5EF4-FFF2-40B4-BE49-F238E27FC236}">
                <a16:creationId xmlns:a16="http://schemas.microsoft.com/office/drawing/2014/main" id="{22884D39-7004-49D5-8E88-C45BE1C9BFCB}"/>
              </a:ext>
            </a:extLst>
          </p:cNvPr>
          <p:cNvSpPr>
            <a:spLocks noGrp="1"/>
          </p:cNvSpPr>
          <p:nvPr>
            <p:ph type="body" idx="8" hasCustomPrompt="1"/>
          </p:nvPr>
        </p:nvSpPr>
        <p:spPr>
          <a:xfrm>
            <a:off x="5431536" y="3035808"/>
            <a:ext cx="6720840" cy="804672"/>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a:t>Value</a:t>
            </a:r>
          </a:p>
        </p:txBody>
      </p:sp>
      <p:sp>
        <p:nvSpPr>
          <p:cNvPr id="9" name="Fourth Resp #">
            <a:extLst>
              <a:ext uri="{FF2B5EF4-FFF2-40B4-BE49-F238E27FC236}">
                <a16:creationId xmlns:a16="http://schemas.microsoft.com/office/drawing/2014/main" id="{310C83DA-41AE-4CBA-AA96-EB5CB2226FCF}"/>
              </a:ext>
            </a:extLst>
          </p:cNvPr>
          <p:cNvSpPr>
            <a:spLocks noGrp="1"/>
          </p:cNvSpPr>
          <p:nvPr>
            <p:ph type="body" idx="9" hasCustomPrompt="1"/>
          </p:nvPr>
        </p:nvSpPr>
        <p:spPr>
          <a:xfrm>
            <a:off x="4526280" y="3877056"/>
            <a:ext cx="914400" cy="804672"/>
          </a:xfrm>
          <a:noFill/>
          <a:ln>
            <a:noFill/>
          </a:ln>
        </p:spPr>
        <p:txBody>
          <a:bodyPr lIns="0" tIns="0" rIns="0" bIns="0" anchor="ctr">
            <a:noAutofit/>
          </a:bodyPr>
          <a:lstStyle>
            <a:lvl1pPr marL="0" indent="0" algn="ctr">
              <a:lnSpc>
                <a:spcPct val="100000"/>
              </a:lnSpc>
              <a:spcAft>
                <a:spcPts val="0"/>
              </a:spcAft>
              <a:buNone/>
              <a:defRPr sz="2000" b="1">
                <a:solidFill>
                  <a:schemeClr val="bg1"/>
                </a:solidFill>
                <a:latin typeface="+mn-lt"/>
              </a:defRPr>
            </a:lvl1pPr>
          </a:lstStyle>
          <a:p>
            <a:pPr lvl="0"/>
            <a:r>
              <a:rPr lang="en-US"/>
              <a:t>#</a:t>
            </a:r>
          </a:p>
        </p:txBody>
      </p:sp>
      <p:sp>
        <p:nvSpPr>
          <p:cNvPr id="10" name="Fourth Resp Text">
            <a:extLst>
              <a:ext uri="{FF2B5EF4-FFF2-40B4-BE49-F238E27FC236}">
                <a16:creationId xmlns:a16="http://schemas.microsoft.com/office/drawing/2014/main" id="{AEE05FA0-DD58-4D0B-A7E0-EAC7B789E7A7}"/>
              </a:ext>
            </a:extLst>
          </p:cNvPr>
          <p:cNvSpPr>
            <a:spLocks noGrp="1"/>
          </p:cNvSpPr>
          <p:nvPr>
            <p:ph type="body" idx="10" hasCustomPrompt="1"/>
          </p:nvPr>
        </p:nvSpPr>
        <p:spPr>
          <a:xfrm>
            <a:off x="5431536" y="3877056"/>
            <a:ext cx="6720840" cy="804672"/>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a:t>Value</a:t>
            </a:r>
          </a:p>
        </p:txBody>
      </p:sp>
      <p:sp>
        <p:nvSpPr>
          <p:cNvPr id="13" name="Fifth Resp #">
            <a:extLst>
              <a:ext uri="{FF2B5EF4-FFF2-40B4-BE49-F238E27FC236}">
                <a16:creationId xmlns:a16="http://schemas.microsoft.com/office/drawing/2014/main" id="{B6D2D170-961D-4140-B087-C6CFDF7BBD75}"/>
              </a:ext>
            </a:extLst>
          </p:cNvPr>
          <p:cNvSpPr>
            <a:spLocks noGrp="1"/>
          </p:cNvSpPr>
          <p:nvPr>
            <p:ph type="body" idx="13" hasCustomPrompt="1"/>
          </p:nvPr>
        </p:nvSpPr>
        <p:spPr>
          <a:xfrm>
            <a:off x="4526280" y="4727448"/>
            <a:ext cx="914400" cy="804672"/>
          </a:xfrm>
          <a:noFill/>
          <a:ln>
            <a:noFill/>
          </a:ln>
        </p:spPr>
        <p:txBody>
          <a:bodyPr lIns="0" tIns="0" rIns="0" bIns="0" anchor="ctr">
            <a:noAutofit/>
          </a:bodyPr>
          <a:lstStyle>
            <a:lvl1pPr marL="0" indent="0" algn="ctr">
              <a:lnSpc>
                <a:spcPct val="100000"/>
              </a:lnSpc>
              <a:spcAft>
                <a:spcPts val="0"/>
              </a:spcAft>
              <a:buNone/>
              <a:defRPr sz="2000" b="1">
                <a:solidFill>
                  <a:schemeClr val="bg1"/>
                </a:solidFill>
                <a:latin typeface="+mn-lt"/>
              </a:defRPr>
            </a:lvl1pPr>
          </a:lstStyle>
          <a:p>
            <a:pPr lvl="0"/>
            <a:r>
              <a:rPr lang="en-US"/>
              <a:t>#</a:t>
            </a:r>
          </a:p>
        </p:txBody>
      </p:sp>
      <p:sp>
        <p:nvSpPr>
          <p:cNvPr id="14" name="Fifth Resp Text">
            <a:extLst>
              <a:ext uri="{FF2B5EF4-FFF2-40B4-BE49-F238E27FC236}">
                <a16:creationId xmlns:a16="http://schemas.microsoft.com/office/drawing/2014/main" id="{B428E384-92E9-495A-9CAE-E33E3164F939}"/>
              </a:ext>
            </a:extLst>
          </p:cNvPr>
          <p:cNvSpPr>
            <a:spLocks noGrp="1"/>
          </p:cNvSpPr>
          <p:nvPr>
            <p:ph type="body" idx="14" hasCustomPrompt="1"/>
          </p:nvPr>
        </p:nvSpPr>
        <p:spPr>
          <a:xfrm>
            <a:off x="5431536" y="4727448"/>
            <a:ext cx="6720840" cy="804672"/>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a:t>Value</a:t>
            </a:r>
          </a:p>
        </p:txBody>
      </p:sp>
      <p:sp>
        <p:nvSpPr>
          <p:cNvPr id="15" name="Sixth Resp #">
            <a:extLst>
              <a:ext uri="{FF2B5EF4-FFF2-40B4-BE49-F238E27FC236}">
                <a16:creationId xmlns:a16="http://schemas.microsoft.com/office/drawing/2014/main" id="{DC41B7B5-B438-4885-90AE-758ABF2CA9F9}"/>
              </a:ext>
            </a:extLst>
          </p:cNvPr>
          <p:cNvSpPr>
            <a:spLocks noGrp="1"/>
          </p:cNvSpPr>
          <p:nvPr>
            <p:ph type="body" idx="15" hasCustomPrompt="1"/>
          </p:nvPr>
        </p:nvSpPr>
        <p:spPr>
          <a:xfrm>
            <a:off x="4526280" y="5568696"/>
            <a:ext cx="914400" cy="804672"/>
          </a:xfrm>
          <a:noFill/>
          <a:ln>
            <a:noFill/>
          </a:ln>
        </p:spPr>
        <p:txBody>
          <a:bodyPr lIns="0" tIns="0" rIns="0" bIns="0" anchor="ctr">
            <a:noAutofit/>
          </a:bodyPr>
          <a:lstStyle>
            <a:lvl1pPr marL="0" indent="0" algn="ctr">
              <a:lnSpc>
                <a:spcPct val="100000"/>
              </a:lnSpc>
              <a:spcAft>
                <a:spcPts val="0"/>
              </a:spcAft>
              <a:buNone/>
              <a:defRPr sz="2000" b="1">
                <a:solidFill>
                  <a:schemeClr val="bg1"/>
                </a:solidFill>
                <a:latin typeface="+mn-lt"/>
              </a:defRPr>
            </a:lvl1pPr>
          </a:lstStyle>
          <a:p>
            <a:pPr lvl="0"/>
            <a:r>
              <a:rPr lang="en-US"/>
              <a:t>#</a:t>
            </a:r>
          </a:p>
        </p:txBody>
      </p:sp>
      <p:sp>
        <p:nvSpPr>
          <p:cNvPr id="16" name="Sixth Resp Text">
            <a:extLst>
              <a:ext uri="{FF2B5EF4-FFF2-40B4-BE49-F238E27FC236}">
                <a16:creationId xmlns:a16="http://schemas.microsoft.com/office/drawing/2014/main" id="{09F72B28-4CF6-4FD1-BA4A-5A98215324E2}"/>
              </a:ext>
            </a:extLst>
          </p:cNvPr>
          <p:cNvSpPr>
            <a:spLocks noGrp="1"/>
          </p:cNvSpPr>
          <p:nvPr>
            <p:ph type="body" idx="16" hasCustomPrompt="1"/>
          </p:nvPr>
        </p:nvSpPr>
        <p:spPr>
          <a:xfrm>
            <a:off x="5431536" y="5568696"/>
            <a:ext cx="6720840" cy="804672"/>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a:t>Value</a:t>
            </a:r>
          </a:p>
        </p:txBody>
      </p:sp>
      <p:pic>
        <p:nvPicPr>
          <p:cNvPr id="20" name="Copyright1">
            <a:extLst>
              <a:ext uri="{FF2B5EF4-FFF2-40B4-BE49-F238E27FC236}">
                <a16:creationId xmlns:a16="http://schemas.microsoft.com/office/drawing/2014/main" id="{49A00690-0DF5-4330-B89B-2C9BBCBD2182}"/>
              </a:ext>
              <a:ext uri="{C183D7F6-B498-43B3-948B-1728B52AA6E4}">
                <adec:decorative xmlns:adec="http://schemas.microsoft.com/office/drawing/2017/decorative" val="1"/>
              </a:ext>
            </a:extLst>
          </p:cNvPr>
          <p:cNvPicPr>
            <a:picLocks/>
          </p:cNvPicPr>
          <p:nvPr userDrawn="1"/>
        </p:nvPicPr>
        <p:blipFill>
          <a:blip r:embed="rId4">
            <a:extLst>
              <a:ext uri="{28A0092B-C50C-407E-A947-70E740481C1C}">
                <a14:useLocalDpi xmlns:a14="http://schemas.microsoft.com/office/drawing/2010/main" val="0"/>
              </a:ext>
            </a:extLst>
          </a:blip>
          <a:stretch>
            <a:fillRect/>
          </a:stretch>
        </p:blipFill>
        <p:spPr>
          <a:xfrm>
            <a:off x="3799983" y="6446520"/>
            <a:ext cx="4610100" cy="311150"/>
          </a:xfrm>
          <a:prstGeom prst="rect">
            <a:avLst/>
          </a:prstGeom>
        </p:spPr>
      </p:pic>
    </p:spTree>
    <p:custDataLst>
      <p:tags r:id="rId1"/>
    </p:custDataLst>
    <p:extLst>
      <p:ext uri="{BB962C8B-B14F-4D97-AF65-F5344CB8AC3E}">
        <p14:creationId xmlns:p14="http://schemas.microsoft.com/office/powerpoint/2010/main" val="2376214265"/>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KC-Vert-Option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F9DC1246-3E71-42C8-88C8-CEB64C15A2A3}"/>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16" name="Title">
            <a:extLst>
              <a:ext uri="{FF2B5EF4-FFF2-40B4-BE49-F238E27FC236}">
                <a16:creationId xmlns:a16="http://schemas.microsoft.com/office/drawing/2014/main" id="{C2824936-64E1-4A65-A88E-FF9DDF72FA2F}"/>
              </a:ext>
            </a:extLst>
          </p:cNvPr>
          <p:cNvSpPr>
            <a:spLocks noGrp="1"/>
          </p:cNvSpPr>
          <p:nvPr>
            <p:ph type="title" idx="1" hasCustomPrompt="1"/>
          </p:nvPr>
        </p:nvSpPr>
        <p:spPr>
          <a:xfrm>
            <a:off x="365760" y="299526"/>
            <a:ext cx="11466576" cy="731318"/>
          </a:xfrm>
        </p:spPr>
        <p:txBody>
          <a:bodyPr/>
          <a:lstStyle>
            <a:lvl1pPr>
              <a:defRPr>
                <a:solidFill>
                  <a:srgbClr val="232F3E"/>
                </a:solidFill>
                <a:latin typeface="Amazon Ember Display Heavy"/>
              </a:defRPr>
            </a:lvl1pPr>
          </a:lstStyle>
          <a:p>
            <a:r>
              <a:rPr lang="en-US"/>
              <a:t>Question and Responses – Option 2</a:t>
            </a:r>
          </a:p>
        </p:txBody>
      </p:sp>
      <p:sp>
        <p:nvSpPr>
          <p:cNvPr id="2" name="Question">
            <a:extLst>
              <a:ext uri="{FF2B5EF4-FFF2-40B4-BE49-F238E27FC236}">
                <a16:creationId xmlns:a16="http://schemas.microsoft.com/office/drawing/2014/main" id="{93617314-864D-45CC-8F94-CE423E6637F9}"/>
              </a:ext>
            </a:extLst>
          </p:cNvPr>
          <p:cNvSpPr>
            <a:spLocks noGrp="1"/>
          </p:cNvSpPr>
          <p:nvPr>
            <p:ph type="body" idx="2" hasCustomPrompt="1"/>
          </p:nvPr>
        </p:nvSpPr>
        <p:spPr>
          <a:xfrm>
            <a:off x="365760" y="1039813"/>
            <a:ext cx="4162425" cy="5407025"/>
          </a:xfrm>
        </p:spPr>
        <p:txBody>
          <a:bodyPr>
            <a:normAutofit/>
          </a:bodyPr>
          <a:lstStyle>
            <a:lvl1pPr marL="0" indent="0" algn="l">
              <a:lnSpc>
                <a:spcPct val="100000"/>
              </a:lnSpc>
              <a:buNone/>
              <a:defRPr sz="2400">
                <a:solidFill>
                  <a:srgbClr val="232F3E"/>
                </a:solidFill>
              </a:defRPr>
            </a:lvl1pPr>
            <a:lvl2pPr algn="l">
              <a:defRPr sz="2000"/>
            </a:lvl2pPr>
            <a:lvl3pPr algn="l">
              <a:defRPr sz="1800"/>
            </a:lvl3pPr>
            <a:lvl4pPr algn="l">
              <a:defRPr sz="1600"/>
            </a:lvl4pPr>
            <a:lvl5pPr algn="l">
              <a:defRPr sz="1600"/>
            </a:lvl5pPr>
          </a:lstStyle>
          <a:p>
            <a:pPr lvl="0"/>
            <a:r>
              <a:rPr lang="en-US"/>
              <a:t>Enter question –</a:t>
            </a:r>
            <a:br>
              <a:rPr lang="en-US"/>
            </a:br>
            <a:r>
              <a:rPr lang="en-US"/>
              <a:t>4 responses can only have 1 correct response</a:t>
            </a:r>
            <a:br>
              <a:rPr lang="en-US"/>
            </a:br>
            <a:r>
              <a:rPr lang="en-US"/>
              <a:t>5 responses must have 2 correct responses</a:t>
            </a:r>
            <a:br>
              <a:rPr lang="en-US"/>
            </a:br>
            <a:r>
              <a:rPr lang="en-US"/>
              <a:t>6 responses must have 3 correct responses.</a:t>
            </a:r>
          </a:p>
        </p:txBody>
      </p:sp>
      <p:sp>
        <p:nvSpPr>
          <p:cNvPr id="11" name="Choice Header">
            <a:extLst>
              <a:ext uri="{FF2B5EF4-FFF2-40B4-BE49-F238E27FC236}">
                <a16:creationId xmlns:a16="http://schemas.microsoft.com/office/drawing/2014/main" id="{94A86AAC-E12E-4379-82C3-110918D47BB2}"/>
              </a:ext>
            </a:extLst>
          </p:cNvPr>
          <p:cNvSpPr>
            <a:spLocks noGrp="1"/>
          </p:cNvSpPr>
          <p:nvPr>
            <p:ph type="body" idx="11" hasCustomPrompt="1"/>
          </p:nvPr>
        </p:nvSpPr>
        <p:spPr>
          <a:xfrm>
            <a:off x="4519613" y="1033463"/>
            <a:ext cx="925512" cy="322262"/>
          </a:xfrm>
          <a:noFill/>
          <a:ln>
            <a:noFill/>
          </a:ln>
        </p:spPr>
        <p:txBody>
          <a:bodyPr lIns="0" rIns="0">
            <a:noAutofit/>
          </a:bodyPr>
          <a:lstStyle>
            <a:lvl1pPr marL="0" indent="0" algn="ctr">
              <a:lnSpc>
                <a:spcPct val="100000"/>
              </a:lnSpc>
              <a:spcAft>
                <a:spcPts val="0"/>
              </a:spcAft>
              <a:buNone/>
              <a:defRPr sz="1800" b="1">
                <a:solidFill>
                  <a:schemeClr val="bg1"/>
                </a:solidFill>
                <a:latin typeface="+mn-lt"/>
              </a:defRPr>
            </a:lvl1pPr>
          </a:lstStyle>
          <a:p>
            <a:pPr lvl="0"/>
            <a:r>
              <a:rPr lang="en-US"/>
              <a:t>Type: Choice</a:t>
            </a:r>
          </a:p>
        </p:txBody>
      </p:sp>
      <p:sp>
        <p:nvSpPr>
          <p:cNvPr id="12" name="Response Header">
            <a:extLst>
              <a:ext uri="{FF2B5EF4-FFF2-40B4-BE49-F238E27FC236}">
                <a16:creationId xmlns:a16="http://schemas.microsoft.com/office/drawing/2014/main" id="{49A546CD-B784-4C60-8DF1-04299A8BD8DC}"/>
              </a:ext>
            </a:extLst>
          </p:cNvPr>
          <p:cNvSpPr>
            <a:spLocks noGrp="1"/>
          </p:cNvSpPr>
          <p:nvPr>
            <p:ph type="body" idx="12" hasCustomPrompt="1"/>
          </p:nvPr>
        </p:nvSpPr>
        <p:spPr>
          <a:xfrm>
            <a:off x="5445125" y="1039813"/>
            <a:ext cx="3005138" cy="315912"/>
          </a:xfrm>
          <a:noFill/>
          <a:ln>
            <a:noFill/>
          </a:ln>
        </p:spPr>
        <p:txBody>
          <a:bodyPr lIns="91440" rIns="0">
            <a:noAutofit/>
          </a:bodyPr>
          <a:lstStyle>
            <a:lvl1pPr marL="0" indent="0" algn="l">
              <a:lnSpc>
                <a:spcPct val="100000"/>
              </a:lnSpc>
              <a:spcAft>
                <a:spcPts val="0"/>
              </a:spcAft>
              <a:buNone/>
              <a:defRPr sz="1800" b="1">
                <a:solidFill>
                  <a:schemeClr val="bg1"/>
                </a:solidFill>
                <a:latin typeface="+mn-lt"/>
              </a:defRPr>
            </a:lvl1pPr>
          </a:lstStyle>
          <a:p>
            <a:pPr lvl="0"/>
            <a:r>
              <a:rPr lang="en-US"/>
              <a:t>Type: Response</a:t>
            </a:r>
          </a:p>
        </p:txBody>
      </p:sp>
      <p:sp>
        <p:nvSpPr>
          <p:cNvPr id="3" name="First Resp #">
            <a:extLst>
              <a:ext uri="{FF2B5EF4-FFF2-40B4-BE49-F238E27FC236}">
                <a16:creationId xmlns:a16="http://schemas.microsoft.com/office/drawing/2014/main" id="{DF65B8F8-C411-4217-9956-036774AA94F8}"/>
              </a:ext>
            </a:extLst>
          </p:cNvPr>
          <p:cNvSpPr>
            <a:spLocks noGrp="1"/>
          </p:cNvSpPr>
          <p:nvPr>
            <p:ph type="body" idx="3" hasCustomPrompt="1"/>
          </p:nvPr>
        </p:nvSpPr>
        <p:spPr>
          <a:xfrm>
            <a:off x="4530343" y="1344168"/>
            <a:ext cx="914781" cy="804672"/>
          </a:xfrm>
          <a:noFill/>
          <a:ln>
            <a:noFill/>
          </a:ln>
        </p:spPr>
        <p:txBody>
          <a:bodyPr lIns="0" tIns="0" rIns="0" bIns="0" anchor="ctr"/>
          <a:lstStyle>
            <a:lvl1pPr marL="0" indent="0" algn="ctr">
              <a:lnSpc>
                <a:spcPct val="100000"/>
              </a:lnSpc>
              <a:spcBef>
                <a:spcPts val="0"/>
              </a:spcBef>
              <a:spcAft>
                <a:spcPts val="0"/>
              </a:spcAft>
              <a:buNone/>
              <a:defRPr sz="2000">
                <a:solidFill>
                  <a:schemeClr val="bg1"/>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a:t>#</a:t>
            </a:r>
          </a:p>
        </p:txBody>
      </p:sp>
      <p:sp>
        <p:nvSpPr>
          <p:cNvPr id="4" name="First Resp Text">
            <a:extLst>
              <a:ext uri="{FF2B5EF4-FFF2-40B4-BE49-F238E27FC236}">
                <a16:creationId xmlns:a16="http://schemas.microsoft.com/office/drawing/2014/main" id="{FFCADE15-0CD9-4F7B-9FFC-6A2C71B4D226}"/>
              </a:ext>
            </a:extLst>
          </p:cNvPr>
          <p:cNvSpPr>
            <a:spLocks noGrp="1"/>
          </p:cNvSpPr>
          <p:nvPr>
            <p:ph type="body" idx="4" hasCustomPrompt="1"/>
          </p:nvPr>
        </p:nvSpPr>
        <p:spPr>
          <a:xfrm>
            <a:off x="5431536" y="1344168"/>
            <a:ext cx="6720840" cy="804672"/>
          </a:xfrm>
          <a:noFill/>
          <a:ln>
            <a:noFill/>
          </a:ln>
        </p:spPr>
        <p:txBody>
          <a:bodyPr lIns="91440" tIns="0" rIns="91440" bIns="0" anchor="ctr">
            <a:noAutofit/>
          </a:bodyPr>
          <a:lstStyle>
            <a:lvl1pPr marL="0" indent="0" algn="l">
              <a:lnSpc>
                <a:spcPct val="90000"/>
              </a:lnSpc>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a:t>Value</a:t>
            </a:r>
          </a:p>
        </p:txBody>
      </p:sp>
      <p:sp>
        <p:nvSpPr>
          <p:cNvPr id="5" name="Second Resp #">
            <a:extLst>
              <a:ext uri="{FF2B5EF4-FFF2-40B4-BE49-F238E27FC236}">
                <a16:creationId xmlns:a16="http://schemas.microsoft.com/office/drawing/2014/main" id="{B27347F1-D178-4BA7-947D-9C3316CA7F55}"/>
              </a:ext>
            </a:extLst>
          </p:cNvPr>
          <p:cNvSpPr>
            <a:spLocks noGrp="1"/>
          </p:cNvSpPr>
          <p:nvPr>
            <p:ph type="body" idx="5" hasCustomPrompt="1"/>
          </p:nvPr>
        </p:nvSpPr>
        <p:spPr>
          <a:xfrm>
            <a:off x="4526280" y="2194560"/>
            <a:ext cx="914400" cy="804672"/>
          </a:xfrm>
          <a:noFill/>
          <a:ln>
            <a:noFill/>
          </a:ln>
        </p:spPr>
        <p:txBody>
          <a:bodyPr lIns="0" tIns="0" rIns="0" bIns="0" anchor="ctr"/>
          <a:lstStyle>
            <a:lvl1pPr marL="0" indent="0" algn="ctr">
              <a:lnSpc>
                <a:spcPct val="100000"/>
              </a:lnSpc>
              <a:spcBef>
                <a:spcPts val="0"/>
              </a:spcBef>
              <a:spcAft>
                <a:spcPts val="0"/>
              </a:spcAft>
              <a:buNone/>
              <a:defRPr sz="2000">
                <a:solidFill>
                  <a:schemeClr val="bg1"/>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a:t>#</a:t>
            </a:r>
          </a:p>
        </p:txBody>
      </p:sp>
      <p:sp>
        <p:nvSpPr>
          <p:cNvPr id="6" name="Second Resp Text">
            <a:extLst>
              <a:ext uri="{FF2B5EF4-FFF2-40B4-BE49-F238E27FC236}">
                <a16:creationId xmlns:a16="http://schemas.microsoft.com/office/drawing/2014/main" id="{9762E385-4F68-4D4A-BE57-EDA108A285B5}"/>
              </a:ext>
            </a:extLst>
          </p:cNvPr>
          <p:cNvSpPr>
            <a:spLocks noGrp="1"/>
          </p:cNvSpPr>
          <p:nvPr>
            <p:ph type="body" idx="6" hasCustomPrompt="1"/>
          </p:nvPr>
        </p:nvSpPr>
        <p:spPr>
          <a:xfrm>
            <a:off x="5431536" y="2194560"/>
            <a:ext cx="6720840" cy="804672"/>
          </a:xfrm>
          <a:noFill/>
          <a:ln>
            <a:noFill/>
          </a:ln>
        </p:spPr>
        <p:txBody>
          <a:bodyPr lIns="91440" tIns="0" rIns="91440" bIns="0" anchor="ctr">
            <a:noAutofit/>
          </a:bodyPr>
          <a:lstStyle>
            <a:lvl1pPr marL="0" indent="0" algn="l">
              <a:lnSpc>
                <a:spcPct val="90000"/>
              </a:lnSpc>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a:t>Value</a:t>
            </a:r>
          </a:p>
        </p:txBody>
      </p:sp>
      <p:sp>
        <p:nvSpPr>
          <p:cNvPr id="7" name="Third Resp #">
            <a:extLst>
              <a:ext uri="{FF2B5EF4-FFF2-40B4-BE49-F238E27FC236}">
                <a16:creationId xmlns:a16="http://schemas.microsoft.com/office/drawing/2014/main" id="{2ACAFB9D-8E9C-4408-85E1-A3501374C2E9}"/>
              </a:ext>
            </a:extLst>
          </p:cNvPr>
          <p:cNvSpPr>
            <a:spLocks noGrp="1"/>
          </p:cNvSpPr>
          <p:nvPr>
            <p:ph type="body" idx="7" hasCustomPrompt="1"/>
          </p:nvPr>
        </p:nvSpPr>
        <p:spPr>
          <a:xfrm>
            <a:off x="4526280" y="3035808"/>
            <a:ext cx="914400" cy="804672"/>
          </a:xfrm>
          <a:noFill/>
          <a:ln>
            <a:noFill/>
          </a:ln>
        </p:spPr>
        <p:txBody>
          <a:bodyPr lIns="0" tIns="0" rIns="0" bIns="0" anchor="ctr"/>
          <a:lstStyle>
            <a:lvl1pPr marL="0" indent="0" algn="ctr">
              <a:lnSpc>
                <a:spcPct val="100000"/>
              </a:lnSpc>
              <a:spcBef>
                <a:spcPts val="0"/>
              </a:spcBef>
              <a:spcAft>
                <a:spcPts val="0"/>
              </a:spcAft>
              <a:buNone/>
              <a:defRPr sz="2000">
                <a:solidFill>
                  <a:schemeClr val="bg1"/>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a:t>#</a:t>
            </a:r>
          </a:p>
        </p:txBody>
      </p:sp>
      <p:sp>
        <p:nvSpPr>
          <p:cNvPr id="8" name="Third Resp Text">
            <a:extLst>
              <a:ext uri="{FF2B5EF4-FFF2-40B4-BE49-F238E27FC236}">
                <a16:creationId xmlns:a16="http://schemas.microsoft.com/office/drawing/2014/main" id="{22884D39-7004-49D5-8E88-C45BE1C9BFCB}"/>
              </a:ext>
            </a:extLst>
          </p:cNvPr>
          <p:cNvSpPr>
            <a:spLocks noGrp="1"/>
          </p:cNvSpPr>
          <p:nvPr>
            <p:ph type="body" idx="8" hasCustomPrompt="1"/>
          </p:nvPr>
        </p:nvSpPr>
        <p:spPr>
          <a:xfrm>
            <a:off x="5431536" y="3035808"/>
            <a:ext cx="6720840" cy="804672"/>
          </a:xfrm>
          <a:noFill/>
          <a:ln>
            <a:noFill/>
          </a:ln>
        </p:spPr>
        <p:txBody>
          <a:bodyPr lIns="91440" tIns="0" rIns="91440" bIns="0" anchor="ctr">
            <a:noAutofit/>
          </a:bodyPr>
          <a:lstStyle>
            <a:lvl1pPr marL="0" indent="0" algn="l">
              <a:lnSpc>
                <a:spcPct val="90000"/>
              </a:lnSpc>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a:t>Value</a:t>
            </a:r>
          </a:p>
        </p:txBody>
      </p:sp>
      <p:sp>
        <p:nvSpPr>
          <p:cNvPr id="9" name="Fourth Resp #">
            <a:extLst>
              <a:ext uri="{FF2B5EF4-FFF2-40B4-BE49-F238E27FC236}">
                <a16:creationId xmlns:a16="http://schemas.microsoft.com/office/drawing/2014/main" id="{310C83DA-41AE-4CBA-AA96-EB5CB2226FCF}"/>
              </a:ext>
            </a:extLst>
          </p:cNvPr>
          <p:cNvSpPr>
            <a:spLocks noGrp="1"/>
          </p:cNvSpPr>
          <p:nvPr>
            <p:ph type="body" idx="9" hasCustomPrompt="1"/>
          </p:nvPr>
        </p:nvSpPr>
        <p:spPr>
          <a:xfrm>
            <a:off x="4526280" y="3877056"/>
            <a:ext cx="914400" cy="804672"/>
          </a:xfrm>
          <a:noFill/>
          <a:ln>
            <a:noFill/>
          </a:ln>
        </p:spPr>
        <p:txBody>
          <a:bodyPr lIns="0" tIns="0" rIns="0" bIns="0" anchor="ctr"/>
          <a:lstStyle>
            <a:lvl1pPr marL="0" indent="0" algn="ctr">
              <a:lnSpc>
                <a:spcPct val="100000"/>
              </a:lnSpc>
              <a:spcBef>
                <a:spcPts val="0"/>
              </a:spcBef>
              <a:spcAft>
                <a:spcPts val="0"/>
              </a:spcAft>
              <a:buNone/>
              <a:defRPr sz="2000">
                <a:solidFill>
                  <a:schemeClr val="bg1"/>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a:t>#</a:t>
            </a:r>
          </a:p>
        </p:txBody>
      </p:sp>
      <p:sp>
        <p:nvSpPr>
          <p:cNvPr id="10" name="Fourth Resp Text">
            <a:extLst>
              <a:ext uri="{FF2B5EF4-FFF2-40B4-BE49-F238E27FC236}">
                <a16:creationId xmlns:a16="http://schemas.microsoft.com/office/drawing/2014/main" id="{AEE05FA0-DD58-4D0B-A7E0-EAC7B789E7A7}"/>
              </a:ext>
            </a:extLst>
          </p:cNvPr>
          <p:cNvSpPr>
            <a:spLocks noGrp="1"/>
          </p:cNvSpPr>
          <p:nvPr>
            <p:ph type="body" idx="10" hasCustomPrompt="1"/>
          </p:nvPr>
        </p:nvSpPr>
        <p:spPr>
          <a:xfrm>
            <a:off x="5431536" y="3877056"/>
            <a:ext cx="6720840" cy="804672"/>
          </a:xfrm>
          <a:noFill/>
          <a:ln>
            <a:noFill/>
          </a:ln>
        </p:spPr>
        <p:txBody>
          <a:bodyPr lIns="91440" tIns="0" rIns="91440" bIns="0" anchor="ctr">
            <a:noAutofit/>
          </a:bodyPr>
          <a:lstStyle>
            <a:lvl1pPr marL="0" indent="0" algn="l">
              <a:lnSpc>
                <a:spcPct val="90000"/>
              </a:lnSpc>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a:t>Value</a:t>
            </a:r>
          </a:p>
        </p:txBody>
      </p:sp>
      <p:sp>
        <p:nvSpPr>
          <p:cNvPr id="17" name="Fifth Resp #">
            <a:extLst>
              <a:ext uri="{FF2B5EF4-FFF2-40B4-BE49-F238E27FC236}">
                <a16:creationId xmlns:a16="http://schemas.microsoft.com/office/drawing/2014/main" id="{B6D2D170-961D-4140-B087-C6CFDF7BBD75}"/>
              </a:ext>
            </a:extLst>
          </p:cNvPr>
          <p:cNvSpPr>
            <a:spLocks noGrp="1"/>
          </p:cNvSpPr>
          <p:nvPr>
            <p:ph type="body" idx="12" hasCustomPrompt="1"/>
          </p:nvPr>
        </p:nvSpPr>
        <p:spPr>
          <a:xfrm>
            <a:off x="4526280" y="4727448"/>
            <a:ext cx="914400" cy="804672"/>
          </a:xfrm>
          <a:noFill/>
          <a:ln>
            <a:noFill/>
          </a:ln>
        </p:spPr>
        <p:txBody>
          <a:bodyPr lIns="0" tIns="0" rIns="0" bIns="0" anchor="ctr"/>
          <a:lstStyle>
            <a:lvl1pPr marL="0" indent="0" algn="ctr">
              <a:lnSpc>
                <a:spcPct val="100000"/>
              </a:lnSpc>
              <a:spcBef>
                <a:spcPts val="0"/>
              </a:spcBef>
              <a:spcAft>
                <a:spcPts val="0"/>
              </a:spcAft>
              <a:buNone/>
              <a:defRPr sz="2000">
                <a:solidFill>
                  <a:schemeClr val="bg1"/>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a:t>#</a:t>
            </a:r>
          </a:p>
        </p:txBody>
      </p:sp>
      <p:sp>
        <p:nvSpPr>
          <p:cNvPr id="13" name="Fifth Resp Text">
            <a:extLst>
              <a:ext uri="{FF2B5EF4-FFF2-40B4-BE49-F238E27FC236}">
                <a16:creationId xmlns:a16="http://schemas.microsoft.com/office/drawing/2014/main" id="{B428E384-92E9-495A-9CAE-E33E3164F939}"/>
              </a:ext>
            </a:extLst>
          </p:cNvPr>
          <p:cNvSpPr>
            <a:spLocks noGrp="1"/>
          </p:cNvSpPr>
          <p:nvPr>
            <p:ph type="body" idx="13" hasCustomPrompt="1"/>
          </p:nvPr>
        </p:nvSpPr>
        <p:spPr>
          <a:xfrm>
            <a:off x="5431536" y="4727448"/>
            <a:ext cx="6720840" cy="804672"/>
          </a:xfrm>
          <a:noFill/>
          <a:ln>
            <a:noFill/>
          </a:ln>
        </p:spPr>
        <p:txBody>
          <a:bodyPr lIns="91440" tIns="0" rIns="91440" bIns="0" anchor="ctr">
            <a:noAutofit/>
          </a:bodyPr>
          <a:lstStyle>
            <a:lvl1pPr marL="0" indent="0" algn="l">
              <a:lnSpc>
                <a:spcPct val="90000"/>
              </a:lnSpc>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a:t>Value</a:t>
            </a:r>
          </a:p>
        </p:txBody>
      </p:sp>
      <p:sp>
        <p:nvSpPr>
          <p:cNvPr id="14" name="Sixth Resp #">
            <a:extLst>
              <a:ext uri="{FF2B5EF4-FFF2-40B4-BE49-F238E27FC236}">
                <a16:creationId xmlns:a16="http://schemas.microsoft.com/office/drawing/2014/main" id="{DC41B7B5-B438-4885-90AE-758ABF2CA9F9}"/>
              </a:ext>
            </a:extLst>
          </p:cNvPr>
          <p:cNvSpPr>
            <a:spLocks noGrp="1"/>
          </p:cNvSpPr>
          <p:nvPr>
            <p:ph type="body" idx="14" hasCustomPrompt="1"/>
          </p:nvPr>
        </p:nvSpPr>
        <p:spPr>
          <a:xfrm>
            <a:off x="4526280" y="5568696"/>
            <a:ext cx="914400" cy="804672"/>
          </a:xfrm>
          <a:noFill/>
          <a:ln>
            <a:noFill/>
          </a:ln>
        </p:spPr>
        <p:txBody>
          <a:bodyPr lIns="0" tIns="0" rIns="0" bIns="0" anchor="ctr"/>
          <a:lstStyle>
            <a:lvl1pPr marL="0" indent="0" algn="ctr">
              <a:lnSpc>
                <a:spcPct val="100000"/>
              </a:lnSpc>
              <a:spcBef>
                <a:spcPts val="0"/>
              </a:spcBef>
              <a:spcAft>
                <a:spcPts val="0"/>
              </a:spcAft>
              <a:buNone/>
              <a:defRPr sz="2000">
                <a:solidFill>
                  <a:schemeClr val="bg1"/>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a:t>#</a:t>
            </a:r>
          </a:p>
        </p:txBody>
      </p:sp>
      <p:sp>
        <p:nvSpPr>
          <p:cNvPr id="15" name="Sixth Resp Text">
            <a:extLst>
              <a:ext uri="{FF2B5EF4-FFF2-40B4-BE49-F238E27FC236}">
                <a16:creationId xmlns:a16="http://schemas.microsoft.com/office/drawing/2014/main" id="{09F72B28-4CF6-4FD1-BA4A-5A98215324E2}"/>
              </a:ext>
            </a:extLst>
          </p:cNvPr>
          <p:cNvSpPr>
            <a:spLocks noGrp="1"/>
          </p:cNvSpPr>
          <p:nvPr>
            <p:ph type="body" idx="15" hasCustomPrompt="1"/>
          </p:nvPr>
        </p:nvSpPr>
        <p:spPr>
          <a:xfrm>
            <a:off x="5431536" y="5568696"/>
            <a:ext cx="6720840" cy="804672"/>
          </a:xfrm>
          <a:noFill/>
          <a:ln>
            <a:noFill/>
          </a:ln>
        </p:spPr>
        <p:txBody>
          <a:bodyPr lIns="91440" tIns="0" rIns="91440" bIns="0" anchor="ctr">
            <a:noAutofit/>
          </a:bodyPr>
          <a:lstStyle>
            <a:lvl1pPr marL="0" indent="0" algn="l">
              <a:lnSpc>
                <a:spcPct val="90000"/>
              </a:lnSpc>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a:t>Value</a:t>
            </a:r>
          </a:p>
        </p:txBody>
      </p:sp>
    </p:spTree>
    <p:custDataLst>
      <p:tags r:id="rId1"/>
    </p:custDataLst>
    <p:extLst>
      <p:ext uri="{BB962C8B-B14F-4D97-AF65-F5344CB8AC3E}">
        <p14:creationId xmlns:p14="http://schemas.microsoft.com/office/powerpoint/2010/main" val="194704696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type="tx" preserve="1">
  <p:cSld name="KC-Vertical-Answer">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9" name="Copyright1">
            <a:extLst>
              <a:ext uri="{FF2B5EF4-FFF2-40B4-BE49-F238E27FC236}">
                <a16:creationId xmlns:a16="http://schemas.microsoft.com/office/drawing/2014/main" id="{22E57F6F-BF79-4B2E-B122-5A04B0F3EDDC}"/>
              </a:ext>
              <a:ext uri="{C183D7F6-B498-43B3-948B-1728B52AA6E4}">
                <adec:decorative xmlns:adec="http://schemas.microsoft.com/office/drawing/2017/decorative" val="1"/>
              </a:ext>
            </a:extLst>
          </p:cNvPr>
          <p:cNvPicPr>
            <a:picLocks/>
          </p:cNvPicPr>
          <p:nvPr userDrawn="1"/>
        </p:nvPicPr>
        <p:blipFill>
          <a:blip r:embed="rId4">
            <a:extLst>
              <a:ext uri="{28A0092B-C50C-407E-A947-70E740481C1C}">
                <a14:useLocalDpi xmlns:a14="http://schemas.microsoft.com/office/drawing/2010/main" val="0"/>
              </a:ext>
            </a:extLst>
          </a:blip>
          <a:stretch>
            <a:fillRect/>
          </a:stretch>
        </p:blipFill>
        <p:spPr>
          <a:xfrm>
            <a:off x="254000" y="6477000"/>
            <a:ext cx="3556000" cy="165100"/>
          </a:xfrm>
          <a:prstGeom prst="rect">
            <a:avLst/>
          </a:prstGeom>
        </p:spPr>
      </p:pic>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4" name="Title">
            <a:extLst>
              <a:ext uri="{FF2B5EF4-FFF2-40B4-BE49-F238E27FC236}">
                <a16:creationId xmlns:a16="http://schemas.microsoft.com/office/drawing/2014/main" id="{C2824936-64E1-4A65-A88E-FF9DDF72FA2F}"/>
              </a:ext>
            </a:extLst>
          </p:cNvPr>
          <p:cNvSpPr>
            <a:spLocks noGrp="1"/>
          </p:cNvSpPr>
          <p:nvPr>
            <p:ph type="title" idx="1" hasCustomPrompt="1"/>
          </p:nvPr>
        </p:nvSpPr>
        <p:spPr>
          <a:xfrm>
            <a:off x="365760" y="301752"/>
            <a:ext cx="11466576" cy="731520"/>
          </a:xfrm>
        </p:spPr>
        <p:txBody>
          <a:bodyPr/>
          <a:lstStyle>
            <a:lvl1pPr>
              <a:defRPr>
                <a:solidFill>
                  <a:schemeClr val="bg1"/>
                </a:solidFill>
                <a:latin typeface="Amazon Ember Display Heavy"/>
              </a:defRPr>
            </a:lvl1pPr>
          </a:lstStyle>
          <a:p>
            <a:r>
              <a:rPr lang="en-US"/>
              <a:t>Answer and explanation</a:t>
            </a:r>
          </a:p>
        </p:txBody>
      </p:sp>
      <p:sp>
        <p:nvSpPr>
          <p:cNvPr id="2" name="Question">
            <a:extLst>
              <a:ext uri="{FF2B5EF4-FFF2-40B4-BE49-F238E27FC236}">
                <a16:creationId xmlns:a16="http://schemas.microsoft.com/office/drawing/2014/main" id="{44F57E91-15F3-4802-8B9A-31B722148228}"/>
              </a:ext>
            </a:extLst>
          </p:cNvPr>
          <p:cNvSpPr>
            <a:spLocks noGrp="1"/>
          </p:cNvSpPr>
          <p:nvPr>
            <p:ph type="body" idx="2" hasCustomPrompt="1"/>
          </p:nvPr>
        </p:nvSpPr>
        <p:spPr>
          <a:xfrm>
            <a:off x="365760" y="1042416"/>
            <a:ext cx="4160520" cy="5404104"/>
          </a:xfrm>
        </p:spPr>
        <p:txBody>
          <a:bodyPr>
            <a:normAutofit/>
          </a:bodyPr>
          <a:lstStyle>
            <a:lvl1pPr marL="0" marR="0" indent="0" algn="l" defTabSz="914400" rtl="0" eaLnBrk="1" fontAlgn="auto" latinLnBrk="0" hangingPunct="1">
              <a:lnSpc>
                <a:spcPct val="100000"/>
              </a:lnSpc>
              <a:spcBef>
                <a:spcPts val="0"/>
              </a:spcBef>
              <a:spcAft>
                <a:spcPts val="1200"/>
              </a:spcAft>
              <a:buClrTx/>
              <a:buSzTx/>
              <a:buFont typeface="Arial" panose="020B0604020202020204" pitchFamily="34" charset="0"/>
              <a:buNone/>
              <a:tabLst/>
              <a:defRPr sz="2400">
                <a:solidFill>
                  <a:schemeClr val="bg1"/>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a:t>Enter question again –</a:t>
            </a:r>
            <a:br>
              <a:rPr lang="en-US"/>
            </a:br>
            <a:r>
              <a:rPr lang="en-US"/>
              <a:t>Here you can explain why the responses are correct or incorrect.</a:t>
            </a:r>
          </a:p>
        </p:txBody>
      </p:sp>
      <p:sp>
        <p:nvSpPr>
          <p:cNvPr id="12" name="AnswerHeader">
            <a:extLst>
              <a:ext uri="{FF2B5EF4-FFF2-40B4-BE49-F238E27FC236}">
                <a16:creationId xmlns:a16="http://schemas.microsoft.com/office/drawing/2014/main" id="{7C8472BF-3681-4E98-B87B-5FA7A5C19359}"/>
              </a:ext>
            </a:extLst>
          </p:cNvPr>
          <p:cNvSpPr>
            <a:spLocks noGrp="1"/>
          </p:cNvSpPr>
          <p:nvPr>
            <p:ph type="body" idx="12" hasCustomPrompt="1"/>
          </p:nvPr>
        </p:nvSpPr>
        <p:spPr>
          <a:xfrm>
            <a:off x="4517136" y="1033272"/>
            <a:ext cx="7611111" cy="400050"/>
          </a:xfrm>
          <a:noFill/>
        </p:spPr>
        <p:txBody>
          <a:bodyPr lIns="91440">
            <a:noAutofit/>
          </a:bodyPr>
          <a:lstStyle>
            <a:lvl1pPr marL="0" indent="0">
              <a:lnSpc>
                <a:spcPct val="100000"/>
              </a:lnSpc>
              <a:spcAft>
                <a:spcPts val="0"/>
              </a:spcAft>
              <a:buNone/>
              <a:defRPr sz="2000" b="1">
                <a:solidFill>
                  <a:schemeClr val="bg1"/>
                </a:solidFill>
              </a:defRPr>
            </a:lvl1pPr>
          </a:lstStyle>
          <a:p>
            <a:pPr lvl="0"/>
            <a:r>
              <a:rPr lang="en-US"/>
              <a:t>Type: The correct response is</a:t>
            </a:r>
          </a:p>
        </p:txBody>
      </p:sp>
      <p:sp>
        <p:nvSpPr>
          <p:cNvPr id="3" name="Answer Text">
            <a:extLst>
              <a:ext uri="{FF2B5EF4-FFF2-40B4-BE49-F238E27FC236}">
                <a16:creationId xmlns:a16="http://schemas.microsoft.com/office/drawing/2014/main" id="{FFCADE15-0CD9-4F7B-9FFC-6A2C71B4D226}"/>
              </a:ext>
            </a:extLst>
          </p:cNvPr>
          <p:cNvSpPr>
            <a:spLocks noGrp="1"/>
          </p:cNvSpPr>
          <p:nvPr>
            <p:ph type="body" idx="3" hasCustomPrompt="1"/>
          </p:nvPr>
        </p:nvSpPr>
        <p:spPr>
          <a:xfrm>
            <a:off x="5430794" y="1420597"/>
            <a:ext cx="6723145" cy="4955378"/>
          </a:xfrm>
          <a:noFill/>
        </p:spPr>
        <p:txBody>
          <a:bodyPr lIns="91440" tIns="91440" rIns="182880" bIns="0" anchor="t"/>
          <a:lstStyle>
            <a:lvl1pPr marL="0" indent="0" algn="l">
              <a:lnSpc>
                <a:spcPct val="90000"/>
              </a:lnSpc>
              <a:spcBef>
                <a:spcPts val="0"/>
              </a:spcBef>
              <a:spcAft>
                <a:spcPts val="60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a:t>Enter a description of the correct and incorrect responses.</a:t>
            </a:r>
          </a:p>
        </p:txBody>
      </p:sp>
    </p:spTree>
    <p:custDataLst>
      <p:tags r:id="rId1"/>
    </p:custDataLst>
    <p:extLst>
      <p:ext uri="{BB962C8B-B14F-4D97-AF65-F5344CB8AC3E}">
        <p14:creationId xmlns:p14="http://schemas.microsoft.com/office/powerpoint/2010/main" val="308868650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x" preserve="1">
  <p:cSld name="KC-Vert-Ans-Option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9" name="Copyright2">
            <a:extLst>
              <a:ext uri="{FF2B5EF4-FFF2-40B4-BE49-F238E27FC236}">
                <a16:creationId xmlns:a16="http://schemas.microsoft.com/office/drawing/2014/main" id="{37393604-11CA-4D24-900F-D2A12942BA65}"/>
              </a:ext>
              <a:ext uri="{C183D7F6-B498-43B3-948B-1728B52AA6E4}">
                <adec:decorative xmlns:adec="http://schemas.microsoft.com/office/drawing/2017/decorative" val="1"/>
              </a:ext>
            </a:extLst>
          </p:cNvPr>
          <p:cNvPicPr>
            <a:picLocks/>
          </p:cNvPicPr>
          <p:nvPr userDrawn="1"/>
        </p:nvPicPr>
        <p:blipFill>
          <a:blip r:embed="rId4">
            <a:extLst>
              <a:ext uri="{28A0092B-C50C-407E-A947-70E740481C1C}">
                <a14:useLocalDpi xmlns:a14="http://schemas.microsoft.com/office/drawing/2010/main" val="0"/>
              </a:ext>
            </a:extLst>
          </a:blip>
          <a:stretch>
            <a:fillRect/>
          </a:stretch>
        </p:blipFill>
        <p:spPr>
          <a:xfrm>
            <a:off x="660400" y="6451600"/>
            <a:ext cx="3556000" cy="165100"/>
          </a:xfrm>
          <a:prstGeom prst="rect">
            <a:avLst/>
          </a:prstGeom>
        </p:spPr>
      </p:pic>
      <p:sp>
        <p:nvSpPr>
          <p:cNvPr id="97" name="Slide Number">
            <a:extLst>
              <a:ext uri="{FF2B5EF4-FFF2-40B4-BE49-F238E27FC236}">
                <a16:creationId xmlns:a16="http://schemas.microsoft.com/office/drawing/2014/main" id="{7919E744-E8A9-4BBA-9A46-E3C8187BE86A}"/>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4" name="Title">
            <a:extLst>
              <a:ext uri="{FF2B5EF4-FFF2-40B4-BE49-F238E27FC236}">
                <a16:creationId xmlns:a16="http://schemas.microsoft.com/office/drawing/2014/main" id="{C2824936-64E1-4A65-A88E-FF9DDF72FA2F}"/>
              </a:ext>
            </a:extLst>
          </p:cNvPr>
          <p:cNvSpPr>
            <a:spLocks noGrp="1"/>
          </p:cNvSpPr>
          <p:nvPr>
            <p:ph type="title" idx="1" hasCustomPrompt="1"/>
          </p:nvPr>
        </p:nvSpPr>
        <p:spPr>
          <a:xfrm>
            <a:off x="365760" y="301752"/>
            <a:ext cx="11466576" cy="731520"/>
          </a:xfrm>
        </p:spPr>
        <p:txBody>
          <a:bodyPr/>
          <a:lstStyle>
            <a:lvl1pPr>
              <a:defRPr>
                <a:solidFill>
                  <a:srgbClr val="232F3E"/>
                </a:solidFill>
                <a:latin typeface="Amazon Ember Display Heavy"/>
              </a:defRPr>
            </a:lvl1pPr>
          </a:lstStyle>
          <a:p>
            <a:r>
              <a:rPr lang="en-US"/>
              <a:t>Answer and explanation – Option 2</a:t>
            </a:r>
          </a:p>
        </p:txBody>
      </p:sp>
      <p:sp>
        <p:nvSpPr>
          <p:cNvPr id="2" name="Question">
            <a:extLst>
              <a:ext uri="{FF2B5EF4-FFF2-40B4-BE49-F238E27FC236}">
                <a16:creationId xmlns:a16="http://schemas.microsoft.com/office/drawing/2014/main" id="{44F57E91-15F3-4802-8B9A-31B722148228}"/>
              </a:ext>
            </a:extLst>
          </p:cNvPr>
          <p:cNvSpPr>
            <a:spLocks noGrp="1"/>
          </p:cNvSpPr>
          <p:nvPr>
            <p:ph type="body" idx="2" hasCustomPrompt="1"/>
          </p:nvPr>
        </p:nvSpPr>
        <p:spPr>
          <a:xfrm>
            <a:off x="365760" y="1042416"/>
            <a:ext cx="4160520" cy="5404104"/>
          </a:xfrm>
        </p:spPr>
        <p:txBody>
          <a:bodyPr>
            <a:normAutofit/>
          </a:bodyPr>
          <a:lstStyle>
            <a:lvl1pPr marL="0" marR="0" indent="0" algn="l" defTabSz="914400" rtl="0" eaLnBrk="1" fontAlgn="auto" latinLnBrk="0" hangingPunct="1">
              <a:lnSpc>
                <a:spcPct val="100000"/>
              </a:lnSpc>
              <a:spcBef>
                <a:spcPts val="0"/>
              </a:spcBef>
              <a:spcAft>
                <a:spcPts val="1200"/>
              </a:spcAft>
              <a:buClrTx/>
              <a:buSzTx/>
              <a:buFont typeface="Arial" panose="020B0604020202020204" pitchFamily="34" charset="0"/>
              <a:buNone/>
              <a:tabLst/>
              <a:defRPr sz="2400">
                <a:solidFill>
                  <a:srgbClr val="232F3E"/>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a:t>Enter question again –</a:t>
            </a:r>
            <a:br>
              <a:rPr lang="en-US"/>
            </a:br>
            <a:r>
              <a:rPr lang="en-US"/>
              <a:t>Here you can explain why the responses are correct or incorrect.</a:t>
            </a:r>
          </a:p>
        </p:txBody>
      </p:sp>
      <p:sp>
        <p:nvSpPr>
          <p:cNvPr id="12" name="AnswerHeader">
            <a:extLst>
              <a:ext uri="{FF2B5EF4-FFF2-40B4-BE49-F238E27FC236}">
                <a16:creationId xmlns:a16="http://schemas.microsoft.com/office/drawing/2014/main" id="{7C8472BF-3681-4E98-B87B-5FA7A5C19359}"/>
              </a:ext>
            </a:extLst>
          </p:cNvPr>
          <p:cNvSpPr>
            <a:spLocks noGrp="1"/>
          </p:cNvSpPr>
          <p:nvPr>
            <p:ph type="body" idx="12" hasCustomPrompt="1"/>
          </p:nvPr>
        </p:nvSpPr>
        <p:spPr>
          <a:xfrm>
            <a:off x="4517136" y="1033272"/>
            <a:ext cx="7607808" cy="400050"/>
          </a:xfrm>
          <a:noFill/>
        </p:spPr>
        <p:txBody>
          <a:bodyPr lIns="91440">
            <a:noAutofit/>
          </a:bodyPr>
          <a:lstStyle>
            <a:lvl1pPr marL="0" indent="0">
              <a:lnSpc>
                <a:spcPct val="100000"/>
              </a:lnSpc>
              <a:spcAft>
                <a:spcPts val="0"/>
              </a:spcAft>
              <a:buNone/>
              <a:defRPr sz="2000" b="1">
                <a:solidFill>
                  <a:schemeClr val="bg1"/>
                </a:solidFill>
              </a:defRPr>
            </a:lvl1pPr>
          </a:lstStyle>
          <a:p>
            <a:pPr lvl="0"/>
            <a:r>
              <a:rPr lang="en-US"/>
              <a:t>Type: The correct response is</a:t>
            </a:r>
          </a:p>
        </p:txBody>
      </p:sp>
      <p:sp>
        <p:nvSpPr>
          <p:cNvPr id="3" name="Answer Text">
            <a:extLst>
              <a:ext uri="{FF2B5EF4-FFF2-40B4-BE49-F238E27FC236}">
                <a16:creationId xmlns:a16="http://schemas.microsoft.com/office/drawing/2014/main" id="{FFCADE15-0CD9-4F7B-9FFC-6A2C71B4D226}"/>
              </a:ext>
            </a:extLst>
          </p:cNvPr>
          <p:cNvSpPr>
            <a:spLocks noGrp="1"/>
          </p:cNvSpPr>
          <p:nvPr>
            <p:ph type="body" idx="3" hasCustomPrompt="1"/>
          </p:nvPr>
        </p:nvSpPr>
        <p:spPr>
          <a:xfrm>
            <a:off x="5431536" y="1417320"/>
            <a:ext cx="6720840" cy="4955378"/>
          </a:xfrm>
          <a:noFill/>
        </p:spPr>
        <p:txBody>
          <a:bodyPr lIns="91440" tIns="91440" rIns="182880" bIns="0" anchor="t"/>
          <a:lstStyle>
            <a:lvl1pPr marL="0" indent="0" algn="l">
              <a:spcBef>
                <a:spcPts val="0"/>
              </a:spcBef>
              <a:spcAft>
                <a:spcPts val="60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a:t>Enter a description of the correct and incorrect responses.</a:t>
            </a:r>
          </a:p>
        </p:txBody>
      </p:sp>
    </p:spTree>
    <p:custDataLst>
      <p:tags r:id="rId1"/>
    </p:custDataLst>
    <p:extLst>
      <p:ext uri="{BB962C8B-B14F-4D97-AF65-F5344CB8AC3E}">
        <p14:creationId xmlns:p14="http://schemas.microsoft.com/office/powerpoint/2010/main" val="265304316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p:cSld name="QA-Horizontal">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15" name="Copyright1">
            <a:extLst>
              <a:ext uri="{FF2B5EF4-FFF2-40B4-BE49-F238E27FC236}">
                <a16:creationId xmlns:a16="http://schemas.microsoft.com/office/drawing/2014/main" id="{3E135095-2941-4AB4-AD97-4A15827F6AC7}"/>
              </a:ext>
              <a:ext uri="{C183D7F6-B498-43B3-948B-1728B52AA6E4}">
                <adec:decorative xmlns:adec="http://schemas.microsoft.com/office/drawing/2017/decorative" val="1"/>
              </a:ext>
            </a:extLst>
          </p:cNvPr>
          <p:cNvPicPr>
            <a:picLocks/>
          </p:cNvPicPr>
          <p:nvPr userDrawn="1"/>
        </p:nvPicPr>
        <p:blipFill>
          <a:blip r:embed="rId4">
            <a:extLst>
              <a:ext uri="{28A0092B-C50C-407E-A947-70E740481C1C}">
                <a14:useLocalDpi xmlns:a14="http://schemas.microsoft.com/office/drawing/2010/main" val="0"/>
              </a:ext>
            </a:extLst>
          </a:blip>
          <a:stretch>
            <a:fillRect/>
          </a:stretch>
        </p:blipFill>
        <p:spPr>
          <a:xfrm>
            <a:off x="254000" y="6477000"/>
            <a:ext cx="3556000" cy="165100"/>
          </a:xfrm>
          <a:prstGeom prst="rect">
            <a:avLst/>
          </a:prstGeom>
        </p:spPr>
      </p:pic>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10" name="Title">
            <a:extLst>
              <a:ext uri="{FF2B5EF4-FFF2-40B4-BE49-F238E27FC236}">
                <a16:creationId xmlns:a16="http://schemas.microsoft.com/office/drawing/2014/main" id="{C2824936-64E1-4A65-A88E-FF9DDF72FA2F}"/>
              </a:ext>
            </a:extLst>
          </p:cNvPr>
          <p:cNvSpPr>
            <a:spLocks noGrp="1"/>
          </p:cNvSpPr>
          <p:nvPr>
            <p:ph type="title" idx="1" hasCustomPrompt="1"/>
          </p:nvPr>
        </p:nvSpPr>
        <p:spPr>
          <a:xfrm>
            <a:off x="182880" y="301752"/>
            <a:ext cx="11466576" cy="731520"/>
          </a:xfrm>
        </p:spPr>
        <p:txBody>
          <a:bodyPr/>
          <a:lstStyle>
            <a:lvl1pPr>
              <a:defRPr>
                <a:solidFill>
                  <a:schemeClr val="bg1"/>
                </a:solidFill>
                <a:latin typeface="Amazon Ember Display Heavy"/>
              </a:defRPr>
            </a:lvl1pPr>
          </a:lstStyle>
          <a:p>
            <a:r>
              <a:rPr lang="en-US"/>
              <a:t>Knowledge check</a:t>
            </a:r>
          </a:p>
        </p:txBody>
      </p:sp>
      <p:sp>
        <p:nvSpPr>
          <p:cNvPr id="2" name="Question 1">
            <a:extLst>
              <a:ext uri="{FF2B5EF4-FFF2-40B4-BE49-F238E27FC236}">
                <a16:creationId xmlns:a16="http://schemas.microsoft.com/office/drawing/2014/main" id="{44F57E91-15F3-4802-8B9A-31B722148228}"/>
              </a:ext>
            </a:extLst>
          </p:cNvPr>
          <p:cNvSpPr>
            <a:spLocks noGrp="1"/>
          </p:cNvSpPr>
          <p:nvPr>
            <p:ph type="body" idx="2" hasCustomPrompt="1"/>
          </p:nvPr>
        </p:nvSpPr>
        <p:spPr>
          <a:xfrm>
            <a:off x="179238" y="1185497"/>
            <a:ext cx="5472261" cy="1164004"/>
          </a:xfrm>
        </p:spPr>
        <p:txBody>
          <a:bodyPr>
            <a:noAutofit/>
          </a:bodyPr>
          <a:lstStyle>
            <a:lvl1pPr marL="0" marR="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sz="2000">
                <a:solidFill>
                  <a:schemeClr val="bg1"/>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a:t>Enter question</a:t>
            </a:r>
          </a:p>
        </p:txBody>
      </p:sp>
      <p:sp>
        <p:nvSpPr>
          <p:cNvPr id="3" name="Answer Text 1">
            <a:extLst>
              <a:ext uri="{FF2B5EF4-FFF2-40B4-BE49-F238E27FC236}">
                <a16:creationId xmlns:a16="http://schemas.microsoft.com/office/drawing/2014/main" id="{FFCADE15-0CD9-4F7B-9FFC-6A2C71B4D226}"/>
              </a:ext>
            </a:extLst>
          </p:cNvPr>
          <p:cNvSpPr>
            <a:spLocks noGrp="1"/>
          </p:cNvSpPr>
          <p:nvPr>
            <p:ph type="body" idx="3" hasCustomPrompt="1"/>
          </p:nvPr>
        </p:nvSpPr>
        <p:spPr>
          <a:xfrm>
            <a:off x="5651500" y="1185497"/>
            <a:ext cx="6400840" cy="1164004"/>
          </a:xfrm>
          <a:noFill/>
          <a:ln w="57150">
            <a:noFill/>
          </a:ln>
        </p:spPr>
        <p:txBody>
          <a:bodyPr lIns="91440" tIns="91440" rIns="182880" bIns="0" anchor="t">
            <a:noAutofit/>
          </a:bodyPr>
          <a:lstStyle>
            <a:lvl1pPr marL="0" indent="0" algn="l">
              <a:lnSpc>
                <a:spcPct val="100000"/>
              </a:lnSpc>
              <a:spcBef>
                <a:spcPts val="0"/>
              </a:spcBef>
              <a:spcAft>
                <a:spcPts val="60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a:t>Enter the correct response.</a:t>
            </a:r>
          </a:p>
        </p:txBody>
      </p:sp>
      <p:sp>
        <p:nvSpPr>
          <p:cNvPr id="4" name="Question 2">
            <a:extLst>
              <a:ext uri="{FF2B5EF4-FFF2-40B4-BE49-F238E27FC236}">
                <a16:creationId xmlns:a16="http://schemas.microsoft.com/office/drawing/2014/main" id="{2733FE88-66AC-4110-B77F-059B3D638C2E}"/>
              </a:ext>
            </a:extLst>
          </p:cNvPr>
          <p:cNvSpPr>
            <a:spLocks noGrp="1"/>
          </p:cNvSpPr>
          <p:nvPr>
            <p:ph type="body" idx="4" hasCustomPrompt="1"/>
          </p:nvPr>
        </p:nvSpPr>
        <p:spPr>
          <a:xfrm>
            <a:off x="179237" y="2526456"/>
            <a:ext cx="5472261" cy="1164004"/>
          </a:xfrm>
        </p:spPr>
        <p:txBody>
          <a:bodyPr>
            <a:noAutofit/>
          </a:bodyPr>
          <a:lstStyle>
            <a:lvl1pPr marL="0" marR="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sz="2000">
                <a:solidFill>
                  <a:schemeClr val="bg1"/>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a:t>Enter question</a:t>
            </a:r>
          </a:p>
        </p:txBody>
      </p:sp>
      <p:sp>
        <p:nvSpPr>
          <p:cNvPr id="5" name="Answer Text 2">
            <a:extLst>
              <a:ext uri="{FF2B5EF4-FFF2-40B4-BE49-F238E27FC236}">
                <a16:creationId xmlns:a16="http://schemas.microsoft.com/office/drawing/2014/main" id="{E33DAA71-DCA3-491A-8A97-143BF1813197}"/>
              </a:ext>
            </a:extLst>
          </p:cNvPr>
          <p:cNvSpPr>
            <a:spLocks noGrp="1"/>
          </p:cNvSpPr>
          <p:nvPr>
            <p:ph type="body" idx="5" hasCustomPrompt="1"/>
          </p:nvPr>
        </p:nvSpPr>
        <p:spPr>
          <a:xfrm>
            <a:off x="5651499" y="2526456"/>
            <a:ext cx="6400840" cy="1164004"/>
          </a:xfrm>
          <a:noFill/>
          <a:ln w="57150">
            <a:noFill/>
          </a:ln>
        </p:spPr>
        <p:txBody>
          <a:bodyPr lIns="91440" tIns="91440" rIns="182880" bIns="0" anchor="t">
            <a:noAutofit/>
          </a:bodyPr>
          <a:lstStyle>
            <a:lvl1pPr marL="0" indent="0" algn="l">
              <a:lnSpc>
                <a:spcPct val="100000"/>
              </a:lnSpc>
              <a:spcBef>
                <a:spcPts val="0"/>
              </a:spcBef>
              <a:spcAft>
                <a:spcPts val="60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a:t>Enter the correct response.</a:t>
            </a:r>
          </a:p>
        </p:txBody>
      </p:sp>
      <p:sp>
        <p:nvSpPr>
          <p:cNvPr id="6" name="Question 3">
            <a:extLst>
              <a:ext uri="{FF2B5EF4-FFF2-40B4-BE49-F238E27FC236}">
                <a16:creationId xmlns:a16="http://schemas.microsoft.com/office/drawing/2014/main" id="{85011FB9-28FB-42F5-8639-AFB8DE09EDB0}"/>
              </a:ext>
            </a:extLst>
          </p:cNvPr>
          <p:cNvSpPr>
            <a:spLocks noGrp="1"/>
          </p:cNvSpPr>
          <p:nvPr>
            <p:ph type="body" idx="6" hasCustomPrompt="1"/>
          </p:nvPr>
        </p:nvSpPr>
        <p:spPr>
          <a:xfrm>
            <a:off x="179237" y="3883100"/>
            <a:ext cx="5472261" cy="1164004"/>
          </a:xfrm>
        </p:spPr>
        <p:txBody>
          <a:bodyPr>
            <a:noAutofit/>
          </a:bodyPr>
          <a:lstStyle>
            <a:lvl1pPr marL="0" marR="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sz="2000">
                <a:solidFill>
                  <a:schemeClr val="bg1"/>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a:t>Enter question</a:t>
            </a:r>
          </a:p>
        </p:txBody>
      </p:sp>
      <p:sp>
        <p:nvSpPr>
          <p:cNvPr id="7" name="Answer Text 3">
            <a:extLst>
              <a:ext uri="{FF2B5EF4-FFF2-40B4-BE49-F238E27FC236}">
                <a16:creationId xmlns:a16="http://schemas.microsoft.com/office/drawing/2014/main" id="{BBA625A9-591B-4F80-B2C0-C8B9B7ED58AF}"/>
              </a:ext>
            </a:extLst>
          </p:cNvPr>
          <p:cNvSpPr>
            <a:spLocks noGrp="1"/>
          </p:cNvSpPr>
          <p:nvPr>
            <p:ph type="body" idx="7" hasCustomPrompt="1"/>
          </p:nvPr>
        </p:nvSpPr>
        <p:spPr>
          <a:xfrm>
            <a:off x="5651499" y="3883100"/>
            <a:ext cx="6400840" cy="1164004"/>
          </a:xfrm>
          <a:noFill/>
          <a:ln w="57150">
            <a:noFill/>
          </a:ln>
        </p:spPr>
        <p:txBody>
          <a:bodyPr lIns="91440" tIns="91440" rIns="182880" bIns="0" anchor="t">
            <a:noAutofit/>
          </a:bodyPr>
          <a:lstStyle>
            <a:lvl1pPr marL="0" indent="0" algn="l">
              <a:lnSpc>
                <a:spcPct val="100000"/>
              </a:lnSpc>
              <a:spcBef>
                <a:spcPts val="0"/>
              </a:spcBef>
              <a:spcAft>
                <a:spcPts val="60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a:t>Enter the correct response.</a:t>
            </a:r>
          </a:p>
        </p:txBody>
      </p:sp>
      <p:sp>
        <p:nvSpPr>
          <p:cNvPr id="8" name="Question 4">
            <a:extLst>
              <a:ext uri="{FF2B5EF4-FFF2-40B4-BE49-F238E27FC236}">
                <a16:creationId xmlns:a16="http://schemas.microsoft.com/office/drawing/2014/main" id="{94FE6022-0B4D-44CE-B9CB-F3EF8689FC0E}"/>
              </a:ext>
            </a:extLst>
          </p:cNvPr>
          <p:cNvSpPr>
            <a:spLocks noGrp="1"/>
          </p:cNvSpPr>
          <p:nvPr>
            <p:ph type="body" idx="8" hasCustomPrompt="1"/>
          </p:nvPr>
        </p:nvSpPr>
        <p:spPr>
          <a:xfrm>
            <a:off x="179236" y="5239557"/>
            <a:ext cx="5472261" cy="1164004"/>
          </a:xfrm>
        </p:spPr>
        <p:txBody>
          <a:bodyPr>
            <a:noAutofit/>
          </a:bodyPr>
          <a:lstStyle>
            <a:lvl1pPr marL="0" marR="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sz="2000">
                <a:solidFill>
                  <a:schemeClr val="bg1"/>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a:t>Enter question</a:t>
            </a:r>
          </a:p>
        </p:txBody>
      </p:sp>
      <p:sp>
        <p:nvSpPr>
          <p:cNvPr id="9" name="Answer Text 4">
            <a:extLst>
              <a:ext uri="{FF2B5EF4-FFF2-40B4-BE49-F238E27FC236}">
                <a16:creationId xmlns:a16="http://schemas.microsoft.com/office/drawing/2014/main" id="{A6B202E1-04E5-4362-96B3-ED5EF312171C}"/>
              </a:ext>
            </a:extLst>
          </p:cNvPr>
          <p:cNvSpPr>
            <a:spLocks noGrp="1"/>
          </p:cNvSpPr>
          <p:nvPr>
            <p:ph type="body" idx="9" hasCustomPrompt="1"/>
          </p:nvPr>
        </p:nvSpPr>
        <p:spPr>
          <a:xfrm>
            <a:off x="5651498" y="5239557"/>
            <a:ext cx="6400840" cy="1164004"/>
          </a:xfrm>
          <a:noFill/>
          <a:ln w="57150">
            <a:noFill/>
          </a:ln>
        </p:spPr>
        <p:txBody>
          <a:bodyPr lIns="91440" tIns="91440" rIns="182880" bIns="0" anchor="t">
            <a:noAutofit/>
          </a:bodyPr>
          <a:lstStyle>
            <a:lvl1pPr marL="0" indent="0" algn="l">
              <a:lnSpc>
                <a:spcPct val="100000"/>
              </a:lnSpc>
              <a:spcBef>
                <a:spcPts val="0"/>
              </a:spcBef>
              <a:spcAft>
                <a:spcPts val="60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a:t>Enter the correct response.</a:t>
            </a:r>
          </a:p>
        </p:txBody>
      </p:sp>
    </p:spTree>
    <p:custDataLst>
      <p:tags r:id="rId1"/>
    </p:custDataLst>
    <p:extLst>
      <p:ext uri="{BB962C8B-B14F-4D97-AF65-F5344CB8AC3E}">
        <p14:creationId xmlns:p14="http://schemas.microsoft.com/office/powerpoint/2010/main" val="3181627743"/>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QA-Horz-Option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15" name="Copyright2">
            <a:extLst>
              <a:ext uri="{FF2B5EF4-FFF2-40B4-BE49-F238E27FC236}">
                <a16:creationId xmlns:a16="http://schemas.microsoft.com/office/drawing/2014/main" id="{EBCDCCBC-066A-497A-82DD-75E24688D702}"/>
              </a:ext>
              <a:ext uri="{C183D7F6-B498-43B3-948B-1728B52AA6E4}">
                <adec:decorative xmlns:adec="http://schemas.microsoft.com/office/drawing/2017/decorative" val="1"/>
              </a:ext>
            </a:extLst>
          </p:cNvPr>
          <p:cNvPicPr>
            <a:picLocks/>
          </p:cNvPicPr>
          <p:nvPr userDrawn="1"/>
        </p:nvPicPr>
        <p:blipFill>
          <a:blip r:embed="rId4">
            <a:extLst>
              <a:ext uri="{28A0092B-C50C-407E-A947-70E740481C1C}">
                <a14:useLocalDpi xmlns:a14="http://schemas.microsoft.com/office/drawing/2010/main" val="0"/>
              </a:ext>
            </a:extLst>
          </a:blip>
          <a:stretch>
            <a:fillRect/>
          </a:stretch>
        </p:blipFill>
        <p:spPr>
          <a:xfrm>
            <a:off x="660400" y="6451600"/>
            <a:ext cx="3556000" cy="165100"/>
          </a:xfrm>
          <a:prstGeom prst="rect">
            <a:avLst/>
          </a:prstGeom>
        </p:spPr>
      </p:pic>
      <p:sp>
        <p:nvSpPr>
          <p:cNvPr id="97" name="Slide Number">
            <a:extLst>
              <a:ext uri="{FF2B5EF4-FFF2-40B4-BE49-F238E27FC236}">
                <a16:creationId xmlns:a16="http://schemas.microsoft.com/office/drawing/2014/main" id="{3A540A4D-7B1F-4055-BDC7-7451D12F0E31}"/>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10" name="Title">
            <a:extLst>
              <a:ext uri="{FF2B5EF4-FFF2-40B4-BE49-F238E27FC236}">
                <a16:creationId xmlns:a16="http://schemas.microsoft.com/office/drawing/2014/main" id="{C2824936-64E1-4A65-A88E-FF9DDF72FA2F}"/>
              </a:ext>
            </a:extLst>
          </p:cNvPr>
          <p:cNvSpPr>
            <a:spLocks noGrp="1"/>
          </p:cNvSpPr>
          <p:nvPr>
            <p:ph type="title" idx="1" hasCustomPrompt="1"/>
          </p:nvPr>
        </p:nvSpPr>
        <p:spPr>
          <a:xfrm>
            <a:off x="182880" y="301752"/>
            <a:ext cx="11466576" cy="731520"/>
          </a:xfrm>
        </p:spPr>
        <p:txBody>
          <a:bodyPr/>
          <a:lstStyle>
            <a:lvl1pPr>
              <a:defRPr>
                <a:solidFill>
                  <a:srgbClr val="232F3E"/>
                </a:solidFill>
                <a:latin typeface="Amazon Ember Display Heavy"/>
              </a:defRPr>
            </a:lvl1pPr>
          </a:lstStyle>
          <a:p>
            <a:r>
              <a:rPr lang="en-US"/>
              <a:t>Knowledge check – Option 2</a:t>
            </a:r>
          </a:p>
        </p:txBody>
      </p:sp>
      <p:sp>
        <p:nvSpPr>
          <p:cNvPr id="2" name="Question 1">
            <a:extLst>
              <a:ext uri="{FF2B5EF4-FFF2-40B4-BE49-F238E27FC236}">
                <a16:creationId xmlns:a16="http://schemas.microsoft.com/office/drawing/2014/main" id="{44F57E91-15F3-4802-8B9A-31B722148228}"/>
              </a:ext>
            </a:extLst>
          </p:cNvPr>
          <p:cNvSpPr>
            <a:spLocks noGrp="1"/>
          </p:cNvSpPr>
          <p:nvPr>
            <p:ph type="body" idx="2" hasCustomPrompt="1"/>
          </p:nvPr>
        </p:nvSpPr>
        <p:spPr>
          <a:xfrm>
            <a:off x="179238" y="1185497"/>
            <a:ext cx="5472261" cy="1164004"/>
          </a:xfrm>
        </p:spPr>
        <p:txBody>
          <a:bodyPr tIns="45720" rIns="91440" bIns="45720">
            <a:noAutofit/>
          </a:bodyPr>
          <a:lstStyle>
            <a:lvl1pPr marL="0" marR="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sz="2000">
                <a:solidFill>
                  <a:srgbClr val="232F3E"/>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a:t>Enter question</a:t>
            </a:r>
          </a:p>
        </p:txBody>
      </p:sp>
      <p:sp>
        <p:nvSpPr>
          <p:cNvPr id="3" name="Answer Text 1">
            <a:extLst>
              <a:ext uri="{FF2B5EF4-FFF2-40B4-BE49-F238E27FC236}">
                <a16:creationId xmlns:a16="http://schemas.microsoft.com/office/drawing/2014/main" id="{FFCADE15-0CD9-4F7B-9FFC-6A2C71B4D226}"/>
              </a:ext>
            </a:extLst>
          </p:cNvPr>
          <p:cNvSpPr>
            <a:spLocks noGrp="1"/>
          </p:cNvSpPr>
          <p:nvPr>
            <p:ph type="body" idx="3" hasCustomPrompt="1"/>
          </p:nvPr>
        </p:nvSpPr>
        <p:spPr>
          <a:xfrm>
            <a:off x="5651500" y="1185497"/>
            <a:ext cx="6400840" cy="1164004"/>
          </a:xfrm>
          <a:noFill/>
          <a:ln w="57150">
            <a:noFill/>
          </a:ln>
        </p:spPr>
        <p:txBody>
          <a:bodyPr lIns="91440" tIns="91440" rIns="182880" bIns="0" anchor="t">
            <a:noAutofit/>
          </a:bodyPr>
          <a:lstStyle>
            <a:lvl1pPr marL="0" indent="0" algn="l">
              <a:lnSpc>
                <a:spcPct val="100000"/>
              </a:lnSpc>
              <a:spcBef>
                <a:spcPts val="0"/>
              </a:spcBef>
              <a:spcAft>
                <a:spcPts val="60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a:t>Enter the correct response.</a:t>
            </a:r>
          </a:p>
        </p:txBody>
      </p:sp>
      <p:sp>
        <p:nvSpPr>
          <p:cNvPr id="4" name="Question 2">
            <a:extLst>
              <a:ext uri="{FF2B5EF4-FFF2-40B4-BE49-F238E27FC236}">
                <a16:creationId xmlns:a16="http://schemas.microsoft.com/office/drawing/2014/main" id="{2733FE88-66AC-4110-B77F-059B3D638C2E}"/>
              </a:ext>
            </a:extLst>
          </p:cNvPr>
          <p:cNvSpPr>
            <a:spLocks noGrp="1"/>
          </p:cNvSpPr>
          <p:nvPr>
            <p:ph type="body" idx="4" hasCustomPrompt="1"/>
          </p:nvPr>
        </p:nvSpPr>
        <p:spPr>
          <a:xfrm>
            <a:off x="179237" y="2526456"/>
            <a:ext cx="5472261" cy="1164004"/>
          </a:xfrm>
        </p:spPr>
        <p:txBody>
          <a:bodyPr tIns="45720" rIns="91440" bIns="45720">
            <a:noAutofit/>
          </a:bodyPr>
          <a:lstStyle>
            <a:lvl1pPr marL="0" marR="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sz="2000">
                <a:solidFill>
                  <a:srgbClr val="232F3E"/>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a:t>Enter question</a:t>
            </a:r>
          </a:p>
        </p:txBody>
      </p:sp>
      <p:sp>
        <p:nvSpPr>
          <p:cNvPr id="5" name="Answer Text 2">
            <a:extLst>
              <a:ext uri="{FF2B5EF4-FFF2-40B4-BE49-F238E27FC236}">
                <a16:creationId xmlns:a16="http://schemas.microsoft.com/office/drawing/2014/main" id="{E33DAA71-DCA3-491A-8A97-143BF1813197}"/>
              </a:ext>
            </a:extLst>
          </p:cNvPr>
          <p:cNvSpPr>
            <a:spLocks noGrp="1"/>
          </p:cNvSpPr>
          <p:nvPr>
            <p:ph type="body" idx="5" hasCustomPrompt="1"/>
          </p:nvPr>
        </p:nvSpPr>
        <p:spPr>
          <a:xfrm>
            <a:off x="5651499" y="2526456"/>
            <a:ext cx="6400840" cy="1164004"/>
          </a:xfrm>
          <a:noFill/>
          <a:ln w="57150">
            <a:noFill/>
          </a:ln>
        </p:spPr>
        <p:txBody>
          <a:bodyPr lIns="91440" tIns="91440" rIns="182880" bIns="0" anchor="t">
            <a:noAutofit/>
          </a:bodyPr>
          <a:lstStyle>
            <a:lvl1pPr marL="0" indent="0" algn="l">
              <a:lnSpc>
                <a:spcPct val="100000"/>
              </a:lnSpc>
              <a:spcBef>
                <a:spcPts val="0"/>
              </a:spcBef>
              <a:spcAft>
                <a:spcPts val="60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a:t>Enter the correct response.</a:t>
            </a:r>
          </a:p>
        </p:txBody>
      </p:sp>
      <p:sp>
        <p:nvSpPr>
          <p:cNvPr id="6" name="Question 3">
            <a:extLst>
              <a:ext uri="{FF2B5EF4-FFF2-40B4-BE49-F238E27FC236}">
                <a16:creationId xmlns:a16="http://schemas.microsoft.com/office/drawing/2014/main" id="{85011FB9-28FB-42F5-8639-AFB8DE09EDB0}"/>
              </a:ext>
            </a:extLst>
          </p:cNvPr>
          <p:cNvSpPr>
            <a:spLocks noGrp="1"/>
          </p:cNvSpPr>
          <p:nvPr>
            <p:ph type="body" idx="6" hasCustomPrompt="1"/>
          </p:nvPr>
        </p:nvSpPr>
        <p:spPr>
          <a:xfrm>
            <a:off x="179237" y="3883100"/>
            <a:ext cx="5472261" cy="1164004"/>
          </a:xfrm>
        </p:spPr>
        <p:txBody>
          <a:bodyPr tIns="45720" rIns="91440" bIns="45720">
            <a:noAutofit/>
          </a:bodyPr>
          <a:lstStyle>
            <a:lvl1pPr marL="0" marR="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sz="2000">
                <a:solidFill>
                  <a:srgbClr val="232F3E"/>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a:t>Enter question</a:t>
            </a:r>
          </a:p>
        </p:txBody>
      </p:sp>
      <p:sp>
        <p:nvSpPr>
          <p:cNvPr id="7" name="Answer Text 3">
            <a:extLst>
              <a:ext uri="{FF2B5EF4-FFF2-40B4-BE49-F238E27FC236}">
                <a16:creationId xmlns:a16="http://schemas.microsoft.com/office/drawing/2014/main" id="{BBA625A9-591B-4F80-B2C0-C8B9B7ED58AF}"/>
              </a:ext>
            </a:extLst>
          </p:cNvPr>
          <p:cNvSpPr>
            <a:spLocks noGrp="1"/>
          </p:cNvSpPr>
          <p:nvPr>
            <p:ph type="body" idx="7" hasCustomPrompt="1"/>
          </p:nvPr>
        </p:nvSpPr>
        <p:spPr>
          <a:xfrm>
            <a:off x="5651499" y="3883100"/>
            <a:ext cx="6400840" cy="1164004"/>
          </a:xfrm>
          <a:noFill/>
          <a:ln w="57150">
            <a:noFill/>
          </a:ln>
        </p:spPr>
        <p:txBody>
          <a:bodyPr lIns="91440" tIns="91440" rIns="182880" bIns="0" anchor="t">
            <a:noAutofit/>
          </a:bodyPr>
          <a:lstStyle>
            <a:lvl1pPr marL="0" indent="0" algn="l">
              <a:lnSpc>
                <a:spcPct val="100000"/>
              </a:lnSpc>
              <a:spcBef>
                <a:spcPts val="0"/>
              </a:spcBef>
              <a:spcAft>
                <a:spcPts val="60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a:t>Enter the correct response.</a:t>
            </a:r>
          </a:p>
        </p:txBody>
      </p:sp>
      <p:sp>
        <p:nvSpPr>
          <p:cNvPr id="8" name="Question 4">
            <a:extLst>
              <a:ext uri="{FF2B5EF4-FFF2-40B4-BE49-F238E27FC236}">
                <a16:creationId xmlns:a16="http://schemas.microsoft.com/office/drawing/2014/main" id="{94FE6022-0B4D-44CE-B9CB-F3EF8689FC0E}"/>
              </a:ext>
            </a:extLst>
          </p:cNvPr>
          <p:cNvSpPr>
            <a:spLocks noGrp="1"/>
          </p:cNvSpPr>
          <p:nvPr>
            <p:ph type="body" idx="8" hasCustomPrompt="1"/>
          </p:nvPr>
        </p:nvSpPr>
        <p:spPr>
          <a:xfrm>
            <a:off x="179236" y="5239557"/>
            <a:ext cx="5472261" cy="1164004"/>
          </a:xfrm>
        </p:spPr>
        <p:txBody>
          <a:bodyPr tIns="45720" rIns="91440" bIns="45720">
            <a:noAutofit/>
          </a:bodyPr>
          <a:lstStyle>
            <a:lvl1pPr marL="0" marR="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sz="2000">
                <a:solidFill>
                  <a:srgbClr val="232F3E"/>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a:t>Enter question</a:t>
            </a:r>
          </a:p>
        </p:txBody>
      </p:sp>
      <p:sp>
        <p:nvSpPr>
          <p:cNvPr id="9" name="Answer Text 4">
            <a:extLst>
              <a:ext uri="{FF2B5EF4-FFF2-40B4-BE49-F238E27FC236}">
                <a16:creationId xmlns:a16="http://schemas.microsoft.com/office/drawing/2014/main" id="{A6B202E1-04E5-4362-96B3-ED5EF312171C}"/>
              </a:ext>
            </a:extLst>
          </p:cNvPr>
          <p:cNvSpPr>
            <a:spLocks noGrp="1"/>
          </p:cNvSpPr>
          <p:nvPr>
            <p:ph type="body" idx="9" hasCustomPrompt="1"/>
          </p:nvPr>
        </p:nvSpPr>
        <p:spPr>
          <a:xfrm>
            <a:off x="5651498" y="5239557"/>
            <a:ext cx="6400840" cy="1164004"/>
          </a:xfrm>
          <a:noFill/>
          <a:ln w="57150">
            <a:noFill/>
          </a:ln>
        </p:spPr>
        <p:txBody>
          <a:bodyPr lIns="91440" tIns="91440" rIns="182880" bIns="0" anchor="t">
            <a:noAutofit/>
          </a:bodyPr>
          <a:lstStyle>
            <a:lvl1pPr marL="0" indent="0" algn="l">
              <a:lnSpc>
                <a:spcPct val="100000"/>
              </a:lnSpc>
              <a:spcBef>
                <a:spcPts val="0"/>
              </a:spcBef>
              <a:spcAft>
                <a:spcPts val="60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a:t>Enter the correct response.</a:t>
            </a:r>
          </a:p>
        </p:txBody>
      </p:sp>
    </p:spTree>
    <p:custDataLst>
      <p:tags r:id="rId1"/>
    </p:custDataLst>
    <p:extLst>
      <p:ext uri="{BB962C8B-B14F-4D97-AF65-F5344CB8AC3E}">
        <p14:creationId xmlns:p14="http://schemas.microsoft.com/office/powerpoint/2010/main" val="274796972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p:cSld name="KC-Horizontal-Question">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2" name="Copyright1">
            <a:extLst>
              <a:ext uri="{FF2B5EF4-FFF2-40B4-BE49-F238E27FC236}">
                <a16:creationId xmlns:a16="http://schemas.microsoft.com/office/drawing/2014/main" id="{E1EEF268-B27C-467A-A522-DC5F6EA6CEEC}"/>
              </a:ext>
              <a:ext uri="{C183D7F6-B498-43B3-948B-1728B52AA6E4}">
                <adec:decorative xmlns:adec="http://schemas.microsoft.com/office/drawing/2017/decorative" val="1"/>
              </a:ext>
            </a:extLst>
          </p:cNvPr>
          <p:cNvPicPr>
            <a:picLocks/>
          </p:cNvPicPr>
          <p:nvPr userDrawn="1"/>
        </p:nvPicPr>
        <p:blipFill>
          <a:blip r:embed="rId4">
            <a:extLst>
              <a:ext uri="{28A0092B-C50C-407E-A947-70E740481C1C}">
                <a14:useLocalDpi xmlns:a14="http://schemas.microsoft.com/office/drawing/2010/main" val="0"/>
              </a:ext>
            </a:extLst>
          </a:blip>
          <a:stretch>
            <a:fillRect/>
          </a:stretch>
        </p:blipFill>
        <p:spPr>
          <a:xfrm>
            <a:off x="254000" y="6477000"/>
            <a:ext cx="3556000" cy="165100"/>
          </a:xfrm>
          <a:prstGeom prst="rect">
            <a:avLst/>
          </a:prstGeom>
        </p:spPr>
      </p:pic>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17" name="Title">
            <a:extLst>
              <a:ext uri="{FF2B5EF4-FFF2-40B4-BE49-F238E27FC236}">
                <a16:creationId xmlns:a16="http://schemas.microsoft.com/office/drawing/2014/main" id="{1A8961C4-E232-4CFC-9419-572E417488B7}"/>
              </a:ext>
            </a:extLst>
          </p:cNvPr>
          <p:cNvSpPr>
            <a:spLocks noGrp="1"/>
          </p:cNvSpPr>
          <p:nvPr>
            <p:ph type="title" idx="1" hasCustomPrompt="1"/>
          </p:nvPr>
        </p:nvSpPr>
        <p:spPr>
          <a:xfrm>
            <a:off x="179238" y="179881"/>
            <a:ext cx="11855445" cy="498849"/>
          </a:xfrm>
        </p:spPr>
        <p:txBody>
          <a:bodyPr/>
          <a:lstStyle>
            <a:lvl1pPr>
              <a:defRPr>
                <a:solidFill>
                  <a:schemeClr val="bg1"/>
                </a:solidFill>
                <a:latin typeface="Amazon Ember Display Heavy"/>
              </a:defRPr>
            </a:lvl1pPr>
          </a:lstStyle>
          <a:p>
            <a:r>
              <a:rPr lang="en-US"/>
              <a:t>Question and Responses</a:t>
            </a:r>
          </a:p>
        </p:txBody>
      </p:sp>
      <p:sp>
        <p:nvSpPr>
          <p:cNvPr id="2" name="Question">
            <a:extLst>
              <a:ext uri="{FF2B5EF4-FFF2-40B4-BE49-F238E27FC236}">
                <a16:creationId xmlns:a16="http://schemas.microsoft.com/office/drawing/2014/main" id="{B4965E6E-0F4A-477A-B4B0-DF739088DCEC}"/>
              </a:ext>
            </a:extLst>
          </p:cNvPr>
          <p:cNvSpPr>
            <a:spLocks noGrp="1"/>
          </p:cNvSpPr>
          <p:nvPr>
            <p:ph type="body" idx="2" hasCustomPrompt="1"/>
          </p:nvPr>
        </p:nvSpPr>
        <p:spPr>
          <a:xfrm>
            <a:off x="179237" y="697780"/>
            <a:ext cx="11855445" cy="1328883"/>
          </a:xfrm>
          <a:noFill/>
        </p:spPr>
        <p:txBody>
          <a:bodyPr lIns="91440" tIns="0" rIns="91440" bIns="0">
            <a:normAutofit/>
          </a:bodyPr>
          <a:lstStyle>
            <a:lvl1pPr marL="0" marR="0" indent="0" algn="l" defTabSz="914400" rtl="0" eaLnBrk="1" fontAlgn="auto" latinLnBrk="0" hangingPunct="1">
              <a:lnSpc>
                <a:spcPct val="90000"/>
              </a:lnSpc>
              <a:spcBef>
                <a:spcPts val="0"/>
              </a:spcBef>
              <a:spcAft>
                <a:spcPts val="600"/>
              </a:spcAft>
              <a:buClrTx/>
              <a:buSzTx/>
              <a:buFont typeface="Arial" panose="020B0604020202020204" pitchFamily="34" charset="0"/>
              <a:buNone/>
              <a:tabLst/>
              <a:defRPr sz="2000">
                <a:solidFill>
                  <a:schemeClr val="bg1"/>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a:t>Enter question – 4 responses can only have 1 correct response; 5 responses must have 2 correct responses; 6 responses must have 3 correct responses.</a:t>
            </a:r>
          </a:p>
        </p:txBody>
      </p:sp>
      <p:sp>
        <p:nvSpPr>
          <p:cNvPr id="11" name="Choice Header">
            <a:extLst>
              <a:ext uri="{FF2B5EF4-FFF2-40B4-BE49-F238E27FC236}">
                <a16:creationId xmlns:a16="http://schemas.microsoft.com/office/drawing/2014/main" id="{819C768D-12EC-41EC-9F85-ED13A7CA6D52}"/>
              </a:ext>
            </a:extLst>
          </p:cNvPr>
          <p:cNvSpPr>
            <a:spLocks noGrp="1"/>
          </p:cNvSpPr>
          <p:nvPr>
            <p:ph type="body" idx="11" hasCustomPrompt="1"/>
          </p:nvPr>
        </p:nvSpPr>
        <p:spPr>
          <a:xfrm>
            <a:off x="0" y="2026663"/>
            <a:ext cx="887413" cy="317500"/>
          </a:xfrm>
          <a:noFill/>
          <a:ln>
            <a:noFill/>
          </a:ln>
        </p:spPr>
        <p:txBody>
          <a:bodyPr lIns="0" rIns="0">
            <a:noAutofit/>
          </a:bodyPr>
          <a:lstStyle>
            <a:lvl1pPr marL="0" indent="0" algn="ctr">
              <a:lnSpc>
                <a:spcPct val="100000"/>
              </a:lnSpc>
              <a:spcAft>
                <a:spcPts val="0"/>
              </a:spcAft>
              <a:buNone/>
              <a:defRPr sz="1800">
                <a:solidFill>
                  <a:schemeClr val="bg1"/>
                </a:solidFill>
              </a:defRPr>
            </a:lvl1pPr>
          </a:lstStyle>
          <a:p>
            <a:pPr lvl="0"/>
            <a:r>
              <a:rPr lang="en-US"/>
              <a:t>Type: Choice</a:t>
            </a:r>
          </a:p>
        </p:txBody>
      </p:sp>
      <p:sp>
        <p:nvSpPr>
          <p:cNvPr id="12" name="Response Header">
            <a:extLst>
              <a:ext uri="{FF2B5EF4-FFF2-40B4-BE49-F238E27FC236}">
                <a16:creationId xmlns:a16="http://schemas.microsoft.com/office/drawing/2014/main" id="{AFAAB670-BBCA-4429-9F6C-C9ABD61E6B0C}"/>
              </a:ext>
            </a:extLst>
          </p:cNvPr>
          <p:cNvSpPr>
            <a:spLocks noGrp="1"/>
          </p:cNvSpPr>
          <p:nvPr>
            <p:ph type="body" idx="12" hasCustomPrompt="1"/>
          </p:nvPr>
        </p:nvSpPr>
        <p:spPr>
          <a:xfrm>
            <a:off x="907950" y="2026663"/>
            <a:ext cx="10737865" cy="317500"/>
          </a:xfrm>
          <a:noFill/>
          <a:ln>
            <a:noFill/>
          </a:ln>
        </p:spPr>
        <p:txBody>
          <a:bodyPr lIns="91440" rIns="91440">
            <a:noAutofit/>
          </a:bodyPr>
          <a:lstStyle>
            <a:lvl1pPr marL="0" indent="0" algn="l">
              <a:lnSpc>
                <a:spcPct val="100000"/>
              </a:lnSpc>
              <a:spcAft>
                <a:spcPts val="0"/>
              </a:spcAft>
              <a:buNone/>
              <a:defRPr sz="1800">
                <a:solidFill>
                  <a:schemeClr val="bg1"/>
                </a:solidFill>
              </a:defRPr>
            </a:lvl1pPr>
          </a:lstStyle>
          <a:p>
            <a:pPr lvl="0"/>
            <a:r>
              <a:rPr lang="en-US"/>
              <a:t>Type: Response</a:t>
            </a:r>
          </a:p>
        </p:txBody>
      </p:sp>
      <p:sp>
        <p:nvSpPr>
          <p:cNvPr id="3" name="First Resp #">
            <a:extLst>
              <a:ext uri="{FF2B5EF4-FFF2-40B4-BE49-F238E27FC236}">
                <a16:creationId xmlns:a16="http://schemas.microsoft.com/office/drawing/2014/main" id="{B4EC449C-918E-4AF9-9E90-0E8D47CF3DD9}"/>
              </a:ext>
            </a:extLst>
          </p:cNvPr>
          <p:cNvSpPr>
            <a:spLocks noGrp="1"/>
          </p:cNvSpPr>
          <p:nvPr>
            <p:ph type="body" idx="3" hasCustomPrompt="1"/>
          </p:nvPr>
        </p:nvSpPr>
        <p:spPr>
          <a:xfrm>
            <a:off x="1" y="2344127"/>
            <a:ext cx="888136" cy="640080"/>
          </a:xfrm>
          <a:noFill/>
          <a:ln>
            <a:noFill/>
          </a:ln>
        </p:spPr>
        <p:txBody>
          <a:bodyPr lIns="0" tIns="0" rIns="0" bIns="0" anchor="ctr">
            <a:noAutofit/>
          </a:bodyPr>
          <a:lstStyle>
            <a:lvl1pPr marL="0" indent="0" algn="ctr">
              <a:lnSpc>
                <a:spcPct val="100000"/>
              </a:lnSpc>
              <a:spcAft>
                <a:spcPts val="0"/>
              </a:spcAft>
              <a:buNone/>
              <a:defRPr sz="2000" b="1">
                <a:solidFill>
                  <a:schemeClr val="bg1"/>
                </a:solidFill>
                <a:latin typeface="+mn-lt"/>
              </a:defRPr>
            </a:lvl1pPr>
          </a:lstStyle>
          <a:p>
            <a:pPr lvl="0"/>
            <a:r>
              <a:rPr lang="en-US"/>
              <a:t>#</a:t>
            </a:r>
          </a:p>
        </p:txBody>
      </p:sp>
      <p:sp>
        <p:nvSpPr>
          <p:cNvPr id="4" name="First Resp Text">
            <a:extLst>
              <a:ext uri="{FF2B5EF4-FFF2-40B4-BE49-F238E27FC236}">
                <a16:creationId xmlns:a16="http://schemas.microsoft.com/office/drawing/2014/main" id="{35CD1FAE-5D7E-4F04-B017-89D4732E2444}"/>
              </a:ext>
            </a:extLst>
          </p:cNvPr>
          <p:cNvSpPr>
            <a:spLocks noGrp="1"/>
          </p:cNvSpPr>
          <p:nvPr>
            <p:ph type="body" idx="4" hasCustomPrompt="1"/>
          </p:nvPr>
        </p:nvSpPr>
        <p:spPr>
          <a:xfrm>
            <a:off x="907950" y="2344127"/>
            <a:ext cx="11233250" cy="640080"/>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a:t>Value</a:t>
            </a:r>
          </a:p>
        </p:txBody>
      </p:sp>
      <p:sp>
        <p:nvSpPr>
          <p:cNvPr id="5" name="Second Resp #">
            <a:extLst>
              <a:ext uri="{FF2B5EF4-FFF2-40B4-BE49-F238E27FC236}">
                <a16:creationId xmlns:a16="http://schemas.microsoft.com/office/drawing/2014/main" id="{05FFB414-A546-4A6C-B7E8-B6D9C7AC88C9}"/>
              </a:ext>
            </a:extLst>
          </p:cNvPr>
          <p:cNvSpPr>
            <a:spLocks noGrp="1"/>
          </p:cNvSpPr>
          <p:nvPr>
            <p:ph type="body" idx="5" hasCustomPrompt="1"/>
          </p:nvPr>
        </p:nvSpPr>
        <p:spPr>
          <a:xfrm>
            <a:off x="1" y="3017609"/>
            <a:ext cx="888136" cy="640080"/>
          </a:xfrm>
          <a:noFill/>
          <a:ln>
            <a:noFill/>
          </a:ln>
        </p:spPr>
        <p:txBody>
          <a:bodyPr lIns="0" tIns="0" rIns="0" bIns="0" anchor="ctr">
            <a:noAutofit/>
          </a:bodyPr>
          <a:lstStyle>
            <a:lvl1pPr marL="0" indent="0" algn="ctr">
              <a:lnSpc>
                <a:spcPct val="100000"/>
              </a:lnSpc>
              <a:spcAft>
                <a:spcPts val="0"/>
              </a:spcAft>
              <a:buNone/>
              <a:defRPr sz="2000" b="1">
                <a:solidFill>
                  <a:schemeClr val="bg1"/>
                </a:solidFill>
                <a:latin typeface="+mn-lt"/>
              </a:defRPr>
            </a:lvl1pPr>
          </a:lstStyle>
          <a:p>
            <a:pPr lvl="0"/>
            <a:r>
              <a:rPr lang="en-US"/>
              <a:t>#</a:t>
            </a:r>
          </a:p>
        </p:txBody>
      </p:sp>
      <p:sp>
        <p:nvSpPr>
          <p:cNvPr id="6" name="Second Resp Text">
            <a:extLst>
              <a:ext uri="{FF2B5EF4-FFF2-40B4-BE49-F238E27FC236}">
                <a16:creationId xmlns:a16="http://schemas.microsoft.com/office/drawing/2014/main" id="{840EA72F-053D-43C4-A0AA-4F71D345F1E1}"/>
              </a:ext>
            </a:extLst>
          </p:cNvPr>
          <p:cNvSpPr>
            <a:spLocks noGrp="1"/>
          </p:cNvSpPr>
          <p:nvPr>
            <p:ph type="body" idx="6" hasCustomPrompt="1"/>
          </p:nvPr>
        </p:nvSpPr>
        <p:spPr>
          <a:xfrm>
            <a:off x="907950" y="3017609"/>
            <a:ext cx="11233250" cy="640080"/>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a:t>Value</a:t>
            </a:r>
          </a:p>
        </p:txBody>
      </p:sp>
      <p:sp>
        <p:nvSpPr>
          <p:cNvPr id="7" name="Third Resp #">
            <a:extLst>
              <a:ext uri="{FF2B5EF4-FFF2-40B4-BE49-F238E27FC236}">
                <a16:creationId xmlns:a16="http://schemas.microsoft.com/office/drawing/2014/main" id="{F00955FE-A162-474C-BFF8-0AB0FBF10130}"/>
              </a:ext>
            </a:extLst>
          </p:cNvPr>
          <p:cNvSpPr>
            <a:spLocks noGrp="1"/>
          </p:cNvSpPr>
          <p:nvPr>
            <p:ph type="body" idx="7" hasCustomPrompt="1"/>
          </p:nvPr>
        </p:nvSpPr>
        <p:spPr>
          <a:xfrm>
            <a:off x="1" y="3691091"/>
            <a:ext cx="888136" cy="640080"/>
          </a:xfrm>
          <a:noFill/>
          <a:ln>
            <a:noFill/>
          </a:ln>
        </p:spPr>
        <p:txBody>
          <a:bodyPr lIns="0" tIns="0" rIns="0" bIns="0" anchor="ctr">
            <a:noAutofit/>
          </a:bodyPr>
          <a:lstStyle>
            <a:lvl1pPr marL="0" indent="0" algn="ctr">
              <a:lnSpc>
                <a:spcPct val="100000"/>
              </a:lnSpc>
              <a:spcAft>
                <a:spcPts val="0"/>
              </a:spcAft>
              <a:buNone/>
              <a:defRPr sz="2000" b="1">
                <a:solidFill>
                  <a:schemeClr val="bg1"/>
                </a:solidFill>
                <a:latin typeface="+mn-lt"/>
              </a:defRPr>
            </a:lvl1pPr>
          </a:lstStyle>
          <a:p>
            <a:pPr lvl="0"/>
            <a:r>
              <a:rPr lang="en-US"/>
              <a:t>#</a:t>
            </a:r>
          </a:p>
        </p:txBody>
      </p:sp>
      <p:sp>
        <p:nvSpPr>
          <p:cNvPr id="8" name="Third Resp Text">
            <a:extLst>
              <a:ext uri="{FF2B5EF4-FFF2-40B4-BE49-F238E27FC236}">
                <a16:creationId xmlns:a16="http://schemas.microsoft.com/office/drawing/2014/main" id="{55974934-D7D0-4C4C-B76C-558C1028590E}"/>
              </a:ext>
            </a:extLst>
          </p:cNvPr>
          <p:cNvSpPr>
            <a:spLocks noGrp="1"/>
          </p:cNvSpPr>
          <p:nvPr>
            <p:ph type="body" idx="8" hasCustomPrompt="1"/>
          </p:nvPr>
        </p:nvSpPr>
        <p:spPr>
          <a:xfrm>
            <a:off x="907950" y="3691091"/>
            <a:ext cx="11233250" cy="640080"/>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a:t>Value</a:t>
            </a:r>
          </a:p>
        </p:txBody>
      </p:sp>
      <p:sp>
        <p:nvSpPr>
          <p:cNvPr id="9" name="Fourth Resp #">
            <a:extLst>
              <a:ext uri="{FF2B5EF4-FFF2-40B4-BE49-F238E27FC236}">
                <a16:creationId xmlns:a16="http://schemas.microsoft.com/office/drawing/2014/main" id="{9A682F4A-836A-42BD-B18F-482CDD9FE392}"/>
              </a:ext>
            </a:extLst>
          </p:cNvPr>
          <p:cNvSpPr>
            <a:spLocks noGrp="1"/>
          </p:cNvSpPr>
          <p:nvPr>
            <p:ph type="body" idx="9" hasCustomPrompt="1"/>
          </p:nvPr>
        </p:nvSpPr>
        <p:spPr>
          <a:xfrm>
            <a:off x="1" y="4364573"/>
            <a:ext cx="888136" cy="640080"/>
          </a:xfrm>
          <a:noFill/>
          <a:ln>
            <a:noFill/>
          </a:ln>
        </p:spPr>
        <p:txBody>
          <a:bodyPr lIns="0" tIns="0" rIns="0" bIns="0" anchor="ctr">
            <a:noAutofit/>
          </a:bodyPr>
          <a:lstStyle>
            <a:lvl1pPr marL="0" indent="0" algn="ctr">
              <a:lnSpc>
                <a:spcPct val="100000"/>
              </a:lnSpc>
              <a:spcAft>
                <a:spcPts val="0"/>
              </a:spcAft>
              <a:buNone/>
              <a:defRPr sz="2000" b="1">
                <a:solidFill>
                  <a:schemeClr val="bg1"/>
                </a:solidFill>
                <a:latin typeface="+mn-lt"/>
              </a:defRPr>
            </a:lvl1pPr>
          </a:lstStyle>
          <a:p>
            <a:pPr lvl="0"/>
            <a:r>
              <a:rPr lang="en-US"/>
              <a:t>#</a:t>
            </a:r>
          </a:p>
        </p:txBody>
      </p:sp>
      <p:sp>
        <p:nvSpPr>
          <p:cNvPr id="10" name="Fourth Resp Text">
            <a:extLst>
              <a:ext uri="{FF2B5EF4-FFF2-40B4-BE49-F238E27FC236}">
                <a16:creationId xmlns:a16="http://schemas.microsoft.com/office/drawing/2014/main" id="{2A075B8F-DFA0-46B1-A70C-B12937892D4B}"/>
              </a:ext>
            </a:extLst>
          </p:cNvPr>
          <p:cNvSpPr>
            <a:spLocks noGrp="1"/>
          </p:cNvSpPr>
          <p:nvPr>
            <p:ph type="body" idx="10" hasCustomPrompt="1"/>
          </p:nvPr>
        </p:nvSpPr>
        <p:spPr>
          <a:xfrm>
            <a:off x="907950" y="4364573"/>
            <a:ext cx="11233250" cy="640080"/>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a:t>Value</a:t>
            </a:r>
          </a:p>
        </p:txBody>
      </p:sp>
      <p:sp>
        <p:nvSpPr>
          <p:cNvPr id="13" name="Fifth Resp #">
            <a:extLst>
              <a:ext uri="{FF2B5EF4-FFF2-40B4-BE49-F238E27FC236}">
                <a16:creationId xmlns:a16="http://schemas.microsoft.com/office/drawing/2014/main" id="{B3A4AC8A-DBAB-477E-8F79-6EFB6340CE48}"/>
              </a:ext>
            </a:extLst>
          </p:cNvPr>
          <p:cNvSpPr>
            <a:spLocks noGrp="1"/>
          </p:cNvSpPr>
          <p:nvPr>
            <p:ph type="body" idx="13" hasCustomPrompt="1"/>
          </p:nvPr>
        </p:nvSpPr>
        <p:spPr>
          <a:xfrm>
            <a:off x="1" y="5038055"/>
            <a:ext cx="888136" cy="640080"/>
          </a:xfrm>
          <a:noFill/>
          <a:ln>
            <a:noFill/>
          </a:ln>
        </p:spPr>
        <p:txBody>
          <a:bodyPr lIns="0" tIns="0" rIns="0" bIns="0" anchor="ctr">
            <a:noAutofit/>
          </a:bodyPr>
          <a:lstStyle>
            <a:lvl1pPr marL="0" indent="0" algn="ctr">
              <a:lnSpc>
                <a:spcPct val="100000"/>
              </a:lnSpc>
              <a:spcAft>
                <a:spcPts val="0"/>
              </a:spcAft>
              <a:buNone/>
              <a:defRPr sz="2000" b="1">
                <a:solidFill>
                  <a:schemeClr val="bg1"/>
                </a:solidFill>
                <a:latin typeface="+mn-lt"/>
              </a:defRPr>
            </a:lvl1pPr>
          </a:lstStyle>
          <a:p>
            <a:pPr lvl="0"/>
            <a:r>
              <a:rPr lang="en-US"/>
              <a:t>#</a:t>
            </a:r>
          </a:p>
        </p:txBody>
      </p:sp>
      <p:sp>
        <p:nvSpPr>
          <p:cNvPr id="14" name="Fifth Resp Text">
            <a:extLst>
              <a:ext uri="{FF2B5EF4-FFF2-40B4-BE49-F238E27FC236}">
                <a16:creationId xmlns:a16="http://schemas.microsoft.com/office/drawing/2014/main" id="{0B4A450D-E822-44AA-8298-11D531D74483}"/>
              </a:ext>
            </a:extLst>
          </p:cNvPr>
          <p:cNvSpPr>
            <a:spLocks noGrp="1"/>
          </p:cNvSpPr>
          <p:nvPr>
            <p:ph type="body" idx="14" hasCustomPrompt="1"/>
          </p:nvPr>
        </p:nvSpPr>
        <p:spPr>
          <a:xfrm>
            <a:off x="907950" y="5038055"/>
            <a:ext cx="11233250" cy="640080"/>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a:t>Value</a:t>
            </a:r>
          </a:p>
        </p:txBody>
      </p:sp>
      <p:sp>
        <p:nvSpPr>
          <p:cNvPr id="15" name="Sixth Resp #">
            <a:extLst>
              <a:ext uri="{FF2B5EF4-FFF2-40B4-BE49-F238E27FC236}">
                <a16:creationId xmlns:a16="http://schemas.microsoft.com/office/drawing/2014/main" id="{4075988B-8657-4CA4-A4CB-EAEA7B298681}"/>
              </a:ext>
            </a:extLst>
          </p:cNvPr>
          <p:cNvSpPr>
            <a:spLocks noGrp="1"/>
          </p:cNvSpPr>
          <p:nvPr>
            <p:ph type="body" idx="15" hasCustomPrompt="1"/>
          </p:nvPr>
        </p:nvSpPr>
        <p:spPr>
          <a:xfrm>
            <a:off x="1" y="5711539"/>
            <a:ext cx="888136" cy="640080"/>
          </a:xfrm>
          <a:noFill/>
          <a:ln>
            <a:noFill/>
          </a:ln>
        </p:spPr>
        <p:txBody>
          <a:bodyPr lIns="0" tIns="0" rIns="0" bIns="0" anchor="ctr">
            <a:noAutofit/>
          </a:bodyPr>
          <a:lstStyle>
            <a:lvl1pPr marL="0" indent="0" algn="ctr">
              <a:lnSpc>
                <a:spcPct val="100000"/>
              </a:lnSpc>
              <a:spcAft>
                <a:spcPts val="0"/>
              </a:spcAft>
              <a:buNone/>
              <a:defRPr sz="2000" b="1">
                <a:solidFill>
                  <a:schemeClr val="bg1"/>
                </a:solidFill>
                <a:latin typeface="+mn-lt"/>
              </a:defRPr>
            </a:lvl1pPr>
          </a:lstStyle>
          <a:p>
            <a:pPr lvl="0"/>
            <a:r>
              <a:rPr lang="en-US"/>
              <a:t>#</a:t>
            </a:r>
          </a:p>
        </p:txBody>
      </p:sp>
      <p:sp>
        <p:nvSpPr>
          <p:cNvPr id="16" name="Sixth Resp Text">
            <a:extLst>
              <a:ext uri="{FF2B5EF4-FFF2-40B4-BE49-F238E27FC236}">
                <a16:creationId xmlns:a16="http://schemas.microsoft.com/office/drawing/2014/main" id="{327445DD-9D42-491C-969B-C7919BE2E3F0}"/>
              </a:ext>
            </a:extLst>
          </p:cNvPr>
          <p:cNvSpPr>
            <a:spLocks noGrp="1"/>
          </p:cNvSpPr>
          <p:nvPr>
            <p:ph type="body" idx="16" hasCustomPrompt="1"/>
          </p:nvPr>
        </p:nvSpPr>
        <p:spPr>
          <a:xfrm>
            <a:off x="907950" y="5711539"/>
            <a:ext cx="11233250" cy="640080"/>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a:t>Value</a:t>
            </a:r>
          </a:p>
        </p:txBody>
      </p:sp>
    </p:spTree>
    <p:custDataLst>
      <p:tags r:id="rId1"/>
    </p:custDataLst>
    <p:extLst>
      <p:ext uri="{BB962C8B-B14F-4D97-AF65-F5344CB8AC3E}">
        <p14:creationId xmlns:p14="http://schemas.microsoft.com/office/powerpoint/2010/main" val="1427163519"/>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KC-Horz-Option 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2" name="Copyright2">
            <a:extLst>
              <a:ext uri="{FF2B5EF4-FFF2-40B4-BE49-F238E27FC236}">
                <a16:creationId xmlns:a16="http://schemas.microsoft.com/office/drawing/2014/main" id="{ED27BDF1-9F82-4392-A7ED-0DC13E5CC0BB}"/>
              </a:ext>
              <a:ext uri="{C183D7F6-B498-43B3-948B-1728B52AA6E4}">
                <adec:decorative xmlns:adec="http://schemas.microsoft.com/office/drawing/2017/decorative" val="1"/>
              </a:ext>
            </a:extLst>
          </p:cNvPr>
          <p:cNvPicPr>
            <a:picLocks/>
          </p:cNvPicPr>
          <p:nvPr userDrawn="1"/>
        </p:nvPicPr>
        <p:blipFill>
          <a:blip r:embed="rId4">
            <a:extLst>
              <a:ext uri="{28A0092B-C50C-407E-A947-70E740481C1C}">
                <a14:useLocalDpi xmlns:a14="http://schemas.microsoft.com/office/drawing/2010/main" val="0"/>
              </a:ext>
            </a:extLst>
          </a:blip>
          <a:stretch>
            <a:fillRect/>
          </a:stretch>
        </p:blipFill>
        <p:spPr>
          <a:xfrm>
            <a:off x="660400" y="6451600"/>
            <a:ext cx="3556000" cy="165100"/>
          </a:xfrm>
          <a:prstGeom prst="rect">
            <a:avLst/>
          </a:prstGeom>
        </p:spPr>
      </p:pic>
      <p:sp>
        <p:nvSpPr>
          <p:cNvPr id="97" name="Slide Number">
            <a:extLst>
              <a:ext uri="{FF2B5EF4-FFF2-40B4-BE49-F238E27FC236}">
                <a16:creationId xmlns:a16="http://schemas.microsoft.com/office/drawing/2014/main" id="{4CAF8C10-F4D8-45A7-8490-441C53244D17}"/>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17" name="Title">
            <a:extLst>
              <a:ext uri="{FF2B5EF4-FFF2-40B4-BE49-F238E27FC236}">
                <a16:creationId xmlns:a16="http://schemas.microsoft.com/office/drawing/2014/main" id="{1A8961C4-E232-4CFC-9419-572E417488B7}"/>
              </a:ext>
            </a:extLst>
          </p:cNvPr>
          <p:cNvSpPr>
            <a:spLocks noGrp="1"/>
          </p:cNvSpPr>
          <p:nvPr>
            <p:ph type="title" idx="1" hasCustomPrompt="1"/>
          </p:nvPr>
        </p:nvSpPr>
        <p:spPr>
          <a:xfrm>
            <a:off x="179238" y="179881"/>
            <a:ext cx="11825947" cy="498849"/>
          </a:xfrm>
        </p:spPr>
        <p:txBody>
          <a:bodyPr/>
          <a:lstStyle>
            <a:lvl1pPr>
              <a:defRPr>
                <a:solidFill>
                  <a:srgbClr val="232F3E"/>
                </a:solidFill>
                <a:latin typeface="Amazon Ember Display Heavy"/>
              </a:defRPr>
            </a:lvl1pPr>
          </a:lstStyle>
          <a:p>
            <a:r>
              <a:rPr lang="en-US"/>
              <a:t>Question and Responses – Option 2</a:t>
            </a:r>
          </a:p>
        </p:txBody>
      </p:sp>
      <p:sp>
        <p:nvSpPr>
          <p:cNvPr id="2" name="Question">
            <a:extLst>
              <a:ext uri="{FF2B5EF4-FFF2-40B4-BE49-F238E27FC236}">
                <a16:creationId xmlns:a16="http://schemas.microsoft.com/office/drawing/2014/main" id="{B4965E6E-0F4A-477A-B4B0-DF739088DCEC}"/>
              </a:ext>
            </a:extLst>
          </p:cNvPr>
          <p:cNvSpPr>
            <a:spLocks noGrp="1"/>
          </p:cNvSpPr>
          <p:nvPr>
            <p:ph type="body" idx="2" hasCustomPrompt="1"/>
          </p:nvPr>
        </p:nvSpPr>
        <p:spPr>
          <a:xfrm>
            <a:off x="179239" y="697780"/>
            <a:ext cx="11825948" cy="1328883"/>
          </a:xfrm>
          <a:noFill/>
        </p:spPr>
        <p:txBody>
          <a:bodyPr lIns="91440" tIns="0" rIns="91440" bIns="0">
            <a:normAutofit/>
          </a:bodyPr>
          <a:lstStyle>
            <a:lvl1pPr marL="0" marR="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sz="2000">
                <a:solidFill>
                  <a:srgbClr val="232F3E"/>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a:t>Enter question – 4 responses can only have 1 correct response; 5 responses must have 2 correct responses; 6 responses must have 3 correct responses.</a:t>
            </a:r>
          </a:p>
        </p:txBody>
      </p:sp>
      <p:sp>
        <p:nvSpPr>
          <p:cNvPr id="11" name="Choice Header">
            <a:extLst>
              <a:ext uri="{FF2B5EF4-FFF2-40B4-BE49-F238E27FC236}">
                <a16:creationId xmlns:a16="http://schemas.microsoft.com/office/drawing/2014/main" id="{819C768D-12EC-41EC-9F85-ED13A7CA6D52}"/>
              </a:ext>
            </a:extLst>
          </p:cNvPr>
          <p:cNvSpPr>
            <a:spLocks noGrp="1"/>
          </p:cNvSpPr>
          <p:nvPr>
            <p:ph type="body" idx="11" hasCustomPrompt="1"/>
          </p:nvPr>
        </p:nvSpPr>
        <p:spPr>
          <a:xfrm>
            <a:off x="0" y="2026663"/>
            <a:ext cx="887413" cy="317500"/>
          </a:xfrm>
          <a:noFill/>
          <a:ln>
            <a:noFill/>
          </a:ln>
        </p:spPr>
        <p:txBody>
          <a:bodyPr lIns="0" rIns="0">
            <a:noAutofit/>
          </a:bodyPr>
          <a:lstStyle>
            <a:lvl1pPr marL="0" indent="0" algn="ctr">
              <a:lnSpc>
                <a:spcPct val="100000"/>
              </a:lnSpc>
              <a:spcAft>
                <a:spcPts val="0"/>
              </a:spcAft>
              <a:buNone/>
              <a:defRPr sz="1800">
                <a:solidFill>
                  <a:schemeClr val="bg1"/>
                </a:solidFill>
              </a:defRPr>
            </a:lvl1pPr>
          </a:lstStyle>
          <a:p>
            <a:pPr lvl="0"/>
            <a:r>
              <a:rPr lang="en-US"/>
              <a:t>Type: Choice</a:t>
            </a:r>
          </a:p>
        </p:txBody>
      </p:sp>
      <p:sp>
        <p:nvSpPr>
          <p:cNvPr id="12" name="Response Header">
            <a:extLst>
              <a:ext uri="{FF2B5EF4-FFF2-40B4-BE49-F238E27FC236}">
                <a16:creationId xmlns:a16="http://schemas.microsoft.com/office/drawing/2014/main" id="{AFAAB670-BBCA-4429-9F6C-C9ABD61E6B0C}"/>
              </a:ext>
            </a:extLst>
          </p:cNvPr>
          <p:cNvSpPr>
            <a:spLocks noGrp="1"/>
          </p:cNvSpPr>
          <p:nvPr>
            <p:ph type="body" idx="12" hasCustomPrompt="1"/>
          </p:nvPr>
        </p:nvSpPr>
        <p:spPr>
          <a:xfrm>
            <a:off x="907950" y="2026663"/>
            <a:ext cx="10757678" cy="317500"/>
          </a:xfrm>
          <a:noFill/>
          <a:ln>
            <a:noFill/>
          </a:ln>
        </p:spPr>
        <p:txBody>
          <a:bodyPr lIns="91440" rIns="0">
            <a:noAutofit/>
          </a:bodyPr>
          <a:lstStyle>
            <a:lvl1pPr marL="0" indent="0" algn="l">
              <a:lnSpc>
                <a:spcPct val="100000"/>
              </a:lnSpc>
              <a:spcAft>
                <a:spcPts val="0"/>
              </a:spcAft>
              <a:buNone/>
              <a:defRPr sz="1800">
                <a:solidFill>
                  <a:schemeClr val="bg1"/>
                </a:solidFill>
              </a:defRPr>
            </a:lvl1pPr>
          </a:lstStyle>
          <a:p>
            <a:pPr lvl="0"/>
            <a:r>
              <a:rPr lang="en-US"/>
              <a:t>Type: Response</a:t>
            </a:r>
          </a:p>
        </p:txBody>
      </p:sp>
      <p:sp>
        <p:nvSpPr>
          <p:cNvPr id="3" name="First Resp #">
            <a:extLst>
              <a:ext uri="{FF2B5EF4-FFF2-40B4-BE49-F238E27FC236}">
                <a16:creationId xmlns:a16="http://schemas.microsoft.com/office/drawing/2014/main" id="{B4EC449C-918E-4AF9-9E90-0E8D47CF3DD9}"/>
              </a:ext>
            </a:extLst>
          </p:cNvPr>
          <p:cNvSpPr>
            <a:spLocks noGrp="1"/>
          </p:cNvSpPr>
          <p:nvPr>
            <p:ph type="body" idx="3" hasCustomPrompt="1"/>
          </p:nvPr>
        </p:nvSpPr>
        <p:spPr>
          <a:xfrm>
            <a:off x="1" y="2344127"/>
            <a:ext cx="888136" cy="640080"/>
          </a:xfrm>
          <a:noFill/>
          <a:ln>
            <a:noFill/>
          </a:ln>
        </p:spPr>
        <p:txBody>
          <a:bodyPr lIns="0" tIns="0" rIns="0" bIns="0" anchor="ctr">
            <a:noAutofit/>
          </a:bodyPr>
          <a:lstStyle>
            <a:lvl1pPr marL="0" indent="0" algn="ctr">
              <a:lnSpc>
                <a:spcPct val="100000"/>
              </a:lnSpc>
              <a:spcBef>
                <a:spcPts val="0"/>
              </a:spcBef>
              <a:spcAft>
                <a:spcPts val="0"/>
              </a:spcAft>
              <a:buNone/>
              <a:defRPr sz="2000">
                <a:solidFill>
                  <a:schemeClr val="bg1"/>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a:t>#</a:t>
            </a:r>
          </a:p>
        </p:txBody>
      </p:sp>
      <p:sp>
        <p:nvSpPr>
          <p:cNvPr id="4" name="First Resp Text">
            <a:extLst>
              <a:ext uri="{FF2B5EF4-FFF2-40B4-BE49-F238E27FC236}">
                <a16:creationId xmlns:a16="http://schemas.microsoft.com/office/drawing/2014/main" id="{35CD1FAE-5D7E-4F04-B017-89D4732E2444}"/>
              </a:ext>
            </a:extLst>
          </p:cNvPr>
          <p:cNvSpPr>
            <a:spLocks noGrp="1"/>
          </p:cNvSpPr>
          <p:nvPr>
            <p:ph type="body" idx="4" hasCustomPrompt="1"/>
          </p:nvPr>
        </p:nvSpPr>
        <p:spPr>
          <a:xfrm>
            <a:off x="907950" y="2344127"/>
            <a:ext cx="11233250" cy="640080"/>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a:t>Value</a:t>
            </a:r>
          </a:p>
        </p:txBody>
      </p:sp>
      <p:sp>
        <p:nvSpPr>
          <p:cNvPr id="5" name="Second Resp #">
            <a:extLst>
              <a:ext uri="{FF2B5EF4-FFF2-40B4-BE49-F238E27FC236}">
                <a16:creationId xmlns:a16="http://schemas.microsoft.com/office/drawing/2014/main" id="{05FFB414-A546-4A6C-B7E8-B6D9C7AC88C9}"/>
              </a:ext>
            </a:extLst>
          </p:cNvPr>
          <p:cNvSpPr>
            <a:spLocks noGrp="1"/>
          </p:cNvSpPr>
          <p:nvPr>
            <p:ph type="body" idx="5" hasCustomPrompt="1"/>
          </p:nvPr>
        </p:nvSpPr>
        <p:spPr>
          <a:xfrm>
            <a:off x="1" y="3017609"/>
            <a:ext cx="888136" cy="640080"/>
          </a:xfrm>
          <a:noFill/>
          <a:ln>
            <a:noFill/>
          </a:ln>
        </p:spPr>
        <p:txBody>
          <a:bodyPr lIns="0" tIns="0" rIns="0" bIns="0" anchor="ctr">
            <a:noAutofit/>
          </a:bodyPr>
          <a:lstStyle>
            <a:lvl1pPr marL="0" indent="0" algn="ctr">
              <a:lnSpc>
                <a:spcPct val="100000"/>
              </a:lnSpc>
              <a:spcBef>
                <a:spcPts val="0"/>
              </a:spcBef>
              <a:spcAft>
                <a:spcPts val="0"/>
              </a:spcAft>
              <a:buNone/>
              <a:defRPr sz="2000">
                <a:solidFill>
                  <a:schemeClr val="bg1"/>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a:t>#</a:t>
            </a:r>
          </a:p>
        </p:txBody>
      </p:sp>
      <p:sp>
        <p:nvSpPr>
          <p:cNvPr id="6" name="Second Resp Text">
            <a:extLst>
              <a:ext uri="{FF2B5EF4-FFF2-40B4-BE49-F238E27FC236}">
                <a16:creationId xmlns:a16="http://schemas.microsoft.com/office/drawing/2014/main" id="{840EA72F-053D-43C4-A0AA-4F71D345F1E1}"/>
              </a:ext>
            </a:extLst>
          </p:cNvPr>
          <p:cNvSpPr>
            <a:spLocks noGrp="1"/>
          </p:cNvSpPr>
          <p:nvPr>
            <p:ph type="body" idx="6" hasCustomPrompt="1"/>
          </p:nvPr>
        </p:nvSpPr>
        <p:spPr>
          <a:xfrm>
            <a:off x="907950" y="3017609"/>
            <a:ext cx="11233250" cy="640080"/>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a:t>Value</a:t>
            </a:r>
          </a:p>
        </p:txBody>
      </p:sp>
      <p:sp>
        <p:nvSpPr>
          <p:cNvPr id="7" name="Third Resp #">
            <a:extLst>
              <a:ext uri="{FF2B5EF4-FFF2-40B4-BE49-F238E27FC236}">
                <a16:creationId xmlns:a16="http://schemas.microsoft.com/office/drawing/2014/main" id="{F00955FE-A162-474C-BFF8-0AB0FBF10130}"/>
              </a:ext>
            </a:extLst>
          </p:cNvPr>
          <p:cNvSpPr>
            <a:spLocks noGrp="1"/>
          </p:cNvSpPr>
          <p:nvPr>
            <p:ph type="body" idx="7" hasCustomPrompt="1"/>
          </p:nvPr>
        </p:nvSpPr>
        <p:spPr>
          <a:xfrm>
            <a:off x="1" y="3691091"/>
            <a:ext cx="888136" cy="640080"/>
          </a:xfrm>
          <a:noFill/>
          <a:ln>
            <a:noFill/>
          </a:ln>
        </p:spPr>
        <p:txBody>
          <a:bodyPr lIns="0" tIns="0" rIns="0" bIns="0" anchor="ctr">
            <a:noAutofit/>
          </a:bodyPr>
          <a:lstStyle>
            <a:lvl1pPr marL="0" indent="0" algn="ctr">
              <a:lnSpc>
                <a:spcPct val="100000"/>
              </a:lnSpc>
              <a:spcBef>
                <a:spcPts val="0"/>
              </a:spcBef>
              <a:spcAft>
                <a:spcPts val="0"/>
              </a:spcAft>
              <a:buNone/>
              <a:defRPr sz="2000">
                <a:solidFill>
                  <a:schemeClr val="bg1"/>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a:t>#</a:t>
            </a:r>
          </a:p>
        </p:txBody>
      </p:sp>
      <p:sp>
        <p:nvSpPr>
          <p:cNvPr id="8" name="Third Resp Text">
            <a:extLst>
              <a:ext uri="{FF2B5EF4-FFF2-40B4-BE49-F238E27FC236}">
                <a16:creationId xmlns:a16="http://schemas.microsoft.com/office/drawing/2014/main" id="{55974934-D7D0-4C4C-B76C-558C1028590E}"/>
              </a:ext>
            </a:extLst>
          </p:cNvPr>
          <p:cNvSpPr>
            <a:spLocks noGrp="1"/>
          </p:cNvSpPr>
          <p:nvPr>
            <p:ph type="body" idx="8" hasCustomPrompt="1"/>
          </p:nvPr>
        </p:nvSpPr>
        <p:spPr>
          <a:xfrm>
            <a:off x="907950" y="3691091"/>
            <a:ext cx="11233250" cy="640080"/>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a:t>Value</a:t>
            </a:r>
          </a:p>
        </p:txBody>
      </p:sp>
      <p:sp>
        <p:nvSpPr>
          <p:cNvPr id="9" name="Fourth Resp #">
            <a:extLst>
              <a:ext uri="{FF2B5EF4-FFF2-40B4-BE49-F238E27FC236}">
                <a16:creationId xmlns:a16="http://schemas.microsoft.com/office/drawing/2014/main" id="{9A682F4A-836A-42BD-B18F-482CDD9FE392}"/>
              </a:ext>
            </a:extLst>
          </p:cNvPr>
          <p:cNvSpPr>
            <a:spLocks noGrp="1"/>
          </p:cNvSpPr>
          <p:nvPr>
            <p:ph type="body" idx="9" hasCustomPrompt="1"/>
          </p:nvPr>
        </p:nvSpPr>
        <p:spPr>
          <a:xfrm>
            <a:off x="1" y="4364573"/>
            <a:ext cx="888136" cy="640080"/>
          </a:xfrm>
          <a:noFill/>
          <a:ln>
            <a:noFill/>
          </a:ln>
        </p:spPr>
        <p:txBody>
          <a:bodyPr lIns="0" tIns="0" rIns="0" bIns="0" anchor="ctr">
            <a:noAutofit/>
          </a:bodyPr>
          <a:lstStyle>
            <a:lvl1pPr marL="0" indent="0" algn="ctr">
              <a:lnSpc>
                <a:spcPct val="100000"/>
              </a:lnSpc>
              <a:spcBef>
                <a:spcPts val="0"/>
              </a:spcBef>
              <a:spcAft>
                <a:spcPts val="0"/>
              </a:spcAft>
              <a:buNone/>
              <a:defRPr sz="2000">
                <a:solidFill>
                  <a:schemeClr val="bg1"/>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a:t>#</a:t>
            </a:r>
          </a:p>
        </p:txBody>
      </p:sp>
      <p:sp>
        <p:nvSpPr>
          <p:cNvPr id="10" name="Fourth Resp Text">
            <a:extLst>
              <a:ext uri="{FF2B5EF4-FFF2-40B4-BE49-F238E27FC236}">
                <a16:creationId xmlns:a16="http://schemas.microsoft.com/office/drawing/2014/main" id="{2A075B8F-DFA0-46B1-A70C-B12937892D4B}"/>
              </a:ext>
            </a:extLst>
          </p:cNvPr>
          <p:cNvSpPr>
            <a:spLocks noGrp="1"/>
          </p:cNvSpPr>
          <p:nvPr>
            <p:ph type="body" idx="10" hasCustomPrompt="1"/>
          </p:nvPr>
        </p:nvSpPr>
        <p:spPr>
          <a:xfrm>
            <a:off x="907950" y="4364573"/>
            <a:ext cx="11233250" cy="640080"/>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a:t>Value</a:t>
            </a:r>
          </a:p>
        </p:txBody>
      </p:sp>
      <p:sp>
        <p:nvSpPr>
          <p:cNvPr id="13" name="Fifth Resp #">
            <a:extLst>
              <a:ext uri="{FF2B5EF4-FFF2-40B4-BE49-F238E27FC236}">
                <a16:creationId xmlns:a16="http://schemas.microsoft.com/office/drawing/2014/main" id="{B3A4AC8A-DBAB-477E-8F79-6EFB6340CE48}"/>
              </a:ext>
            </a:extLst>
          </p:cNvPr>
          <p:cNvSpPr>
            <a:spLocks noGrp="1"/>
          </p:cNvSpPr>
          <p:nvPr>
            <p:ph type="body" idx="13" hasCustomPrompt="1"/>
          </p:nvPr>
        </p:nvSpPr>
        <p:spPr>
          <a:xfrm>
            <a:off x="1" y="5038055"/>
            <a:ext cx="888136" cy="640080"/>
          </a:xfrm>
          <a:noFill/>
          <a:ln>
            <a:noFill/>
          </a:ln>
        </p:spPr>
        <p:txBody>
          <a:bodyPr lIns="0" tIns="0" rIns="0" bIns="0" anchor="ctr">
            <a:noAutofit/>
          </a:bodyPr>
          <a:lstStyle>
            <a:lvl1pPr marL="0" indent="0" algn="ctr">
              <a:lnSpc>
                <a:spcPct val="100000"/>
              </a:lnSpc>
              <a:spcBef>
                <a:spcPts val="0"/>
              </a:spcBef>
              <a:spcAft>
                <a:spcPts val="0"/>
              </a:spcAft>
              <a:buNone/>
              <a:defRPr sz="2000">
                <a:solidFill>
                  <a:schemeClr val="bg1"/>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a:t>#</a:t>
            </a:r>
          </a:p>
        </p:txBody>
      </p:sp>
      <p:sp>
        <p:nvSpPr>
          <p:cNvPr id="14" name="Fifth Resp Text">
            <a:extLst>
              <a:ext uri="{FF2B5EF4-FFF2-40B4-BE49-F238E27FC236}">
                <a16:creationId xmlns:a16="http://schemas.microsoft.com/office/drawing/2014/main" id="{0B4A450D-E822-44AA-8298-11D531D74483}"/>
              </a:ext>
            </a:extLst>
          </p:cNvPr>
          <p:cNvSpPr>
            <a:spLocks noGrp="1"/>
          </p:cNvSpPr>
          <p:nvPr>
            <p:ph type="body" idx="14" hasCustomPrompt="1"/>
          </p:nvPr>
        </p:nvSpPr>
        <p:spPr>
          <a:xfrm>
            <a:off x="907950" y="5038055"/>
            <a:ext cx="11233250" cy="640080"/>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a:t>Value</a:t>
            </a:r>
          </a:p>
        </p:txBody>
      </p:sp>
      <p:sp>
        <p:nvSpPr>
          <p:cNvPr id="15" name="Sixth Resp #">
            <a:extLst>
              <a:ext uri="{FF2B5EF4-FFF2-40B4-BE49-F238E27FC236}">
                <a16:creationId xmlns:a16="http://schemas.microsoft.com/office/drawing/2014/main" id="{4075988B-8657-4CA4-A4CB-EAEA7B298681}"/>
              </a:ext>
            </a:extLst>
          </p:cNvPr>
          <p:cNvSpPr>
            <a:spLocks noGrp="1"/>
          </p:cNvSpPr>
          <p:nvPr>
            <p:ph type="body" idx="15" hasCustomPrompt="1"/>
          </p:nvPr>
        </p:nvSpPr>
        <p:spPr>
          <a:xfrm>
            <a:off x="1" y="5711539"/>
            <a:ext cx="888136" cy="640080"/>
          </a:xfrm>
          <a:noFill/>
          <a:ln>
            <a:noFill/>
          </a:ln>
        </p:spPr>
        <p:txBody>
          <a:bodyPr lIns="0" tIns="0" rIns="0" bIns="0" anchor="ctr">
            <a:noAutofit/>
          </a:bodyPr>
          <a:lstStyle>
            <a:lvl1pPr marL="0" indent="0" algn="ctr">
              <a:lnSpc>
                <a:spcPct val="100000"/>
              </a:lnSpc>
              <a:spcBef>
                <a:spcPts val="0"/>
              </a:spcBef>
              <a:spcAft>
                <a:spcPts val="0"/>
              </a:spcAft>
              <a:buNone/>
              <a:defRPr sz="2000">
                <a:solidFill>
                  <a:schemeClr val="bg1"/>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a:t>#</a:t>
            </a:r>
          </a:p>
        </p:txBody>
      </p:sp>
      <p:sp>
        <p:nvSpPr>
          <p:cNvPr id="16" name="Sixth Resp Text">
            <a:extLst>
              <a:ext uri="{FF2B5EF4-FFF2-40B4-BE49-F238E27FC236}">
                <a16:creationId xmlns:a16="http://schemas.microsoft.com/office/drawing/2014/main" id="{327445DD-9D42-491C-969B-C7919BE2E3F0}"/>
              </a:ext>
            </a:extLst>
          </p:cNvPr>
          <p:cNvSpPr>
            <a:spLocks noGrp="1"/>
          </p:cNvSpPr>
          <p:nvPr>
            <p:ph type="body" idx="16" hasCustomPrompt="1"/>
          </p:nvPr>
        </p:nvSpPr>
        <p:spPr>
          <a:xfrm>
            <a:off x="907950" y="5711539"/>
            <a:ext cx="11233250" cy="640080"/>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a:t>Value</a:t>
            </a:r>
          </a:p>
        </p:txBody>
      </p:sp>
    </p:spTree>
    <p:custDataLst>
      <p:tags r:id="rId1"/>
    </p:custDataLst>
    <p:extLst>
      <p:ext uri="{BB962C8B-B14F-4D97-AF65-F5344CB8AC3E}">
        <p14:creationId xmlns:p14="http://schemas.microsoft.com/office/powerpoint/2010/main" val="2757238510"/>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type="tx" preserve="1">
  <p:cSld name="KC-Horizontal-Answer">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9" name="Copyright1">
            <a:extLst>
              <a:ext uri="{FF2B5EF4-FFF2-40B4-BE49-F238E27FC236}">
                <a16:creationId xmlns:a16="http://schemas.microsoft.com/office/drawing/2014/main" id="{4C7347EC-A258-4B4E-9E99-D6B958A0CCED}"/>
              </a:ext>
              <a:ext uri="{C183D7F6-B498-43B3-948B-1728B52AA6E4}">
                <adec:decorative xmlns:adec="http://schemas.microsoft.com/office/drawing/2017/decorative" val="1"/>
              </a:ext>
            </a:extLst>
          </p:cNvPr>
          <p:cNvPicPr>
            <a:picLocks/>
          </p:cNvPicPr>
          <p:nvPr userDrawn="1"/>
        </p:nvPicPr>
        <p:blipFill>
          <a:blip r:embed="rId4">
            <a:extLst>
              <a:ext uri="{28A0092B-C50C-407E-A947-70E740481C1C}">
                <a14:useLocalDpi xmlns:a14="http://schemas.microsoft.com/office/drawing/2010/main" val="0"/>
              </a:ext>
            </a:extLst>
          </a:blip>
          <a:stretch>
            <a:fillRect/>
          </a:stretch>
        </p:blipFill>
        <p:spPr>
          <a:xfrm>
            <a:off x="254000" y="6477000"/>
            <a:ext cx="3556000" cy="165100"/>
          </a:xfrm>
          <a:prstGeom prst="rect">
            <a:avLst/>
          </a:prstGeom>
        </p:spPr>
      </p:pic>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4" name="Title">
            <a:extLst>
              <a:ext uri="{FF2B5EF4-FFF2-40B4-BE49-F238E27FC236}">
                <a16:creationId xmlns:a16="http://schemas.microsoft.com/office/drawing/2014/main" id="{1A8961C4-E232-4CFC-9419-572E417488B7}"/>
              </a:ext>
            </a:extLst>
          </p:cNvPr>
          <p:cNvSpPr>
            <a:spLocks noGrp="1"/>
          </p:cNvSpPr>
          <p:nvPr>
            <p:ph type="title" idx="1" hasCustomPrompt="1"/>
          </p:nvPr>
        </p:nvSpPr>
        <p:spPr>
          <a:xfrm>
            <a:off x="179239" y="179881"/>
            <a:ext cx="11771597" cy="498849"/>
          </a:xfrm>
        </p:spPr>
        <p:txBody>
          <a:bodyPr/>
          <a:lstStyle>
            <a:lvl1pPr>
              <a:defRPr>
                <a:solidFill>
                  <a:schemeClr val="bg1"/>
                </a:solidFill>
                <a:latin typeface="Amazon Ember Display Heavy"/>
              </a:defRPr>
            </a:lvl1pPr>
          </a:lstStyle>
          <a:p>
            <a:r>
              <a:rPr lang="en-US"/>
              <a:t>Answer and explanation</a:t>
            </a:r>
          </a:p>
        </p:txBody>
      </p:sp>
      <p:sp>
        <p:nvSpPr>
          <p:cNvPr id="2" name="Question">
            <a:extLst>
              <a:ext uri="{FF2B5EF4-FFF2-40B4-BE49-F238E27FC236}">
                <a16:creationId xmlns:a16="http://schemas.microsoft.com/office/drawing/2014/main" id="{B4965E6E-0F4A-477A-B4B0-DF739088DCEC}"/>
              </a:ext>
            </a:extLst>
          </p:cNvPr>
          <p:cNvSpPr>
            <a:spLocks noGrp="1"/>
          </p:cNvSpPr>
          <p:nvPr>
            <p:ph type="body" idx="2" hasCustomPrompt="1"/>
          </p:nvPr>
        </p:nvSpPr>
        <p:spPr>
          <a:xfrm>
            <a:off x="179239" y="697780"/>
            <a:ext cx="11771597" cy="1405081"/>
          </a:xfrm>
          <a:noFill/>
        </p:spPr>
        <p:txBody>
          <a:bodyPr lIns="91440" tIns="0" rIns="91440" bIns="0">
            <a:normAutofit/>
          </a:bodyPr>
          <a:lstStyle>
            <a:lvl1pPr marL="0" marR="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sz="2000">
                <a:solidFill>
                  <a:schemeClr val="bg1"/>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a:t>Enter question – 4 responses can only have 1 correct response; 5 responses must have 2 correct responses; 6 responses must have 3 correct responses.</a:t>
            </a:r>
          </a:p>
        </p:txBody>
      </p:sp>
      <p:sp>
        <p:nvSpPr>
          <p:cNvPr id="12" name="Answer Header">
            <a:extLst>
              <a:ext uri="{FF2B5EF4-FFF2-40B4-BE49-F238E27FC236}">
                <a16:creationId xmlns:a16="http://schemas.microsoft.com/office/drawing/2014/main" id="{4CF18732-63A0-43A6-B5E9-C4F74190ED76}"/>
              </a:ext>
            </a:extLst>
          </p:cNvPr>
          <p:cNvSpPr>
            <a:spLocks noGrp="1"/>
          </p:cNvSpPr>
          <p:nvPr>
            <p:ph type="body" idx="12" hasCustomPrompt="1"/>
          </p:nvPr>
        </p:nvSpPr>
        <p:spPr>
          <a:xfrm>
            <a:off x="0" y="2043300"/>
            <a:ext cx="12192000" cy="312702"/>
          </a:xfrm>
          <a:noFill/>
          <a:ln>
            <a:noFill/>
          </a:ln>
        </p:spPr>
        <p:txBody>
          <a:bodyPr lIns="91440">
            <a:noAutofit/>
          </a:bodyPr>
          <a:lstStyle>
            <a:lvl1pPr marL="0" indent="0">
              <a:lnSpc>
                <a:spcPct val="100000"/>
              </a:lnSpc>
              <a:spcAft>
                <a:spcPts val="0"/>
              </a:spcAft>
              <a:buNone/>
              <a:defRPr sz="2000">
                <a:solidFill>
                  <a:schemeClr val="bg1"/>
                </a:solidFill>
              </a:defRPr>
            </a:lvl1pPr>
          </a:lstStyle>
          <a:p>
            <a:pPr lvl="0"/>
            <a:r>
              <a:rPr lang="en-US"/>
              <a:t>Type: The correct response is</a:t>
            </a:r>
          </a:p>
        </p:txBody>
      </p:sp>
      <p:sp>
        <p:nvSpPr>
          <p:cNvPr id="3" name="Answer Text">
            <a:extLst>
              <a:ext uri="{FF2B5EF4-FFF2-40B4-BE49-F238E27FC236}">
                <a16:creationId xmlns:a16="http://schemas.microsoft.com/office/drawing/2014/main" id="{35CD1FAE-5D7E-4F04-B017-89D4732E2444}"/>
              </a:ext>
            </a:extLst>
          </p:cNvPr>
          <p:cNvSpPr>
            <a:spLocks noGrp="1"/>
          </p:cNvSpPr>
          <p:nvPr>
            <p:ph type="body" idx="3" hasCustomPrompt="1"/>
          </p:nvPr>
        </p:nvSpPr>
        <p:spPr>
          <a:xfrm>
            <a:off x="907950" y="2356002"/>
            <a:ext cx="11245989" cy="4007816"/>
          </a:xfrm>
          <a:noFill/>
          <a:ln>
            <a:noFill/>
          </a:ln>
        </p:spPr>
        <p:txBody>
          <a:bodyPr lIns="91440" tIns="91440" rIns="182880" bIns="0" anchor="t"/>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a:t>Enter a description of the correct and incorrect responses.</a:t>
            </a:r>
          </a:p>
        </p:txBody>
      </p:sp>
    </p:spTree>
    <p:custDataLst>
      <p:tags r:id="rId1"/>
    </p:custDataLst>
    <p:extLst>
      <p:ext uri="{BB962C8B-B14F-4D97-AF65-F5344CB8AC3E}">
        <p14:creationId xmlns:p14="http://schemas.microsoft.com/office/powerpoint/2010/main" val="1342931193"/>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x" preserve="1">
  <p:cSld name="KC-Horz-Ans-Option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9" name="Copyright2">
            <a:extLst>
              <a:ext uri="{FF2B5EF4-FFF2-40B4-BE49-F238E27FC236}">
                <a16:creationId xmlns:a16="http://schemas.microsoft.com/office/drawing/2014/main" id="{6579F927-7130-4023-935B-53DD14C90400}"/>
              </a:ext>
              <a:ext uri="{C183D7F6-B498-43B3-948B-1728B52AA6E4}">
                <adec:decorative xmlns:adec="http://schemas.microsoft.com/office/drawing/2017/decorative" val="1"/>
              </a:ext>
            </a:extLst>
          </p:cNvPr>
          <p:cNvPicPr>
            <a:picLocks/>
          </p:cNvPicPr>
          <p:nvPr userDrawn="1"/>
        </p:nvPicPr>
        <p:blipFill>
          <a:blip r:embed="rId4">
            <a:extLst>
              <a:ext uri="{28A0092B-C50C-407E-A947-70E740481C1C}">
                <a14:useLocalDpi xmlns:a14="http://schemas.microsoft.com/office/drawing/2010/main" val="0"/>
              </a:ext>
            </a:extLst>
          </a:blip>
          <a:stretch>
            <a:fillRect/>
          </a:stretch>
        </p:blipFill>
        <p:spPr>
          <a:xfrm>
            <a:off x="660400" y="6451600"/>
            <a:ext cx="3556000" cy="165100"/>
          </a:xfrm>
          <a:prstGeom prst="rect">
            <a:avLst/>
          </a:prstGeom>
        </p:spPr>
      </p:pic>
      <p:sp>
        <p:nvSpPr>
          <p:cNvPr id="97" name="Slide Number">
            <a:extLst>
              <a:ext uri="{FF2B5EF4-FFF2-40B4-BE49-F238E27FC236}">
                <a16:creationId xmlns:a16="http://schemas.microsoft.com/office/drawing/2014/main" id="{ED596AB2-A27E-4CAB-B6E0-353909D02FB1}"/>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4" name="Title">
            <a:extLst>
              <a:ext uri="{FF2B5EF4-FFF2-40B4-BE49-F238E27FC236}">
                <a16:creationId xmlns:a16="http://schemas.microsoft.com/office/drawing/2014/main" id="{1A8961C4-E232-4CFC-9419-572E417488B7}"/>
              </a:ext>
            </a:extLst>
          </p:cNvPr>
          <p:cNvSpPr>
            <a:spLocks noGrp="1"/>
          </p:cNvSpPr>
          <p:nvPr>
            <p:ph type="title" idx="1" hasCustomPrompt="1"/>
          </p:nvPr>
        </p:nvSpPr>
        <p:spPr>
          <a:xfrm>
            <a:off x="179239" y="179881"/>
            <a:ext cx="11771597" cy="498849"/>
          </a:xfrm>
        </p:spPr>
        <p:txBody>
          <a:bodyPr/>
          <a:lstStyle>
            <a:lvl1pPr>
              <a:defRPr>
                <a:solidFill>
                  <a:srgbClr val="232F3E"/>
                </a:solidFill>
                <a:latin typeface="Amazon Ember Display Heavy"/>
              </a:defRPr>
            </a:lvl1pPr>
          </a:lstStyle>
          <a:p>
            <a:r>
              <a:rPr lang="en-US"/>
              <a:t>Answer and explanation – Option 1 </a:t>
            </a:r>
          </a:p>
        </p:txBody>
      </p:sp>
      <p:sp>
        <p:nvSpPr>
          <p:cNvPr id="2" name="Question">
            <a:extLst>
              <a:ext uri="{FF2B5EF4-FFF2-40B4-BE49-F238E27FC236}">
                <a16:creationId xmlns:a16="http://schemas.microsoft.com/office/drawing/2014/main" id="{B4965E6E-0F4A-477A-B4B0-DF739088DCEC}"/>
              </a:ext>
            </a:extLst>
          </p:cNvPr>
          <p:cNvSpPr>
            <a:spLocks noGrp="1"/>
          </p:cNvSpPr>
          <p:nvPr>
            <p:ph type="body" idx="2" hasCustomPrompt="1"/>
          </p:nvPr>
        </p:nvSpPr>
        <p:spPr>
          <a:xfrm>
            <a:off x="179239" y="697781"/>
            <a:ext cx="11771597" cy="1345520"/>
          </a:xfrm>
          <a:noFill/>
        </p:spPr>
        <p:txBody>
          <a:bodyPr lIns="91440" tIns="0" rIns="91440" bIns="0">
            <a:normAutofit/>
          </a:bodyPr>
          <a:lstStyle>
            <a:lvl1pPr marL="0" marR="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sz="2000">
                <a:solidFill>
                  <a:srgbClr val="232F3E"/>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a:t>Enter question again – 4 responses can only have 1 correct response; 5 responses must have 2 correct responses; 6 responses must have 3 correct responses.</a:t>
            </a:r>
          </a:p>
        </p:txBody>
      </p:sp>
      <p:sp>
        <p:nvSpPr>
          <p:cNvPr id="12" name="Answer Header">
            <a:extLst>
              <a:ext uri="{FF2B5EF4-FFF2-40B4-BE49-F238E27FC236}">
                <a16:creationId xmlns:a16="http://schemas.microsoft.com/office/drawing/2014/main" id="{4CF18732-63A0-43A6-B5E9-C4F74190ED76}"/>
              </a:ext>
            </a:extLst>
          </p:cNvPr>
          <p:cNvSpPr>
            <a:spLocks noGrp="1"/>
          </p:cNvSpPr>
          <p:nvPr>
            <p:ph type="body" idx="12" hasCustomPrompt="1"/>
          </p:nvPr>
        </p:nvSpPr>
        <p:spPr>
          <a:xfrm>
            <a:off x="0" y="2043300"/>
            <a:ext cx="12192000" cy="312702"/>
          </a:xfrm>
          <a:noFill/>
          <a:ln>
            <a:noFill/>
          </a:ln>
        </p:spPr>
        <p:txBody>
          <a:bodyPr lIns="91440">
            <a:noAutofit/>
          </a:bodyPr>
          <a:lstStyle>
            <a:lvl1pPr marL="0" indent="0">
              <a:lnSpc>
                <a:spcPct val="100000"/>
              </a:lnSpc>
              <a:spcAft>
                <a:spcPts val="0"/>
              </a:spcAft>
              <a:buNone/>
              <a:defRPr sz="2000">
                <a:solidFill>
                  <a:schemeClr val="bg1"/>
                </a:solidFill>
              </a:defRPr>
            </a:lvl1pPr>
          </a:lstStyle>
          <a:p>
            <a:pPr lvl="0"/>
            <a:r>
              <a:rPr lang="en-US"/>
              <a:t>Type: The correct response is</a:t>
            </a:r>
          </a:p>
        </p:txBody>
      </p:sp>
      <p:sp>
        <p:nvSpPr>
          <p:cNvPr id="3" name="Answer Text">
            <a:extLst>
              <a:ext uri="{FF2B5EF4-FFF2-40B4-BE49-F238E27FC236}">
                <a16:creationId xmlns:a16="http://schemas.microsoft.com/office/drawing/2014/main" id="{35CD1FAE-5D7E-4F04-B017-89D4732E2444}"/>
              </a:ext>
            </a:extLst>
          </p:cNvPr>
          <p:cNvSpPr>
            <a:spLocks noGrp="1"/>
          </p:cNvSpPr>
          <p:nvPr>
            <p:ph type="body" idx="3" hasCustomPrompt="1"/>
          </p:nvPr>
        </p:nvSpPr>
        <p:spPr>
          <a:xfrm>
            <a:off x="907950" y="2356002"/>
            <a:ext cx="11245989" cy="4007816"/>
          </a:xfrm>
          <a:noFill/>
          <a:ln>
            <a:noFill/>
          </a:ln>
        </p:spPr>
        <p:txBody>
          <a:bodyPr lIns="91440" tIns="91440" rIns="182880" bIns="0" anchor="t"/>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a:t>Enter a description of the correct and incorrect responses.</a:t>
            </a:r>
          </a:p>
        </p:txBody>
      </p:sp>
    </p:spTree>
    <p:custDataLst>
      <p:tags r:id="rId1"/>
    </p:custDataLst>
    <p:extLst>
      <p:ext uri="{BB962C8B-B14F-4D97-AF65-F5344CB8AC3E}">
        <p14:creationId xmlns:p14="http://schemas.microsoft.com/office/powerpoint/2010/main" val="1480234878"/>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x" preserve="1">
  <p:cSld name="Title and Vertical Text">
    <p:bg>
      <p:bgPr>
        <a:solidFill>
          <a:schemeClr val="bg1"/>
        </a:solidFill>
        <a:effectLst/>
      </p:bgPr>
    </p:bg>
    <p:spTree>
      <p:nvGrpSpPr>
        <p:cNvPr id="1" name=""/>
        <p:cNvGrpSpPr/>
        <p:nvPr/>
      </p:nvGrpSpPr>
      <p:grpSpPr>
        <a:xfrm>
          <a:off x="0" y="0"/>
          <a:ext cx="0" cy="0"/>
          <a:chOff x="0" y="0"/>
          <a:chExt cx="0" cy="0"/>
        </a:xfrm>
      </p:grpSpPr>
      <p:pic>
        <p:nvPicPr>
          <p:cNvPr id="8" name="Copyright2">
            <a:extLst>
              <a:ext uri="{FF2B5EF4-FFF2-40B4-BE49-F238E27FC236}">
                <a16:creationId xmlns:a16="http://schemas.microsoft.com/office/drawing/2014/main" id="{C28650D6-4A84-4938-8759-BB21FC130A8F}"/>
              </a:ext>
              <a:ext uri="{C183D7F6-B498-43B3-948B-1728B52AA6E4}">
                <adec:decorative xmlns:adec="http://schemas.microsoft.com/office/drawing/2017/decorative" val="1"/>
              </a:ext>
            </a:extLst>
          </p:cNvPr>
          <p:cNvPicPr>
            <a:picLocks/>
          </p:cNvPicPr>
          <p:nvPr userDrawn="1"/>
        </p:nvPicPr>
        <p:blipFill>
          <a:blip r:embed="rId3">
            <a:extLst>
              <a:ext uri="{28A0092B-C50C-407E-A947-70E740481C1C}">
                <a14:useLocalDpi xmlns:a14="http://schemas.microsoft.com/office/drawing/2010/main" val="0"/>
              </a:ext>
            </a:extLst>
          </a:blip>
          <a:stretch>
            <a:fillRect/>
          </a:stretch>
        </p:blipFill>
        <p:spPr>
          <a:xfrm>
            <a:off x="660400" y="6451600"/>
            <a:ext cx="3556000" cy="165100"/>
          </a:xfrm>
          <a:prstGeom prst="rect">
            <a:avLst/>
          </a:prstGeom>
        </p:spPr>
      </p:pic>
      <p:sp>
        <p:nvSpPr>
          <p:cNvPr id="97" name="Slide Number">
            <a:extLst>
              <a:ext uri="{FF2B5EF4-FFF2-40B4-BE49-F238E27FC236}">
                <a16:creationId xmlns:a16="http://schemas.microsoft.com/office/drawing/2014/main" id="{7DCF8F5D-C71E-4E90-8FF1-79EC1779773B}"/>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3" name="Title">
            <a:extLst>
              <a:ext uri="{FF2B5EF4-FFF2-40B4-BE49-F238E27FC236}">
                <a16:creationId xmlns:a16="http://schemas.microsoft.com/office/drawing/2014/main" id="{9A1AD47A-644D-4968-9CC8-C9014D5497DB}"/>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a:t>Title and vertical text layout (international) </a:t>
            </a:r>
          </a:p>
        </p:txBody>
      </p:sp>
      <p:pic>
        <p:nvPicPr>
          <p:cNvPr id="99" name="Divider">
            <a:extLst>
              <a:ext uri="{FF2B5EF4-FFF2-40B4-BE49-F238E27FC236}">
                <a16:creationId xmlns:a16="http://schemas.microsoft.com/office/drawing/2014/main" id="{4367E5F6-DCA7-4FF7-A05C-EEBE6326C728}"/>
              </a:ext>
              <a:ext uri="{C183D7F6-B498-43B3-948B-1728B52AA6E4}">
                <adec:decorative xmlns:adec="http://schemas.microsoft.com/office/drawing/2017/decorative" val="1"/>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2" name="Content">
            <a:extLst>
              <a:ext uri="{FF2B5EF4-FFF2-40B4-BE49-F238E27FC236}">
                <a16:creationId xmlns:a16="http://schemas.microsoft.com/office/drawing/2014/main" id="{E03519C3-01DC-4A54-BFE9-0527DA2D5160}"/>
              </a:ext>
            </a:extLst>
          </p:cNvPr>
          <p:cNvSpPr>
            <a:spLocks noGrp="1"/>
          </p:cNvSpPr>
          <p:nvPr>
            <p:ph type="body" orient="vert" idx="2" hasCustomPrompt="1"/>
          </p:nvPr>
        </p:nvSpPr>
        <p:spPr>
          <a:xfrm>
            <a:off x="365760" y="1033070"/>
            <a:ext cx="11466576" cy="5389244"/>
          </a:xfrm>
        </p:spPr>
        <p:txBody>
          <a:bodyPr vert="eaVert">
            <a:noAutofit/>
          </a:bodyPr>
          <a:lstStyle>
            <a:lvl1pPr>
              <a:lnSpc>
                <a:spcPct val="100000"/>
              </a:lnSpc>
              <a:spcAft>
                <a:spcPts val="0"/>
              </a:spcAft>
              <a:defRPr sz="2400">
                <a:solidFill>
                  <a:srgbClr val="232F3E"/>
                </a:solidFill>
              </a:defRPr>
            </a:lvl1pPr>
            <a:lvl2pPr marL="457200" indent="-228600">
              <a:lnSpc>
                <a:spcPct val="100000"/>
              </a:lnSpc>
              <a:spcAft>
                <a:spcPts val="0"/>
              </a:spcAft>
              <a:defRPr sz="2000">
                <a:solidFill>
                  <a:srgbClr val="232F3E"/>
                </a:solidFill>
              </a:defRPr>
            </a:lvl2pPr>
            <a:lvl3pPr marL="684213" indent="-228600">
              <a:lnSpc>
                <a:spcPct val="100000"/>
              </a:lnSpc>
              <a:spcAft>
                <a:spcPts val="0"/>
              </a:spcAft>
              <a:defRPr sz="1800">
                <a:solidFill>
                  <a:srgbClr val="232F3E"/>
                </a:solidFill>
              </a:defRPr>
            </a:lvl3pPr>
            <a:lvl4pPr marL="914400" indent="-228600">
              <a:lnSpc>
                <a:spcPct val="100000"/>
              </a:lnSpc>
              <a:spcAft>
                <a:spcPts val="0"/>
              </a:spcAft>
              <a:defRPr sz="1600">
                <a:solidFill>
                  <a:srgbClr val="232F3E"/>
                </a:solidFill>
              </a:defRPr>
            </a:lvl4pPr>
            <a:lvl5pPr marL="1144588" indent="-228600">
              <a:lnSpc>
                <a:spcPct val="100000"/>
              </a:lnSpc>
              <a:spcAft>
                <a:spcPts val="0"/>
              </a:spcAft>
              <a:defRPr sz="1600">
                <a:solidFill>
                  <a:srgbClr val="232F3E"/>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Tree>
    <p:custDataLst>
      <p:tags r:id="rId1"/>
    </p:custDataLst>
    <p:extLst>
      <p:ext uri="{BB962C8B-B14F-4D97-AF65-F5344CB8AC3E}">
        <p14:creationId xmlns:p14="http://schemas.microsoft.com/office/powerpoint/2010/main" val="3069786455"/>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x" preserve="1">
  <p:cSld name="Vertical Title and Content">
    <p:bg>
      <p:bgPr>
        <a:solidFill>
          <a:schemeClr val="bg1"/>
        </a:solidFill>
        <a:effectLst/>
      </p:bgPr>
    </p:bg>
    <p:spTree>
      <p:nvGrpSpPr>
        <p:cNvPr id="1" name=""/>
        <p:cNvGrpSpPr/>
        <p:nvPr/>
      </p:nvGrpSpPr>
      <p:grpSpPr>
        <a:xfrm>
          <a:off x="0" y="0"/>
          <a:ext cx="0" cy="0"/>
          <a:chOff x="0" y="0"/>
          <a:chExt cx="0" cy="0"/>
        </a:xfrm>
      </p:grpSpPr>
      <p:pic>
        <p:nvPicPr>
          <p:cNvPr id="8" name="Copyright2">
            <a:extLst>
              <a:ext uri="{FF2B5EF4-FFF2-40B4-BE49-F238E27FC236}">
                <a16:creationId xmlns:a16="http://schemas.microsoft.com/office/drawing/2014/main" id="{6C6D8885-1679-4303-ADFA-3188DAF6B5F0}"/>
              </a:ext>
              <a:ext uri="{C183D7F6-B498-43B3-948B-1728B52AA6E4}">
                <adec:decorative xmlns:adec="http://schemas.microsoft.com/office/drawing/2017/decorative" val="1"/>
              </a:ext>
            </a:extLst>
          </p:cNvPr>
          <p:cNvPicPr>
            <a:picLocks/>
          </p:cNvPicPr>
          <p:nvPr userDrawn="1"/>
        </p:nvPicPr>
        <p:blipFill>
          <a:blip r:embed="rId3">
            <a:extLst>
              <a:ext uri="{28A0092B-C50C-407E-A947-70E740481C1C}">
                <a14:useLocalDpi xmlns:a14="http://schemas.microsoft.com/office/drawing/2010/main" val="0"/>
              </a:ext>
            </a:extLst>
          </a:blip>
          <a:stretch>
            <a:fillRect/>
          </a:stretch>
        </p:blipFill>
        <p:spPr>
          <a:xfrm>
            <a:off x="660400" y="6451600"/>
            <a:ext cx="3556000" cy="165100"/>
          </a:xfrm>
          <a:prstGeom prst="rect">
            <a:avLst/>
          </a:prstGeom>
        </p:spPr>
      </p:pic>
      <p:sp>
        <p:nvSpPr>
          <p:cNvPr id="97" name="Slide Number">
            <a:extLst>
              <a:ext uri="{FF2B5EF4-FFF2-40B4-BE49-F238E27FC236}">
                <a16:creationId xmlns:a16="http://schemas.microsoft.com/office/drawing/2014/main" id="{62931EA5-40B0-4775-AC8C-735FB207C772}"/>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3" name="Title">
            <a:extLst>
              <a:ext uri="{FF2B5EF4-FFF2-40B4-BE49-F238E27FC236}">
                <a16:creationId xmlns:a16="http://schemas.microsoft.com/office/drawing/2014/main" id="{1FDB7DAC-24E1-411C-8D5F-3A7FDF188C1D}"/>
              </a:ext>
            </a:extLst>
          </p:cNvPr>
          <p:cNvSpPr>
            <a:spLocks noGrp="1"/>
          </p:cNvSpPr>
          <p:nvPr>
            <p:ph type="title" idx="1" hasCustomPrompt="1"/>
          </p:nvPr>
        </p:nvSpPr>
        <p:spPr>
          <a:xfrm rot="5400000">
            <a:off x="8202716" y="2805126"/>
            <a:ext cx="6127095" cy="1132145"/>
          </a:xfrm>
        </p:spPr>
        <p:txBody>
          <a:bodyPr/>
          <a:lstStyle>
            <a:lvl1pPr marL="0" marR="0" indent="0" algn="l" defTabSz="914400" rtl="0" eaLnBrk="1" fontAlgn="auto" latinLnBrk="0" hangingPunct="1">
              <a:spcBef>
                <a:spcPct val="0"/>
              </a:spcBef>
              <a:spcAft>
                <a:spcPts val="0"/>
              </a:spcAft>
              <a:buClrTx/>
              <a:buSzTx/>
              <a:buFontTx/>
              <a:buNone/>
              <a:tabLst/>
              <a:defRPr>
                <a:solidFill>
                  <a:srgbClr val="232F3E"/>
                </a:solidFill>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a:t>Vertical title and text layout (international) </a:t>
            </a:r>
          </a:p>
        </p:txBody>
      </p:sp>
      <p:pic>
        <p:nvPicPr>
          <p:cNvPr id="99" name="Divider">
            <a:extLst>
              <a:ext uri="{FF2B5EF4-FFF2-40B4-BE49-F238E27FC236}">
                <a16:creationId xmlns:a16="http://schemas.microsoft.com/office/drawing/2014/main" id="{DA666032-E924-4402-8485-DDD5D20112FD}"/>
              </a:ext>
              <a:ext uri="{C183D7F6-B498-43B3-948B-1728B52AA6E4}">
                <adec:decorative xmlns:adec="http://schemas.microsoft.com/office/drawing/2017/decorative" val="1"/>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rot="5400000">
            <a:off x="7636951" y="3348031"/>
            <a:ext cx="6126480" cy="45720"/>
          </a:xfrm>
          <a:prstGeom prst="rect">
            <a:avLst/>
          </a:prstGeom>
        </p:spPr>
      </p:pic>
      <p:sp>
        <p:nvSpPr>
          <p:cNvPr id="2" name="Content">
            <a:extLst>
              <a:ext uri="{FF2B5EF4-FFF2-40B4-BE49-F238E27FC236}">
                <a16:creationId xmlns:a16="http://schemas.microsoft.com/office/drawing/2014/main" id="{E03519C3-01DC-4A54-BFE9-0527DA2D5160}"/>
              </a:ext>
            </a:extLst>
          </p:cNvPr>
          <p:cNvSpPr>
            <a:spLocks noGrp="1"/>
          </p:cNvSpPr>
          <p:nvPr>
            <p:ph type="body" orient="vert" idx="2" hasCustomPrompt="1"/>
          </p:nvPr>
        </p:nvSpPr>
        <p:spPr>
          <a:xfrm>
            <a:off x="365760" y="307649"/>
            <a:ext cx="10298328" cy="6127095"/>
          </a:xfrm>
        </p:spPr>
        <p:txBody>
          <a:bodyPr vert="eaVert">
            <a:noAutofit/>
          </a:bodyPr>
          <a:lstStyle>
            <a:lvl1pPr>
              <a:lnSpc>
                <a:spcPct val="100000"/>
              </a:lnSpc>
              <a:spcAft>
                <a:spcPts val="0"/>
              </a:spcAft>
              <a:defRPr sz="2400">
                <a:solidFill>
                  <a:srgbClr val="232F3E"/>
                </a:solidFill>
              </a:defRPr>
            </a:lvl1pPr>
            <a:lvl2pPr marL="457200" indent="-228600">
              <a:lnSpc>
                <a:spcPct val="100000"/>
              </a:lnSpc>
              <a:spcAft>
                <a:spcPts val="0"/>
              </a:spcAft>
              <a:defRPr sz="2000">
                <a:solidFill>
                  <a:srgbClr val="232F3E"/>
                </a:solidFill>
              </a:defRPr>
            </a:lvl2pPr>
            <a:lvl3pPr marL="684213" indent="-228600">
              <a:lnSpc>
                <a:spcPct val="100000"/>
              </a:lnSpc>
              <a:spcAft>
                <a:spcPts val="0"/>
              </a:spcAft>
              <a:defRPr sz="1800">
                <a:solidFill>
                  <a:srgbClr val="232F3E"/>
                </a:solidFill>
              </a:defRPr>
            </a:lvl3pPr>
            <a:lvl4pPr marL="914400" indent="-228600">
              <a:lnSpc>
                <a:spcPct val="100000"/>
              </a:lnSpc>
              <a:spcAft>
                <a:spcPts val="0"/>
              </a:spcAft>
              <a:defRPr sz="1600">
                <a:solidFill>
                  <a:srgbClr val="232F3E"/>
                </a:solidFill>
              </a:defRPr>
            </a:lvl4pPr>
            <a:lvl5pPr marL="1144588" indent="-228600">
              <a:lnSpc>
                <a:spcPct val="100000"/>
              </a:lnSpc>
              <a:spcAft>
                <a:spcPts val="0"/>
              </a:spcAft>
              <a:defRPr sz="1600">
                <a:solidFill>
                  <a:srgbClr val="232F3E"/>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Tree>
    <p:custDataLst>
      <p:tags r:id="rId1"/>
    </p:custDataLst>
    <p:extLst>
      <p:ext uri="{BB962C8B-B14F-4D97-AF65-F5344CB8AC3E}">
        <p14:creationId xmlns:p14="http://schemas.microsoft.com/office/powerpoint/2010/main" val="2051368536"/>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Custom Layout">
    <p:bg>
      <p:bgPr>
        <a:solidFill>
          <a:schemeClr val="tx2"/>
        </a:solidFill>
        <a:effectLst/>
      </p:bgPr>
    </p:bg>
    <p:spTree>
      <p:nvGrpSpPr>
        <p:cNvPr id="1" name=""/>
        <p:cNvGrpSpPr/>
        <p:nvPr/>
      </p:nvGrpSpPr>
      <p:grpSpPr>
        <a:xfrm>
          <a:off x="0" y="0"/>
          <a:ext cx="0" cy="0"/>
          <a:chOff x="0" y="0"/>
          <a:chExt cx="0" cy="0"/>
        </a:xfrm>
      </p:grpSpPr>
      <p:pic>
        <p:nvPicPr>
          <p:cNvPr id="9" name="Copyright2">
            <a:extLst>
              <a:ext uri="{FF2B5EF4-FFF2-40B4-BE49-F238E27FC236}">
                <a16:creationId xmlns:a16="http://schemas.microsoft.com/office/drawing/2014/main" id="{83D8542D-12FA-46CD-A619-A32DDD61B18F}"/>
              </a:ext>
              <a:ext uri="{C183D7F6-B498-43B3-948B-1728B52AA6E4}">
                <adec:decorative xmlns:adec="http://schemas.microsoft.com/office/drawing/2017/decorative" val="1"/>
              </a:ext>
            </a:extLst>
          </p:cNvPr>
          <p:cNvPicPr>
            <a:picLocks/>
          </p:cNvPicPr>
          <p:nvPr userDrawn="1"/>
        </p:nvPicPr>
        <p:blipFill>
          <a:blip r:embed="rId2">
            <a:extLst>
              <a:ext uri="{28A0092B-C50C-407E-A947-70E740481C1C}">
                <a14:useLocalDpi xmlns:a14="http://schemas.microsoft.com/office/drawing/2010/main" val="0"/>
              </a:ext>
            </a:extLst>
          </a:blip>
          <a:stretch>
            <a:fillRect/>
          </a:stretch>
        </p:blipFill>
        <p:spPr>
          <a:xfrm>
            <a:off x="660400" y="6451600"/>
            <a:ext cx="3556000" cy="165100"/>
          </a:xfrm>
          <a:prstGeom prst="rect">
            <a:avLst/>
          </a:prstGeom>
        </p:spPr>
      </p:pic>
      <p:sp>
        <p:nvSpPr>
          <p:cNvPr id="2" name="Title 1">
            <a:extLst>
              <a:ext uri="{FF2B5EF4-FFF2-40B4-BE49-F238E27FC236}">
                <a16:creationId xmlns:a16="http://schemas.microsoft.com/office/drawing/2014/main" id="{8236564E-12A4-425C-A283-B8B235FFF7C3}"/>
              </a:ext>
            </a:extLst>
          </p:cNvPr>
          <p:cNvSpPr>
            <a:spLocks noGrp="1"/>
          </p:cNvSpPr>
          <p:nvPr>
            <p:ph type="title" hasCustomPrompt="1"/>
          </p:nvPr>
        </p:nvSpPr>
        <p:spPr>
          <a:xfrm>
            <a:off x="365760" y="301751"/>
            <a:ext cx="6613109" cy="6235683"/>
          </a:xfrm>
        </p:spPr>
        <p:txBody>
          <a:bodyPr/>
          <a:lstStyle>
            <a:lvl1pPr algn="ctr">
              <a:defRPr>
                <a:solidFill>
                  <a:schemeClr val="bg1"/>
                </a:solidFill>
              </a:defRPr>
            </a:lvl1pPr>
          </a:lstStyle>
          <a:p>
            <a:r>
              <a:rPr lang="en-US"/>
              <a:t>Any slides that appear following this one are NOT approved for production use.</a:t>
            </a:r>
            <a:br>
              <a:rPr lang="en-US"/>
            </a:br>
            <a:br>
              <a:rPr lang="en-US"/>
            </a:br>
            <a:r>
              <a:rPr lang="en-US"/>
              <a:t>-----------</a:t>
            </a:r>
            <a:br>
              <a:rPr lang="en-US"/>
            </a:br>
            <a:br>
              <a:rPr lang="en-US"/>
            </a:br>
            <a:r>
              <a:rPr lang="en-US"/>
              <a:t>Please be sure to remove them before you publish this deck.</a:t>
            </a:r>
          </a:p>
        </p:txBody>
      </p:sp>
      <p:sp>
        <p:nvSpPr>
          <p:cNvPr id="3" name="Slide Number Placeholder 2">
            <a:extLst>
              <a:ext uri="{FF2B5EF4-FFF2-40B4-BE49-F238E27FC236}">
                <a16:creationId xmlns:a16="http://schemas.microsoft.com/office/drawing/2014/main" id="{664A4F83-86A8-4C1D-A1E6-8D3A1610F4E7}"/>
              </a:ext>
            </a:extLst>
          </p:cNvPr>
          <p:cNvSpPr>
            <a:spLocks noGrp="1"/>
          </p:cNvSpPr>
          <p:nvPr>
            <p:ph type="sldNum" idx="10"/>
          </p:nvPr>
        </p:nvSpPr>
        <p:spPr/>
        <p:txBody>
          <a:bodyPr/>
          <a:lstStyle/>
          <a:p>
            <a:fld id="{4037B1B0-0345-4E15-985A-6BECCDBE474F}" type="slidenum">
              <a:rPr lang="en-US" smtClean="0"/>
              <a:pPr/>
              <a:t>‹#›</a:t>
            </a:fld>
            <a:endParaRPr lang="en-US" dirty="0"/>
          </a:p>
        </p:txBody>
      </p:sp>
      <p:sp>
        <p:nvSpPr>
          <p:cNvPr id="4" name="Octagon 3">
            <a:extLst>
              <a:ext uri="{FF2B5EF4-FFF2-40B4-BE49-F238E27FC236}">
                <a16:creationId xmlns:a16="http://schemas.microsoft.com/office/drawing/2014/main" id="{A956A5A2-BB71-417D-9961-66F664368EAB}"/>
              </a:ext>
            </a:extLst>
          </p:cNvPr>
          <p:cNvSpPr/>
          <p:nvPr userDrawn="1"/>
        </p:nvSpPr>
        <p:spPr>
          <a:xfrm>
            <a:off x="7348648" y="978647"/>
            <a:ext cx="4360244" cy="4360244"/>
          </a:xfrm>
          <a:prstGeom prst="octagon">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800" dirty="0"/>
              <a:t>STOP</a:t>
            </a:r>
          </a:p>
        </p:txBody>
      </p:sp>
    </p:spTree>
    <p:extLst>
      <p:ext uri="{BB962C8B-B14F-4D97-AF65-F5344CB8AC3E}">
        <p14:creationId xmlns:p14="http://schemas.microsoft.com/office/powerpoint/2010/main" val="4257118545"/>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Topic Introduction Variant">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8" name="Copyright1">
            <a:extLst>
              <a:ext uri="{FF2B5EF4-FFF2-40B4-BE49-F238E27FC236}">
                <a16:creationId xmlns:a16="http://schemas.microsoft.com/office/drawing/2014/main" id="{B88F5C5B-C994-466D-B4C1-5E914621484B}"/>
              </a:ext>
              <a:ext uri="{C183D7F6-B498-43B3-948B-1728B52AA6E4}">
                <adec:decorative xmlns:adec="http://schemas.microsoft.com/office/drawing/2017/decorative" val="1"/>
              </a:ext>
            </a:extLst>
          </p:cNvPr>
          <p:cNvPicPr>
            <a:picLocks/>
          </p:cNvPicPr>
          <p:nvPr userDrawn="1"/>
        </p:nvPicPr>
        <p:blipFill>
          <a:blip r:embed="rId4">
            <a:extLst>
              <a:ext uri="{28A0092B-C50C-407E-A947-70E740481C1C}">
                <a14:useLocalDpi xmlns:a14="http://schemas.microsoft.com/office/drawing/2010/main" val="0"/>
              </a:ext>
            </a:extLst>
          </a:blip>
          <a:stretch>
            <a:fillRect/>
          </a:stretch>
        </p:blipFill>
        <p:spPr>
          <a:xfrm>
            <a:off x="254000" y="6477000"/>
            <a:ext cx="3556000" cy="165100"/>
          </a:xfrm>
          <a:prstGeom prst="rect">
            <a:avLst/>
          </a:prstGeom>
        </p:spPr>
      </p:pic>
      <p:sp>
        <p:nvSpPr>
          <p:cNvPr id="97" name="Slide Number">
            <a:extLst>
              <a:ext uri="{FF2B5EF4-FFF2-40B4-BE49-F238E27FC236}">
                <a16:creationId xmlns:a16="http://schemas.microsoft.com/office/drawing/2014/main" id="{E7A23F66-1657-489E-8769-B7CCC9F020AC}"/>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930176A1-BCF0-4712-97A6-6B495F55390B}" type="slidenum">
              <a:rPr lang="en-US" smtClean="0"/>
              <a:pPr/>
              <a:t>‹#›</a:t>
            </a:fld>
            <a:endParaRPr lang="en-US" dirty="0"/>
          </a:p>
        </p:txBody>
      </p:sp>
      <p:sp>
        <p:nvSpPr>
          <p:cNvPr id="4" name="Title">
            <a:extLst>
              <a:ext uri="{FF2B5EF4-FFF2-40B4-BE49-F238E27FC236}">
                <a16:creationId xmlns:a16="http://schemas.microsoft.com/office/drawing/2014/main" id="{F2D32D74-0FC6-414A-96C5-2549942CD64E}"/>
              </a:ext>
            </a:extLst>
          </p:cNvPr>
          <p:cNvSpPr>
            <a:spLocks noGrp="1"/>
          </p:cNvSpPr>
          <p:nvPr>
            <p:ph type="title" idx="1" hasCustomPrompt="1"/>
          </p:nvPr>
        </p:nvSpPr>
        <p:spPr>
          <a:xfrm>
            <a:off x="243242" y="292099"/>
            <a:ext cx="4062057" cy="1866901"/>
          </a:xfrm>
        </p:spPr>
        <p:txBody>
          <a:bodyPr anchor="t">
            <a:normAutofit/>
          </a:bodyPr>
          <a:lstStyle>
            <a:lvl1pPr algn="ctr">
              <a:defRPr sz="3600">
                <a:solidFill>
                  <a:schemeClr val="bg1"/>
                </a:solidFill>
                <a:latin typeface="Amazon Ember Display Heavy"/>
              </a:defRPr>
            </a:lvl1pPr>
          </a:lstStyle>
          <a:p>
            <a:r>
              <a:rPr lang="en-US"/>
              <a:t>Type title here</a:t>
            </a:r>
          </a:p>
        </p:txBody>
      </p:sp>
      <p:sp>
        <p:nvSpPr>
          <p:cNvPr id="3" name="Content">
            <a:extLst>
              <a:ext uri="{FF2B5EF4-FFF2-40B4-BE49-F238E27FC236}">
                <a16:creationId xmlns:a16="http://schemas.microsoft.com/office/drawing/2014/main" id="{E88E0D0B-F719-4929-9A45-08A3503393CA}"/>
              </a:ext>
            </a:extLst>
          </p:cNvPr>
          <p:cNvSpPr>
            <a:spLocks noGrp="1"/>
          </p:cNvSpPr>
          <p:nvPr>
            <p:ph type="body" idx="3" hasCustomPrompt="1"/>
          </p:nvPr>
        </p:nvSpPr>
        <p:spPr>
          <a:xfrm>
            <a:off x="4592635" y="292099"/>
            <a:ext cx="7239701" cy="6142651"/>
          </a:xfrm>
        </p:spPr>
        <p:txBody>
          <a:bodyPr>
            <a:normAutofit/>
          </a:bodyPr>
          <a:lstStyle>
            <a:lvl1pPr>
              <a:lnSpc>
                <a:spcPct val="100000"/>
              </a:lnSpc>
              <a:spcAft>
                <a:spcPts val="1200"/>
              </a:spcAft>
              <a:defRPr sz="2800">
                <a:solidFill>
                  <a:srgbClr val="232F3E"/>
                </a:solidFill>
                <a:latin typeface="+mn-lt"/>
              </a:defRPr>
            </a:lvl1pPr>
            <a:lvl2pPr marL="457200" indent="-228600">
              <a:lnSpc>
                <a:spcPct val="100000"/>
              </a:lnSpc>
              <a:spcAft>
                <a:spcPts val="1200"/>
              </a:spcAft>
              <a:defRPr sz="2400">
                <a:solidFill>
                  <a:srgbClr val="232F3E"/>
                </a:solidFill>
                <a:latin typeface="+mn-lt"/>
              </a:defRPr>
            </a:lvl2pPr>
            <a:lvl3pPr marL="684213" indent="-228600">
              <a:lnSpc>
                <a:spcPct val="100000"/>
              </a:lnSpc>
              <a:spcAft>
                <a:spcPts val="1200"/>
              </a:spcAft>
              <a:defRPr sz="2000">
                <a:solidFill>
                  <a:srgbClr val="232F3E"/>
                </a:solidFill>
                <a:latin typeface="+mn-lt"/>
              </a:defRPr>
            </a:lvl3pPr>
            <a:lvl4pPr marL="914400" indent="-228600">
              <a:lnSpc>
                <a:spcPct val="100000"/>
              </a:lnSpc>
              <a:spcAft>
                <a:spcPts val="1200"/>
              </a:spcAft>
              <a:defRPr sz="1800">
                <a:solidFill>
                  <a:srgbClr val="232F3E"/>
                </a:solidFill>
                <a:latin typeface="+mn-lt"/>
              </a:defRPr>
            </a:lvl4pPr>
            <a:lvl5pPr marL="1144588" indent="-228600">
              <a:lnSpc>
                <a:spcPct val="100000"/>
              </a:lnSpc>
              <a:spcAft>
                <a:spcPts val="1200"/>
              </a:spcAft>
              <a:defRPr sz="1800">
                <a:solidFill>
                  <a:srgbClr val="232F3E"/>
                </a:solidFill>
                <a:latin typeface="+mn-lt"/>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Tree>
    <p:custDataLst>
      <p:tags r:id="rId1"/>
    </p:custDataLst>
    <p:extLst>
      <p:ext uri="{BB962C8B-B14F-4D97-AF65-F5344CB8AC3E}">
        <p14:creationId xmlns:p14="http://schemas.microsoft.com/office/powerpoint/2010/main" val="319105816"/>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Service intro">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F8BD5B93-38A6-4C4A-A3EB-A591F4EDD6E5}"/>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3"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a:t>Title, 2/3 Column, and picture</a:t>
            </a:r>
          </a:p>
        </p:txBody>
      </p:sp>
      <p:pic>
        <p:nvPicPr>
          <p:cNvPr id="99" name="Divider">
            <a:extLst>
              <a:ext uri="{FF2B5EF4-FFF2-40B4-BE49-F238E27FC236}">
                <a16:creationId xmlns:a16="http://schemas.microsoft.com/office/drawing/2014/main" id="{ECDF26F2-E972-40FE-806F-12B056EA9DCC}"/>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2" name="Content">
            <a:extLst>
              <a:ext uri="{FF2B5EF4-FFF2-40B4-BE49-F238E27FC236}">
                <a16:creationId xmlns:a16="http://schemas.microsoft.com/office/drawing/2014/main" id="{5ACBD598-6775-4223-B2AB-B169A112E3FF}"/>
              </a:ext>
            </a:extLst>
          </p:cNvPr>
          <p:cNvSpPr>
            <a:spLocks noGrp="1"/>
          </p:cNvSpPr>
          <p:nvPr>
            <p:ph idx="2" hasCustomPrompt="1"/>
          </p:nvPr>
        </p:nvSpPr>
        <p:spPr>
          <a:xfrm>
            <a:off x="365760" y="1097280"/>
            <a:ext cx="7644384" cy="5330952"/>
          </a:xfrm>
        </p:spPr>
        <p:txBody>
          <a:bodyPr>
            <a:noAutofit/>
          </a:bodyPr>
          <a:lstStyle>
            <a:lvl1pPr>
              <a:lnSpc>
                <a:spcPct val="100000"/>
              </a:lnSpc>
              <a:spcBef>
                <a:spcPts val="0"/>
              </a:spcBef>
              <a:spcAft>
                <a:spcPts val="1200"/>
              </a:spcAft>
              <a:defRPr>
                <a:solidFill>
                  <a:srgbClr val="232F3E"/>
                </a:solidFill>
              </a:defRPr>
            </a:lvl1pPr>
            <a:lvl2pPr marL="457200" indent="-228600">
              <a:lnSpc>
                <a:spcPct val="100000"/>
              </a:lnSpc>
              <a:spcBef>
                <a:spcPts val="0"/>
              </a:spcBef>
              <a:spcAft>
                <a:spcPts val="1200"/>
              </a:spcAft>
              <a:defRPr>
                <a:solidFill>
                  <a:srgbClr val="232F3E"/>
                </a:solidFill>
              </a:defRPr>
            </a:lvl2pPr>
            <a:lvl3pPr marL="682625" indent="-228600">
              <a:lnSpc>
                <a:spcPct val="100000"/>
              </a:lnSpc>
              <a:spcBef>
                <a:spcPts val="0"/>
              </a:spcBef>
              <a:spcAft>
                <a:spcPts val="1200"/>
              </a:spcAft>
              <a:defRPr>
                <a:solidFill>
                  <a:srgbClr val="232F3E"/>
                </a:solidFill>
              </a:defRPr>
            </a:lvl3pPr>
            <a:lvl4pPr marL="914400" indent="-228600">
              <a:lnSpc>
                <a:spcPct val="100000"/>
              </a:lnSpc>
              <a:spcBef>
                <a:spcPts val="0"/>
              </a:spcBef>
              <a:spcAft>
                <a:spcPts val="1200"/>
              </a:spcAft>
              <a:defRPr>
                <a:solidFill>
                  <a:srgbClr val="232F3E"/>
                </a:solidFill>
              </a:defRPr>
            </a:lvl4pPr>
            <a:lvl5pPr marL="1146175" indent="-228600">
              <a:lnSpc>
                <a:spcPct val="100000"/>
              </a:lnSpc>
              <a:spcBef>
                <a:spcPts val="0"/>
              </a:spcBef>
              <a:spcAft>
                <a:spcPts val="1200"/>
              </a:spcAft>
              <a:defRPr>
                <a:solidFill>
                  <a:srgbClr val="232F3E"/>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
        <p:nvSpPr>
          <p:cNvPr id="22" name="Picture">
            <a:extLst>
              <a:ext uri="{FF2B5EF4-FFF2-40B4-BE49-F238E27FC236}">
                <a16:creationId xmlns:a16="http://schemas.microsoft.com/office/drawing/2014/main" id="{A644AF2C-FFDC-4661-BF6B-D208E5E816FA}"/>
              </a:ext>
              <a:ext uri="{C183D7F6-B498-43B3-948B-1728B52AA6E4}">
                <adec:decorative xmlns:adec="http://schemas.microsoft.com/office/drawing/2017/decorative" val="1"/>
              </a:ext>
            </a:extLst>
          </p:cNvPr>
          <p:cNvSpPr>
            <a:spLocks noGrp="1" noChangeAspect="1"/>
          </p:cNvSpPr>
          <p:nvPr>
            <p:ph type="pic" idx="22" hasCustomPrompt="1"/>
          </p:nvPr>
        </p:nvSpPr>
        <p:spPr>
          <a:xfrm>
            <a:off x="8951074" y="2423160"/>
            <a:ext cx="2011680" cy="2011680"/>
          </a:xfrm>
        </p:spPr>
        <p:txBody>
          <a:bodyPr anchor="t">
            <a:noAutofit/>
          </a:bodyPr>
          <a:lstStyle>
            <a:lvl1pPr marL="0" indent="0" algn="ctr">
              <a:buNone/>
              <a:defRPr sz="2000">
                <a:solidFill>
                  <a:srgbClr val="232F3E"/>
                </a:solidFill>
              </a:defRPr>
            </a:lvl1pPr>
          </a:lstStyle>
          <a:p>
            <a:r>
              <a:rPr lang="en-US" dirty="0"/>
              <a:t>Click icon to add image</a:t>
            </a:r>
          </a:p>
        </p:txBody>
      </p:sp>
    </p:spTree>
    <p:custDataLst>
      <p:tags r:id="rId1"/>
    </p:custDataLst>
    <p:extLst>
      <p:ext uri="{BB962C8B-B14F-4D97-AF65-F5344CB8AC3E}">
        <p14:creationId xmlns:p14="http://schemas.microsoft.com/office/powerpoint/2010/main" val="2382747704"/>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AcademyQuestion">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02D04820-1551-4DB8-9246-39CB85899696}"/>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3" name="Title">
            <a:extLst>
              <a:ext uri="{FF2B5EF4-FFF2-40B4-BE49-F238E27FC236}">
                <a16:creationId xmlns:a16="http://schemas.microsoft.com/office/drawing/2014/main" id="{5F8A0ED5-8D88-437F-965F-590C0BD195F1}"/>
              </a:ext>
            </a:extLst>
          </p:cNvPr>
          <p:cNvSpPr>
            <a:spLocks noGrp="1"/>
          </p:cNvSpPr>
          <p:nvPr>
            <p:ph type="title" idx="1" hasCustomPrompt="1"/>
          </p:nvPr>
        </p:nvSpPr>
        <p:spPr>
          <a:xfrm>
            <a:off x="0" y="185995"/>
            <a:ext cx="12192000" cy="535531"/>
          </a:xfrm>
        </p:spPr>
        <p:txBody>
          <a:bodyPr wrap="square" lIns="182880" rIns="182880">
            <a:spAutoFit/>
          </a:bodyPr>
          <a:lstStyle>
            <a:lvl1pPr>
              <a:lnSpc>
                <a:spcPct val="90000"/>
              </a:lnSpc>
              <a:spcAft>
                <a:spcPts val="0"/>
              </a:spcAft>
              <a:defRPr sz="3200">
                <a:solidFill>
                  <a:srgbClr val="232F3E"/>
                </a:solidFill>
                <a:latin typeface="Amazon Ember Display Heavy"/>
              </a:defRPr>
            </a:lvl1pPr>
          </a:lstStyle>
          <a:p>
            <a:r>
              <a:rPr lang="en-US"/>
              <a:t>Title and text column</a:t>
            </a:r>
          </a:p>
        </p:txBody>
      </p:sp>
      <p:sp>
        <p:nvSpPr>
          <p:cNvPr id="7" name="Text Placeholder 6">
            <a:extLst>
              <a:ext uri="{FF2B5EF4-FFF2-40B4-BE49-F238E27FC236}">
                <a16:creationId xmlns:a16="http://schemas.microsoft.com/office/drawing/2014/main" id="{4F12F17D-55AD-4982-8FE2-C0E80D143499}"/>
              </a:ext>
            </a:extLst>
          </p:cNvPr>
          <p:cNvSpPr>
            <a:spLocks noGrp="1"/>
          </p:cNvSpPr>
          <p:nvPr>
            <p:ph type="body" sz="quarter" idx="98" hasCustomPrompt="1"/>
          </p:nvPr>
        </p:nvSpPr>
        <p:spPr>
          <a:xfrm>
            <a:off x="0" y="721526"/>
            <a:ext cx="12192000" cy="1463040"/>
          </a:xfrm>
          <a:solidFill>
            <a:schemeClr val="accent1"/>
          </a:solidFill>
        </p:spPr>
        <p:txBody>
          <a:bodyPr lIns="182880" tIns="91440" rIns="182880" bIns="91440">
            <a:noAutofit/>
          </a:bodyPr>
          <a:lstStyle>
            <a:lvl1pPr marL="0" indent="0">
              <a:lnSpc>
                <a:spcPct val="100000"/>
              </a:lnSpc>
              <a:spcAft>
                <a:spcPts val="600"/>
              </a:spcAft>
              <a:buNone/>
              <a:defRPr sz="1600">
                <a:solidFill>
                  <a:schemeClr val="bg1"/>
                </a:solidFill>
              </a:defRPr>
            </a:lvl1pPr>
            <a:lvl2pPr marL="457200" indent="0">
              <a:buNone/>
              <a:defRPr sz="1600">
                <a:solidFill>
                  <a:schemeClr val="bg1"/>
                </a:solidFill>
              </a:defRPr>
            </a:lvl2pPr>
            <a:lvl3pPr marL="914400" indent="0">
              <a:buNone/>
              <a:defRPr sz="1600">
                <a:solidFill>
                  <a:schemeClr val="bg1"/>
                </a:solidFill>
              </a:defRPr>
            </a:lvl3pPr>
            <a:lvl4pPr marL="1371600" indent="0">
              <a:buNone/>
              <a:defRPr sz="1600">
                <a:solidFill>
                  <a:schemeClr val="bg1"/>
                </a:solidFill>
              </a:defRPr>
            </a:lvl4pPr>
            <a:lvl5pPr marL="1828800" indent="0">
              <a:buNone/>
              <a:defRPr sz="1600">
                <a:solidFill>
                  <a:schemeClr val="bg1"/>
                </a:solidFill>
              </a:defRPr>
            </a:lvl5pPr>
          </a:lstStyle>
          <a:p>
            <a:pPr lvl="0"/>
            <a:r>
              <a:rPr lang="en-US"/>
              <a:t>Enter question text here</a:t>
            </a:r>
          </a:p>
        </p:txBody>
      </p:sp>
    </p:spTree>
    <p:custDataLst>
      <p:tags r:id="rId1"/>
    </p:custDataLst>
    <p:extLst>
      <p:ext uri="{BB962C8B-B14F-4D97-AF65-F5344CB8AC3E}">
        <p14:creationId xmlns:p14="http://schemas.microsoft.com/office/powerpoint/2010/main" val="856589782"/>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obj">
  <p:cSld name="One Column">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194B4B0-788D-CC4A-BD6F-E27A18377A01}"/>
              </a:ext>
              <a:ext uri="{C183D7F6-B498-43B3-948B-1728B52AA6E4}">
                <adec:decorative xmlns:adec="http://schemas.microsoft.com/office/drawing/2017/decorative" val="1"/>
              </a:ext>
            </a:extLst>
          </p:cNvPr>
          <p:cNvPicPr>
            <a:picLocks/>
          </p:cNvPicPr>
          <p:nvPr userDrawn="1"/>
        </p:nvPicPr>
        <p:blipFill>
          <a:blip r:embed="rId3"/>
          <a:stretch>
            <a:fillRect/>
          </a:stretch>
        </p:blipFill>
        <p:spPr>
          <a:xfrm>
            <a:off x="2469" y="5"/>
            <a:ext cx="12188952" cy="1143000"/>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p>
        </p:txBody>
      </p:sp>
      <p:pic>
        <p:nvPicPr>
          <p:cNvPr id="7" name="Picture 6">
            <a:extLst>
              <a:ext uri="{FF2B5EF4-FFF2-40B4-BE49-F238E27FC236}">
                <a16:creationId xmlns:a16="http://schemas.microsoft.com/office/drawing/2014/main" id="{18DE245B-4FD3-2740-8BED-8269A8D5C217}"/>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9909198" y="365125"/>
            <a:ext cx="1772656" cy="449073"/>
          </a:xfrm>
          <a:prstGeom prst="rect">
            <a:avLst/>
          </a:prstGeom>
        </p:spPr>
      </p:pic>
      <p:sp>
        <p:nvSpPr>
          <p:cNvPr id="3" name="Content Placeholder 2">
            <a:extLst>
              <a:ext uri="{FF2B5EF4-FFF2-40B4-BE49-F238E27FC236}">
                <a16:creationId xmlns:a16="http://schemas.microsoft.com/office/drawing/2014/main" id="{4FBB0127-ED7F-7C41-B530-EB0C6E8B5AE1}"/>
              </a:ext>
            </a:extLst>
          </p:cNvPr>
          <p:cNvSpPr>
            <a:spLocks noGrp="1"/>
          </p:cNvSpPr>
          <p:nvPr>
            <p:ph idx="1"/>
          </p:nvPr>
        </p:nvSpPr>
        <p:spPr>
          <a:xfrm>
            <a:off x="419100" y="1528175"/>
            <a:ext cx="11353800" cy="4648788"/>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Footer Placeholder 4">
            <a:extLst>
              <a:ext uri="{FF2B5EF4-FFF2-40B4-BE49-F238E27FC236}">
                <a16:creationId xmlns:a16="http://schemas.microsoft.com/office/drawing/2014/main" id="{DBF8715D-4D79-7041-A43B-D5474972C918}"/>
              </a:ext>
              <a:ext uri="{C183D7F6-B498-43B3-948B-1728B52AA6E4}">
                <adec:decorative xmlns:adec="http://schemas.microsoft.com/office/drawing/2017/decorative" val="1"/>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2021, Amazon Web Services, Inc. or its affiliates. All rights reserved.</a:t>
            </a:r>
          </a:p>
        </p:txBody>
      </p:sp>
      <p:sp>
        <p:nvSpPr>
          <p:cNvPr id="8" name="Slide Number Placeholder 5">
            <a:extLst>
              <a:ext uri="{FF2B5EF4-FFF2-40B4-BE49-F238E27FC236}">
                <a16:creationId xmlns:a16="http://schemas.microsoft.com/office/drawing/2014/main" id="{0BDEF14E-4027-D643-9DE2-F177FE226270}"/>
              </a:ext>
              <a:ext uri="{C183D7F6-B498-43B3-948B-1728B52AA6E4}">
                <adec:decorative xmlns:adec="http://schemas.microsoft.com/office/drawing/2017/decorative" val="1"/>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Tree>
    <p:custDataLst>
      <p:tags r:id="rId1"/>
    </p:custDataLst>
    <p:extLst>
      <p:ext uri="{BB962C8B-B14F-4D97-AF65-F5344CB8AC3E}">
        <p14:creationId xmlns:p14="http://schemas.microsoft.com/office/powerpoint/2010/main" val="1395282153"/>
      </p:ext>
    </p:extLst>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63"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image" Target="../media/image3.png"/><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image" Target="../media/image1.png"/><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image" Target="../media/image4.svg"/><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64">
            <a:lum/>
          </a:blip>
          <a:srcRect/>
          <a:stretch>
            <a:fillRect/>
          </a:stretch>
        </a:blipFill>
        <a:effectLst/>
      </p:bgPr>
    </p:bg>
    <p:spTree>
      <p:nvGrpSpPr>
        <p:cNvPr id="1" name=""/>
        <p:cNvGrpSpPr/>
        <p:nvPr/>
      </p:nvGrpSpPr>
      <p:grpSpPr>
        <a:xfrm>
          <a:off x="0" y="0"/>
          <a:ext cx="0" cy="0"/>
          <a:chOff x="0" y="0"/>
          <a:chExt cx="0" cy="0"/>
        </a:xfrm>
      </p:grpSpPr>
      <p:pic>
        <p:nvPicPr>
          <p:cNvPr id="8" name="Copyright1">
            <a:extLst>
              <a:ext uri="{FF2B5EF4-FFF2-40B4-BE49-F238E27FC236}">
                <a16:creationId xmlns:a16="http://schemas.microsoft.com/office/drawing/2014/main" id="{D038FD4D-196A-4BC2-83EC-B6DFCDAAA4E6}"/>
              </a:ext>
              <a:ext uri="{C183D7F6-B498-43B3-948B-1728B52AA6E4}">
                <adec:decorative xmlns:adec="http://schemas.microsoft.com/office/drawing/2017/decorative" val="1"/>
              </a:ext>
            </a:extLst>
          </p:cNvPr>
          <p:cNvPicPr>
            <a:picLocks/>
          </p:cNvPicPr>
          <p:nvPr userDrawn="1"/>
        </p:nvPicPr>
        <p:blipFill>
          <a:blip r:embed="rId65">
            <a:extLst>
              <a:ext uri="{28A0092B-C50C-407E-A947-70E740481C1C}">
                <a14:useLocalDpi xmlns:a14="http://schemas.microsoft.com/office/drawing/2010/main" val="0"/>
              </a:ext>
            </a:extLst>
          </a:blip>
          <a:stretch>
            <a:fillRect/>
          </a:stretch>
        </p:blipFill>
        <p:spPr>
          <a:xfrm>
            <a:off x="4305300" y="6540500"/>
            <a:ext cx="3556000" cy="165100"/>
          </a:xfrm>
          <a:prstGeom prst="rect">
            <a:avLst/>
          </a:prstGeom>
        </p:spPr>
      </p:pic>
      <p:sp>
        <p:nvSpPr>
          <p:cNvPr id="89" name="Slide Number">
            <a:extLst>
              <a:ext uri="{FF2B5EF4-FFF2-40B4-BE49-F238E27FC236}">
                <a16:creationId xmlns:a16="http://schemas.microsoft.com/office/drawing/2014/main" id="{A07A00D0-EC0A-44D2-9309-40C08E7F67D5}"/>
              </a:ext>
            </a:extLst>
          </p:cNvPr>
          <p:cNvSpPr>
            <a:spLocks noGrp="1"/>
          </p:cNvSpPr>
          <p:nvPr>
            <p:ph type="sldNum" idx="89"/>
          </p:nvPr>
        </p:nvSpPr>
        <p:spPr>
          <a:xfrm>
            <a:off x="11466576" y="6446520"/>
            <a:ext cx="484632" cy="228600"/>
          </a:xfrm>
          <a:prstGeom prst="rect">
            <a:avLst/>
          </a:prstGeom>
        </p:spPr>
        <p:txBody>
          <a:bodyPr vert="horz" lIns="0" tIns="0" rIns="0" bIns="0" rtlCol="0" anchor="ctr"/>
          <a:lstStyle>
            <a:lvl1pPr algn="r">
              <a:defRPr sz="1200">
                <a:solidFill>
                  <a:srgbClr val="232F3E"/>
                </a:solidFill>
              </a:defRPr>
            </a:lvl1pPr>
          </a:lstStyle>
          <a:p>
            <a:fld id="{4037B1B0-0345-4E15-985A-6BECCDBE474F}" type="slidenum">
              <a:rPr lang="en-US" smtClean="0"/>
              <a:pPr/>
              <a:t>‹#›</a:t>
            </a:fld>
            <a:endParaRPr lang="en-US" dirty="0"/>
          </a:p>
        </p:txBody>
      </p:sp>
      <p:sp>
        <p:nvSpPr>
          <p:cNvPr id="3" name="Title">
            <a:extLst>
              <a:ext uri="{FF2B5EF4-FFF2-40B4-BE49-F238E27FC236}">
                <a16:creationId xmlns:a16="http://schemas.microsoft.com/office/drawing/2014/main" id="{95BD4D1B-B3EB-4C0C-8CE3-A35C1F88F6BC}"/>
              </a:ext>
            </a:extLst>
          </p:cNvPr>
          <p:cNvSpPr>
            <a:spLocks noGrp="1"/>
          </p:cNvSpPr>
          <p:nvPr>
            <p:ph type="title" idx="1"/>
          </p:nvPr>
        </p:nvSpPr>
        <p:spPr>
          <a:xfrm>
            <a:off x="365760" y="301752"/>
            <a:ext cx="11567160" cy="731520"/>
          </a:xfrm>
          <a:prstGeom prst="rect">
            <a:avLst/>
          </a:prstGeom>
        </p:spPr>
        <p:txBody>
          <a:bodyPr vert="horz" lIns="91440" tIns="45720" rIns="91440" bIns="45720" rtlCol="0" anchor="ctr">
            <a:normAutofit/>
          </a:bodyPr>
          <a:lstStyle/>
          <a:p>
            <a:r>
              <a:rPr lang="en-US"/>
              <a:t>Click to edit Master title style</a:t>
            </a:r>
          </a:p>
        </p:txBody>
      </p:sp>
      <p:sp>
        <p:nvSpPr>
          <p:cNvPr id="2" name="Content">
            <a:extLst>
              <a:ext uri="{FF2B5EF4-FFF2-40B4-BE49-F238E27FC236}">
                <a16:creationId xmlns:a16="http://schemas.microsoft.com/office/drawing/2014/main" id="{3AF961A5-759C-41EF-B858-64D5160112BA}"/>
              </a:ext>
            </a:extLst>
          </p:cNvPr>
          <p:cNvSpPr>
            <a:spLocks noGrp="1"/>
          </p:cNvSpPr>
          <p:nvPr>
            <p:ph type="body" idx="2"/>
          </p:nvPr>
        </p:nvSpPr>
        <p:spPr>
          <a:xfrm>
            <a:off x="365760" y="1143000"/>
            <a:ext cx="11567160" cy="5294376"/>
          </a:xfrm>
          <a:prstGeom prst="rect">
            <a:avLst/>
          </a:prstGeom>
        </p:spPr>
        <p:txBody>
          <a:bodyPr vert="horz" lIns="91440" tIns="45720" rIns="91440" bIns="45720" rtlCol="0">
            <a:normAutofit/>
          </a:bodyPr>
          <a:lstStyle/>
          <a:p>
            <a:pPr marL="230188" lvl="0" indent="-230188" defTabSz="228600">
              <a:lnSpc>
                <a:spcPct val="100000"/>
              </a:lnSpc>
              <a:spcBef>
                <a:spcPts val="500"/>
              </a:spcBef>
              <a:spcAft>
                <a:spcPts val="600"/>
              </a:spcAft>
              <a:buFont typeface="Amazon Ember Display"/>
            </a:pPr>
            <a:r>
              <a:rPr lang="en-US"/>
              <a:t>Edit Master text styles</a:t>
            </a:r>
          </a:p>
          <a:p>
            <a:pPr marL="457200" lvl="1" indent="-230188" defTabSz="228600">
              <a:lnSpc>
                <a:spcPct val="100000"/>
              </a:lnSpc>
              <a:spcAft>
                <a:spcPts val="600"/>
              </a:spcAft>
              <a:buFont typeface="Amazon Ember Display"/>
            </a:pPr>
            <a:r>
              <a:rPr lang="en-US"/>
              <a:t>Second level</a:t>
            </a:r>
          </a:p>
          <a:p>
            <a:pPr marL="685800" lvl="2" indent="-230188" defTabSz="228600">
              <a:lnSpc>
                <a:spcPct val="100000"/>
              </a:lnSpc>
              <a:spcAft>
                <a:spcPts val="600"/>
              </a:spcAft>
              <a:buFont typeface="Amazon Ember Display"/>
            </a:pPr>
            <a:r>
              <a:rPr lang="en-US"/>
              <a:t>Third level</a:t>
            </a:r>
          </a:p>
          <a:p>
            <a:pPr marL="914400" lvl="3" indent="-230188" defTabSz="228600">
              <a:lnSpc>
                <a:spcPct val="100000"/>
              </a:lnSpc>
              <a:spcAft>
                <a:spcPts val="600"/>
              </a:spcAft>
              <a:buFont typeface="Amazon Ember Display"/>
            </a:pPr>
            <a:r>
              <a:rPr lang="en-US"/>
              <a:t>Fourth level</a:t>
            </a:r>
          </a:p>
          <a:p>
            <a:pPr marL="1143000" lvl="4" indent="-230188" defTabSz="228600">
              <a:lnSpc>
                <a:spcPct val="100000"/>
              </a:lnSpc>
              <a:spcAft>
                <a:spcPts val="600"/>
              </a:spcAft>
              <a:buFont typeface="Amazon Ember Display"/>
            </a:pPr>
            <a:r>
              <a:rPr lang="en-US"/>
              <a:t>Fifth level</a:t>
            </a:r>
          </a:p>
        </p:txBody>
      </p:sp>
      <p:pic>
        <p:nvPicPr>
          <p:cNvPr id="98" name="AWS Logo">
            <a:extLst>
              <a:ext uri="{FF2B5EF4-FFF2-40B4-BE49-F238E27FC236}">
                <a16:creationId xmlns:a16="http://schemas.microsoft.com/office/drawing/2014/main" id="{9E7E1626-AACF-488B-8999-ACEC2A595C0B}"/>
              </a:ext>
              <a:ext uri="{C183D7F6-B498-43B3-948B-1728B52AA6E4}">
                <adec:decorative xmlns:adec="http://schemas.microsoft.com/office/drawing/2017/decorative" val="1"/>
              </a:ext>
            </a:extLst>
          </p:cNvPr>
          <p:cNvPicPr>
            <a:picLocks noChangeAspect="1"/>
          </p:cNvPicPr>
          <p:nvPr/>
        </p:nvPicPr>
        <p:blipFill>
          <a:blip r:embed="rId66">
            <a:extLst>
              <a:ext uri="{96DAC541-7B7A-43D3-8B79-37D633B846F1}">
                <asvg:svgBlip xmlns:asvg="http://schemas.microsoft.com/office/drawing/2016/SVG/main" r:embed="rId67"/>
              </a:ext>
            </a:extLst>
          </a:blip>
          <a:stretch>
            <a:fillRect/>
          </a:stretch>
        </p:blipFill>
        <p:spPr>
          <a:xfrm>
            <a:off x="243599" y="6445721"/>
            <a:ext cx="366979" cy="219456"/>
          </a:xfrm>
          <a:prstGeom prst="rect">
            <a:avLst/>
          </a:prstGeom>
        </p:spPr>
      </p:pic>
    </p:spTree>
    <p:extLst>
      <p:ext uri="{BB962C8B-B14F-4D97-AF65-F5344CB8AC3E}">
        <p14:creationId xmlns:p14="http://schemas.microsoft.com/office/powerpoint/2010/main" val="1510290783"/>
      </p:ext>
    </p:extLst>
  </p:cSld>
  <p:clrMap bg1="lt1" tx1="dk1" bg2="lt2" tx2="dk2" accent1="accent1" accent2="accent2" accent3="accent3" accent4="accent4" accent5="accent5" accent6="accent6" hlink="hlink" folHlink="folHlink"/>
  <p:sldLayoutIdLst>
    <p:sldLayoutId id="2147484260" r:id="rId1"/>
    <p:sldLayoutId id="2147484261" r:id="rId2"/>
    <p:sldLayoutId id="2147484262" r:id="rId3"/>
    <p:sldLayoutId id="2147484263" r:id="rId4"/>
    <p:sldLayoutId id="2147484264" r:id="rId5"/>
    <p:sldLayoutId id="2147484265" r:id="rId6"/>
    <p:sldLayoutId id="2147484319" r:id="rId7"/>
    <p:sldLayoutId id="2147484267" r:id="rId8"/>
    <p:sldLayoutId id="2147484268" r:id="rId9"/>
    <p:sldLayoutId id="2147484269" r:id="rId10"/>
    <p:sldLayoutId id="2147484270" r:id="rId11"/>
    <p:sldLayoutId id="2147484271" r:id="rId12"/>
    <p:sldLayoutId id="2147484272" r:id="rId13"/>
    <p:sldLayoutId id="2147484273" r:id="rId14"/>
    <p:sldLayoutId id="2147484274" r:id="rId15"/>
    <p:sldLayoutId id="2147484275" r:id="rId16"/>
    <p:sldLayoutId id="2147484276" r:id="rId17"/>
    <p:sldLayoutId id="2147484277" r:id="rId18"/>
    <p:sldLayoutId id="2147484278" r:id="rId19"/>
    <p:sldLayoutId id="2147484279" r:id="rId20"/>
    <p:sldLayoutId id="2147484280" r:id="rId21"/>
    <p:sldLayoutId id="2147484281" r:id="rId22"/>
    <p:sldLayoutId id="2147484282" r:id="rId23"/>
    <p:sldLayoutId id="2147484283" r:id="rId24"/>
    <p:sldLayoutId id="2147484284" r:id="rId25"/>
    <p:sldLayoutId id="2147484285" r:id="rId26"/>
    <p:sldLayoutId id="2147484286" r:id="rId27"/>
    <p:sldLayoutId id="2147484287" r:id="rId28"/>
    <p:sldLayoutId id="2147484288" r:id="rId29"/>
    <p:sldLayoutId id="2147484289" r:id="rId30"/>
    <p:sldLayoutId id="2147484290" r:id="rId31"/>
    <p:sldLayoutId id="2147484291" r:id="rId32"/>
    <p:sldLayoutId id="2147484292" r:id="rId33"/>
    <p:sldLayoutId id="2147484293" r:id="rId34"/>
    <p:sldLayoutId id="2147484294" r:id="rId35"/>
    <p:sldLayoutId id="2147484295" r:id="rId36"/>
    <p:sldLayoutId id="2147484296" r:id="rId37"/>
    <p:sldLayoutId id="2147484297" r:id="rId38"/>
    <p:sldLayoutId id="2147484298" r:id="rId39"/>
    <p:sldLayoutId id="2147484299" r:id="rId40"/>
    <p:sldLayoutId id="2147484300" r:id="rId41"/>
    <p:sldLayoutId id="2147484301" r:id="rId42"/>
    <p:sldLayoutId id="2147484302" r:id="rId43"/>
    <p:sldLayoutId id="2147484303" r:id="rId44"/>
    <p:sldLayoutId id="2147484304" r:id="rId45"/>
    <p:sldLayoutId id="2147484305" r:id="rId46"/>
    <p:sldLayoutId id="2147484306" r:id="rId47"/>
    <p:sldLayoutId id="2147484307" r:id="rId48"/>
    <p:sldLayoutId id="2147484308" r:id="rId49"/>
    <p:sldLayoutId id="2147484309" r:id="rId50"/>
    <p:sldLayoutId id="2147484310" r:id="rId51"/>
    <p:sldLayoutId id="2147484311" r:id="rId52"/>
    <p:sldLayoutId id="2147484312" r:id="rId53"/>
    <p:sldLayoutId id="2147484313" r:id="rId54"/>
    <p:sldLayoutId id="2147484314" r:id="rId55"/>
    <p:sldLayoutId id="2147484315" r:id="rId56"/>
    <p:sldLayoutId id="2147484316" r:id="rId57"/>
    <p:sldLayoutId id="2147483809" r:id="rId58"/>
    <p:sldLayoutId id="2147484317" r:id="rId59"/>
    <p:sldLayoutId id="2147484318" r:id="rId60"/>
    <p:sldLayoutId id="2147484320" r:id="rId61"/>
    <p:sldLayoutId id="2147484321" r:id="rId62"/>
  </p:sldLayoutIdLst>
  <p:hf hdr="0" ftr="0" dt="0"/>
  <p:txStyles>
    <p:titleStyle>
      <a:lvl1pPr algn="l" defTabSz="914400" rtl="0" eaLnBrk="1" latinLnBrk="0" hangingPunct="1">
        <a:lnSpc>
          <a:spcPct val="90000"/>
        </a:lnSpc>
        <a:spcBef>
          <a:spcPct val="0"/>
        </a:spcBef>
        <a:buNone/>
        <a:defRPr sz="3600" kern="1200">
          <a:solidFill>
            <a:srgbClr val="232F3E"/>
          </a:solidFill>
          <a:latin typeface="Amazon Ember display"/>
        </a:defRPr>
      </a:lvl1pPr>
    </p:titleStyle>
    <p:bodyStyle>
      <a:lvl1pPr marL="228600" indent="-228600" algn="l" defTabSz="914400" rtl="0" eaLnBrk="1" latinLnBrk="0" hangingPunct="1">
        <a:lnSpc>
          <a:spcPct val="90000"/>
        </a:lnSpc>
        <a:spcBef>
          <a:spcPts val="0"/>
        </a:spcBef>
        <a:spcAft>
          <a:spcPts val="1200"/>
        </a:spcAft>
        <a:buFont typeface="Amazon Ember Display"/>
        <a:buChar char="•"/>
        <a:defRPr lang="en-US" sz="2800" kern="1200" dirty="0">
          <a:solidFill>
            <a:srgbClr val="232F3E"/>
          </a:solidFill>
          <a:latin typeface="Amazon Ember display"/>
        </a:defRPr>
      </a:lvl1pPr>
      <a:lvl2pPr marL="685800" indent="-228600" algn="l" defTabSz="914400" rtl="0" eaLnBrk="1" latinLnBrk="0" hangingPunct="1">
        <a:lnSpc>
          <a:spcPct val="90000"/>
        </a:lnSpc>
        <a:spcBef>
          <a:spcPts val="0"/>
        </a:spcBef>
        <a:spcAft>
          <a:spcPts val="1200"/>
        </a:spcAft>
        <a:buFont typeface="Amazon Ember Display"/>
        <a:buChar char="•"/>
        <a:defRPr lang="en-US" sz="2400" kern="1200" dirty="0">
          <a:solidFill>
            <a:srgbClr val="232F3E"/>
          </a:solidFill>
          <a:latin typeface="Amazon Ember display"/>
        </a:defRPr>
      </a:lvl2pPr>
      <a:lvl3pPr marL="1143000" indent="-228600" algn="l" defTabSz="914400" rtl="0" eaLnBrk="1" latinLnBrk="0" hangingPunct="1">
        <a:lnSpc>
          <a:spcPct val="90000"/>
        </a:lnSpc>
        <a:spcBef>
          <a:spcPts val="0"/>
        </a:spcBef>
        <a:spcAft>
          <a:spcPts val="1200"/>
        </a:spcAft>
        <a:buFont typeface="Amazon Ember Display"/>
        <a:buChar char="•"/>
        <a:defRPr lang="en-US" sz="2000" kern="1200" dirty="0">
          <a:solidFill>
            <a:srgbClr val="232F3E"/>
          </a:solidFill>
          <a:latin typeface="Amazon Ember display"/>
        </a:defRPr>
      </a:lvl3pPr>
      <a:lvl4pPr marL="1600200" indent="-228600" algn="l" defTabSz="914400" rtl="0" eaLnBrk="1" latinLnBrk="0" hangingPunct="1">
        <a:lnSpc>
          <a:spcPct val="90000"/>
        </a:lnSpc>
        <a:spcBef>
          <a:spcPts val="0"/>
        </a:spcBef>
        <a:spcAft>
          <a:spcPts val="1200"/>
        </a:spcAft>
        <a:buFont typeface="Amazon Ember Display"/>
        <a:buChar char="•"/>
        <a:defRPr lang="en-US" sz="1800" kern="1200" dirty="0">
          <a:solidFill>
            <a:srgbClr val="232F3E"/>
          </a:solidFill>
          <a:latin typeface="Amazon Ember display"/>
        </a:defRPr>
      </a:lvl4pPr>
      <a:lvl5pPr marL="2057400" indent="-228600" algn="l" defTabSz="914400" rtl="0" eaLnBrk="1" latinLnBrk="0" hangingPunct="1">
        <a:lnSpc>
          <a:spcPct val="90000"/>
        </a:lnSpc>
        <a:spcBef>
          <a:spcPts val="0"/>
        </a:spcBef>
        <a:spcAft>
          <a:spcPts val="1200"/>
        </a:spcAft>
        <a:buFont typeface="Amazon Ember Display"/>
        <a:buChar char="•"/>
        <a:defRPr lang="en-US" sz="1800" kern="1200" dirty="0">
          <a:solidFill>
            <a:srgbClr val="232F3E"/>
          </a:solidFill>
          <a:latin typeface="Amazon Ember display"/>
        </a:defRPr>
      </a:lvl5pPr>
      <a:lvl6pPr marL="2514600" indent="-228600" algn="l" defTabSz="914400" rtl="0" eaLnBrk="1" latinLnBrk="0" hangingPunct="1">
        <a:lnSpc>
          <a:spcPct val="90000"/>
        </a:lnSpc>
        <a:spcBef>
          <a:spcPts val="500"/>
        </a:spcBef>
        <a:buFont typeface="Amazon Ember Display"/>
        <a:buChar char="•"/>
        <a:defRPr sz="1800" kern="1200">
          <a:solidFill>
            <a:schemeClr val="tx1"/>
          </a:solidFill>
          <a:latin typeface="Amazon Ember display"/>
        </a:defRPr>
      </a:lvl6pPr>
      <a:lvl7pPr marL="2971800" indent="-228600" algn="l" defTabSz="914400" rtl="0" eaLnBrk="1" latinLnBrk="0" hangingPunct="1">
        <a:lnSpc>
          <a:spcPct val="90000"/>
        </a:lnSpc>
        <a:spcBef>
          <a:spcPts val="500"/>
        </a:spcBef>
        <a:buFont typeface="Amazon Ember Display"/>
        <a:buChar char="•"/>
        <a:defRPr sz="1800" kern="1200">
          <a:solidFill>
            <a:schemeClr val="tx1"/>
          </a:solidFill>
          <a:latin typeface="Amazon Ember display"/>
        </a:defRPr>
      </a:lvl7pPr>
      <a:lvl8pPr marL="3429000" indent="-228600" algn="l" defTabSz="914400" rtl="0" eaLnBrk="1" latinLnBrk="0" hangingPunct="1">
        <a:lnSpc>
          <a:spcPct val="90000"/>
        </a:lnSpc>
        <a:spcBef>
          <a:spcPts val="500"/>
        </a:spcBef>
        <a:buFont typeface="Amazon Ember Display"/>
        <a:buChar char="•"/>
        <a:defRPr sz="1800" kern="1200">
          <a:solidFill>
            <a:schemeClr val="tx1"/>
          </a:solidFill>
          <a:latin typeface="Amazon Ember display"/>
        </a:defRPr>
      </a:lvl8pPr>
      <a:lvl9pPr marL="3886200" indent="-228600" algn="l" defTabSz="914400" rtl="0" eaLnBrk="1" latinLnBrk="0" hangingPunct="1">
        <a:lnSpc>
          <a:spcPct val="90000"/>
        </a:lnSpc>
        <a:spcBef>
          <a:spcPts val="500"/>
        </a:spcBef>
        <a:buFont typeface="Amazon Ember Display"/>
        <a:buChar char="•"/>
        <a:defRPr sz="1800" kern="1200">
          <a:solidFill>
            <a:schemeClr val="tx1"/>
          </a:solidFill>
          <a:latin typeface="Amazon Ember display"/>
        </a:defRPr>
      </a:lvl9pPr>
    </p:bodyStyle>
    <p:otherStyle>
      <a:defPPr>
        <a:defRPr lang="en-US"/>
      </a:defPPr>
      <a:lvl1pPr marL="0" algn="l" defTabSz="914400" rtl="0" eaLnBrk="1" latinLnBrk="0" hangingPunct="1">
        <a:defRPr sz="1800" kern="1200">
          <a:solidFill>
            <a:schemeClr val="tx1"/>
          </a:solidFill>
          <a:latin typeface="Amazon Ember display"/>
        </a:defRPr>
      </a:lvl1pPr>
      <a:lvl2pPr marL="457200" algn="l" defTabSz="914400" rtl="0" eaLnBrk="1" latinLnBrk="0" hangingPunct="1">
        <a:defRPr sz="1800" kern="1200">
          <a:solidFill>
            <a:schemeClr val="tx1"/>
          </a:solidFill>
          <a:latin typeface="Amazon Ember display"/>
        </a:defRPr>
      </a:lvl2pPr>
      <a:lvl3pPr marL="914400" algn="l" defTabSz="914400" rtl="0" eaLnBrk="1" latinLnBrk="0" hangingPunct="1">
        <a:defRPr sz="1800" kern="1200">
          <a:solidFill>
            <a:schemeClr val="tx1"/>
          </a:solidFill>
          <a:latin typeface="Amazon Ember display"/>
        </a:defRPr>
      </a:lvl3pPr>
      <a:lvl4pPr marL="1371600" algn="l" defTabSz="914400" rtl="0" eaLnBrk="1" latinLnBrk="0" hangingPunct="1">
        <a:defRPr sz="1800" kern="1200">
          <a:solidFill>
            <a:schemeClr val="tx1"/>
          </a:solidFill>
          <a:latin typeface="Amazon Ember display"/>
        </a:defRPr>
      </a:lvl4pPr>
      <a:lvl5pPr marL="1828800" algn="l" defTabSz="914400" rtl="0" eaLnBrk="1" latinLnBrk="0" hangingPunct="1">
        <a:defRPr sz="1800" kern="1200">
          <a:solidFill>
            <a:schemeClr val="tx1"/>
          </a:solidFill>
          <a:latin typeface="Amazon Ember display"/>
        </a:defRPr>
      </a:lvl5pPr>
      <a:lvl6pPr marL="2286000" algn="l" defTabSz="914400" rtl="0" eaLnBrk="1" latinLnBrk="0" hangingPunct="1">
        <a:defRPr sz="1800" kern="1200">
          <a:solidFill>
            <a:schemeClr val="tx1"/>
          </a:solidFill>
          <a:latin typeface="Amazon Ember display"/>
        </a:defRPr>
      </a:lvl6pPr>
      <a:lvl7pPr marL="2743200" algn="l" defTabSz="914400" rtl="0" eaLnBrk="1" latinLnBrk="0" hangingPunct="1">
        <a:defRPr sz="1800" kern="1200">
          <a:solidFill>
            <a:schemeClr val="tx1"/>
          </a:solidFill>
          <a:latin typeface="Amazon Ember display"/>
        </a:defRPr>
      </a:lvl7pPr>
      <a:lvl8pPr marL="3200400" algn="l" defTabSz="914400" rtl="0" eaLnBrk="1" latinLnBrk="0" hangingPunct="1">
        <a:defRPr sz="1800" kern="1200">
          <a:solidFill>
            <a:schemeClr val="tx1"/>
          </a:solidFill>
          <a:latin typeface="Amazon Ember display"/>
        </a:defRPr>
      </a:lvl8pPr>
      <a:lvl9pPr marL="3657600" algn="l" defTabSz="914400" rtl="0" eaLnBrk="1" latinLnBrk="0" hangingPunct="1">
        <a:defRPr sz="1800" kern="1200">
          <a:solidFill>
            <a:schemeClr val="tx1"/>
          </a:solidFill>
          <a:latin typeface="Amazon Ember display"/>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57.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5.xml"/><Relationship Id="rId1" Type="http://schemas.openxmlformats.org/officeDocument/2006/relationships/tags" Target="../tags/tag58.xml"/><Relationship Id="rId4" Type="http://schemas.openxmlformats.org/officeDocument/2006/relationships/image" Target="../media/image27.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59.xml"/><Relationship Id="rId1" Type="http://schemas.openxmlformats.org/officeDocument/2006/relationships/tags" Target="../tags/tag59.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4.xml"/><Relationship Id="rId1" Type="http://schemas.openxmlformats.org/officeDocument/2006/relationships/tags" Target="../tags/tag60.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5.xml"/><Relationship Id="rId1" Type="http://schemas.openxmlformats.org/officeDocument/2006/relationships/tags" Target="../tags/tag61.xml"/><Relationship Id="rId4" Type="http://schemas.openxmlformats.org/officeDocument/2006/relationships/image" Target="../media/image28.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7" Type="http://schemas.openxmlformats.org/officeDocument/2006/relationships/image" Target="../media/image32.jpeg"/><Relationship Id="rId2" Type="http://schemas.openxmlformats.org/officeDocument/2006/relationships/slideLayout" Target="../slideLayouts/slideLayout9.xml"/><Relationship Id="rId1" Type="http://schemas.openxmlformats.org/officeDocument/2006/relationships/tags" Target="../tags/tag62.xml"/><Relationship Id="rId6" Type="http://schemas.openxmlformats.org/officeDocument/2006/relationships/image" Target="../media/image31.jpeg"/><Relationship Id="rId5" Type="http://schemas.openxmlformats.org/officeDocument/2006/relationships/image" Target="../media/image30.jpeg"/><Relationship Id="rId4" Type="http://schemas.openxmlformats.org/officeDocument/2006/relationships/image" Target="../media/image29.jpe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4.xml"/><Relationship Id="rId1" Type="http://schemas.openxmlformats.org/officeDocument/2006/relationships/tags" Target="../tags/tag63.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9.xml"/><Relationship Id="rId1" Type="http://schemas.openxmlformats.org/officeDocument/2006/relationships/tags" Target="../tags/tag64.xml"/><Relationship Id="rId4" Type="http://schemas.openxmlformats.org/officeDocument/2006/relationships/image" Target="../media/image33.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9.xml"/><Relationship Id="rId1" Type="http://schemas.openxmlformats.org/officeDocument/2006/relationships/tags" Target="../tags/tag65.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9.xml"/><Relationship Id="rId1" Type="http://schemas.openxmlformats.org/officeDocument/2006/relationships/tags" Target="../tags/tag66.xml"/><Relationship Id="rId4" Type="http://schemas.openxmlformats.org/officeDocument/2006/relationships/image" Target="../media/image34.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9.xml"/><Relationship Id="rId1" Type="http://schemas.openxmlformats.org/officeDocument/2006/relationships/tags" Target="../tags/tag67.xml"/><Relationship Id="rId4" Type="http://schemas.openxmlformats.org/officeDocument/2006/relationships/image" Target="../media/image35.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9.xml"/><Relationship Id="rId1" Type="http://schemas.openxmlformats.org/officeDocument/2006/relationships/tags" Target="../tags/tag68.xml"/><Relationship Id="rId4" Type="http://schemas.openxmlformats.org/officeDocument/2006/relationships/image" Target="../media/image36.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9.xml"/><Relationship Id="rId1" Type="http://schemas.openxmlformats.org/officeDocument/2006/relationships/tags" Target="../tags/tag69.xml"/><Relationship Id="rId5" Type="http://schemas.openxmlformats.org/officeDocument/2006/relationships/image" Target="../media/image38.png"/><Relationship Id="rId4" Type="http://schemas.openxmlformats.org/officeDocument/2006/relationships/image" Target="../media/image37.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6.xml"/><Relationship Id="rId1" Type="http://schemas.openxmlformats.org/officeDocument/2006/relationships/tags" Target="../tags/tag70.xml"/><Relationship Id="rId4" Type="http://schemas.openxmlformats.org/officeDocument/2006/relationships/image" Target="../media/image39.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9.xml"/><Relationship Id="rId1" Type="http://schemas.openxmlformats.org/officeDocument/2006/relationships/tags" Target="../tags/tag71.xml"/><Relationship Id="rId4" Type="http://schemas.openxmlformats.org/officeDocument/2006/relationships/image" Target="../media/image40.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42.xml"/><Relationship Id="rId1" Type="http://schemas.openxmlformats.org/officeDocument/2006/relationships/tags" Target="../tags/tag72.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9.xml"/><Relationship Id="rId1" Type="http://schemas.openxmlformats.org/officeDocument/2006/relationships/tags" Target="../tags/tag73.xml"/><Relationship Id="rId4" Type="http://schemas.openxmlformats.org/officeDocument/2006/relationships/image" Target="../media/image41.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59.xml"/><Relationship Id="rId1" Type="http://schemas.openxmlformats.org/officeDocument/2006/relationships/tags" Target="../tags/tag74.xml"/><Relationship Id="rId4" Type="http://schemas.openxmlformats.org/officeDocument/2006/relationships/image" Target="../media/image42.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4.xml"/><Relationship Id="rId1" Type="http://schemas.openxmlformats.org/officeDocument/2006/relationships/tags" Target="../tags/tag75.xml"/></Relationships>
</file>

<file path=ppt/slides/_rels/slide20.xml.rels><?xml version="1.0" encoding="UTF-8" standalone="yes"?>
<Relationships xmlns="http://schemas.openxmlformats.org/package/2006/relationships"><Relationship Id="rId8" Type="http://schemas.openxmlformats.org/officeDocument/2006/relationships/image" Target="../media/image47.png"/><Relationship Id="rId13" Type="http://schemas.openxmlformats.org/officeDocument/2006/relationships/image" Target="../media/image52.svg"/><Relationship Id="rId3" Type="http://schemas.openxmlformats.org/officeDocument/2006/relationships/notesSlide" Target="../notesSlides/notesSlide20.xml"/><Relationship Id="rId7" Type="http://schemas.openxmlformats.org/officeDocument/2006/relationships/image" Target="../media/image46.svg"/><Relationship Id="rId12" Type="http://schemas.openxmlformats.org/officeDocument/2006/relationships/image" Target="../media/image51.png"/><Relationship Id="rId2" Type="http://schemas.openxmlformats.org/officeDocument/2006/relationships/slideLayout" Target="../slideLayouts/slideLayout14.xml"/><Relationship Id="rId1" Type="http://schemas.openxmlformats.org/officeDocument/2006/relationships/tags" Target="../tags/tag76.xml"/><Relationship Id="rId6" Type="http://schemas.openxmlformats.org/officeDocument/2006/relationships/image" Target="../media/image45.png"/><Relationship Id="rId11" Type="http://schemas.openxmlformats.org/officeDocument/2006/relationships/image" Target="../media/image50.svg"/><Relationship Id="rId5" Type="http://schemas.openxmlformats.org/officeDocument/2006/relationships/image" Target="../media/image44.svg"/><Relationship Id="rId10" Type="http://schemas.openxmlformats.org/officeDocument/2006/relationships/image" Target="../media/image49.png"/><Relationship Id="rId4" Type="http://schemas.openxmlformats.org/officeDocument/2006/relationships/image" Target="../media/image43.png"/><Relationship Id="rId9" Type="http://schemas.openxmlformats.org/officeDocument/2006/relationships/image" Target="../media/image48.sv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38.xml"/><Relationship Id="rId1" Type="http://schemas.openxmlformats.org/officeDocument/2006/relationships/tags" Target="../tags/tag77.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44.xml"/><Relationship Id="rId1" Type="http://schemas.openxmlformats.org/officeDocument/2006/relationships/tags" Target="../tags/tag78.xml"/><Relationship Id="rId4" Type="http://schemas.openxmlformats.org/officeDocument/2006/relationships/image" Target="../media/image53.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9.xml"/><Relationship Id="rId1" Type="http://schemas.openxmlformats.org/officeDocument/2006/relationships/tags" Target="../tags/tag79.xml"/><Relationship Id="rId4" Type="http://schemas.openxmlformats.org/officeDocument/2006/relationships/image" Target="../media/image54.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9.xml"/><Relationship Id="rId1" Type="http://schemas.openxmlformats.org/officeDocument/2006/relationships/tags" Target="../tags/tag80.xml"/><Relationship Id="rId4" Type="http://schemas.openxmlformats.org/officeDocument/2006/relationships/image" Target="../media/image55.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9.xml"/><Relationship Id="rId1" Type="http://schemas.openxmlformats.org/officeDocument/2006/relationships/tags" Target="../tags/tag81.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9.xml"/><Relationship Id="rId1" Type="http://schemas.openxmlformats.org/officeDocument/2006/relationships/tags" Target="../tags/tag8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8" Type="http://schemas.openxmlformats.org/officeDocument/2006/relationships/image" Target="../media/image60.png"/><Relationship Id="rId3" Type="http://schemas.openxmlformats.org/officeDocument/2006/relationships/notesSlide" Target="../notesSlides/notesSlide28.xml"/><Relationship Id="rId7" Type="http://schemas.openxmlformats.org/officeDocument/2006/relationships/image" Target="../media/image59.svg"/><Relationship Id="rId2" Type="http://schemas.openxmlformats.org/officeDocument/2006/relationships/slideLayout" Target="../slideLayouts/slideLayout28.xml"/><Relationship Id="rId1" Type="http://schemas.openxmlformats.org/officeDocument/2006/relationships/tags" Target="../tags/tag83.xml"/><Relationship Id="rId6" Type="http://schemas.openxmlformats.org/officeDocument/2006/relationships/image" Target="../media/image58.png"/><Relationship Id="rId5" Type="http://schemas.openxmlformats.org/officeDocument/2006/relationships/image" Target="../media/image57.svg"/><Relationship Id="rId4" Type="http://schemas.openxmlformats.org/officeDocument/2006/relationships/image" Target="../media/image56.png"/><Relationship Id="rId9" Type="http://schemas.openxmlformats.org/officeDocument/2006/relationships/image" Target="../media/image61.sv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9.xml"/><Relationship Id="rId1" Type="http://schemas.openxmlformats.org/officeDocument/2006/relationships/tags" Target="../tags/tag84.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59.xml"/><Relationship Id="rId1" Type="http://schemas.openxmlformats.org/officeDocument/2006/relationships/tags" Target="../tags/tag85.xml"/><Relationship Id="rId4" Type="http://schemas.openxmlformats.org/officeDocument/2006/relationships/image" Target="../media/image42.pn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59.xml"/><Relationship Id="rId1" Type="http://schemas.openxmlformats.org/officeDocument/2006/relationships/tags" Target="../tags/tag86.xml"/><Relationship Id="rId5" Type="http://schemas.openxmlformats.org/officeDocument/2006/relationships/image" Target="../media/image63.jpeg"/><Relationship Id="rId4" Type="http://schemas.openxmlformats.org/officeDocument/2006/relationships/image" Target="../media/image62.pn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4.xml"/><Relationship Id="rId1" Type="http://schemas.openxmlformats.org/officeDocument/2006/relationships/tags" Target="../tags/tag87.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9.xml"/><Relationship Id="rId1" Type="http://schemas.openxmlformats.org/officeDocument/2006/relationships/tags" Target="../tags/tag88.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9.xml"/><Relationship Id="rId1" Type="http://schemas.openxmlformats.org/officeDocument/2006/relationships/tags" Target="../tags/tag89.xml"/><Relationship Id="rId4" Type="http://schemas.openxmlformats.org/officeDocument/2006/relationships/image" Target="../media/image64.tiff"/></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9.xml"/><Relationship Id="rId1" Type="http://schemas.openxmlformats.org/officeDocument/2006/relationships/tags" Target="../tags/tag90.xml"/><Relationship Id="rId5" Type="http://schemas.openxmlformats.org/officeDocument/2006/relationships/hyperlink" Target="https://aws.amazon.com/sagemaker/canvas/" TargetMode="External"/><Relationship Id="rId4" Type="http://schemas.openxmlformats.org/officeDocument/2006/relationships/hyperlink" Target="https://docs.aws.amazon.com/sagemaker/latest/dg/canvas.html" TargetMode="Externa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8.xml"/><Relationship Id="rId1" Type="http://schemas.openxmlformats.org/officeDocument/2006/relationships/tags" Target="../tags/tag91.xml"/><Relationship Id="rId4" Type="http://schemas.openxmlformats.org/officeDocument/2006/relationships/hyperlink" Target="https://support.aws.amazon.com/#/contacts/aws-academy" TargetMode="Externa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43.xml"/><Relationship Id="rId1" Type="http://schemas.openxmlformats.org/officeDocument/2006/relationships/tags" Target="../tags/tag92.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7" Type="http://schemas.openxmlformats.org/officeDocument/2006/relationships/image" Target="../media/image68.jpeg"/><Relationship Id="rId2" Type="http://schemas.openxmlformats.org/officeDocument/2006/relationships/slideLayout" Target="../slideLayouts/slideLayout15.xml"/><Relationship Id="rId1" Type="http://schemas.openxmlformats.org/officeDocument/2006/relationships/tags" Target="../tags/tag93.xml"/><Relationship Id="rId6" Type="http://schemas.openxmlformats.org/officeDocument/2006/relationships/image" Target="../media/image67.jpeg"/><Relationship Id="rId5" Type="http://schemas.openxmlformats.org/officeDocument/2006/relationships/image" Target="../media/image66.jpeg"/><Relationship Id="rId4" Type="http://schemas.openxmlformats.org/officeDocument/2006/relationships/image" Target="../media/image65.jpeg"/></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9.xml"/><Relationship Id="rId1" Type="http://schemas.openxmlformats.org/officeDocument/2006/relationships/tags" Target="../tags/tag94.xml"/><Relationship Id="rId4" Type="http://schemas.openxmlformats.org/officeDocument/2006/relationships/image" Target="../media/image69.png"/></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9.xml"/><Relationship Id="rId1" Type="http://schemas.openxmlformats.org/officeDocument/2006/relationships/tags" Target="../tags/tag95.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9.xml"/><Relationship Id="rId1" Type="http://schemas.openxmlformats.org/officeDocument/2006/relationships/tags" Target="../tags/tag96.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9.xml"/><Relationship Id="rId1" Type="http://schemas.openxmlformats.org/officeDocument/2006/relationships/tags" Target="../tags/tag97.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9.xml"/><Relationship Id="rId1" Type="http://schemas.openxmlformats.org/officeDocument/2006/relationships/tags" Target="../tags/tag98.xml"/></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9.xml"/><Relationship Id="rId1" Type="http://schemas.openxmlformats.org/officeDocument/2006/relationships/tags" Target="../tags/tag99.xml"/></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9.xml"/><Relationship Id="rId1" Type="http://schemas.openxmlformats.org/officeDocument/2006/relationships/tags" Target="../tags/tag100.xml"/></Relationships>
</file>

<file path=ppt/slides/_rels/slide46.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notesSlide" Target="../notesSlides/notesSlide46.xml"/><Relationship Id="rId7" Type="http://schemas.openxmlformats.org/officeDocument/2006/relationships/diagramColors" Target="../diagrams/colors1.xml"/><Relationship Id="rId2" Type="http://schemas.openxmlformats.org/officeDocument/2006/relationships/slideLayout" Target="../slideLayouts/slideLayout9.xml"/><Relationship Id="rId1" Type="http://schemas.openxmlformats.org/officeDocument/2006/relationships/tags" Target="../tags/tag101.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9.xml"/><Relationship Id="rId1" Type="http://schemas.openxmlformats.org/officeDocument/2006/relationships/tags" Target="../tags/tag102.xm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9.xml"/><Relationship Id="rId1" Type="http://schemas.openxmlformats.org/officeDocument/2006/relationships/tags" Target="../tags/tag103.xml"/></Relationships>
</file>

<file path=ppt/slides/_rels/slide49.xml.rels><?xml version="1.0" encoding="UTF-8" standalone="yes"?>
<Relationships xmlns="http://schemas.openxmlformats.org/package/2006/relationships"><Relationship Id="rId8" Type="http://schemas.openxmlformats.org/officeDocument/2006/relationships/image" Target="../media/image74.png"/><Relationship Id="rId13" Type="http://schemas.openxmlformats.org/officeDocument/2006/relationships/image" Target="../media/image79.svg"/><Relationship Id="rId18" Type="http://schemas.openxmlformats.org/officeDocument/2006/relationships/image" Target="../media/image84.png"/><Relationship Id="rId3" Type="http://schemas.openxmlformats.org/officeDocument/2006/relationships/notesSlide" Target="../notesSlides/notesSlide49.xml"/><Relationship Id="rId7" Type="http://schemas.openxmlformats.org/officeDocument/2006/relationships/image" Target="../media/image73.svg"/><Relationship Id="rId12" Type="http://schemas.openxmlformats.org/officeDocument/2006/relationships/image" Target="../media/image78.png"/><Relationship Id="rId17" Type="http://schemas.openxmlformats.org/officeDocument/2006/relationships/image" Target="../media/image83.svg"/><Relationship Id="rId2" Type="http://schemas.openxmlformats.org/officeDocument/2006/relationships/slideLayout" Target="../slideLayouts/slideLayout9.xml"/><Relationship Id="rId16" Type="http://schemas.openxmlformats.org/officeDocument/2006/relationships/image" Target="../media/image82.png"/><Relationship Id="rId1" Type="http://schemas.openxmlformats.org/officeDocument/2006/relationships/tags" Target="../tags/tag104.xml"/><Relationship Id="rId6" Type="http://schemas.openxmlformats.org/officeDocument/2006/relationships/image" Target="../media/image72.png"/><Relationship Id="rId11" Type="http://schemas.openxmlformats.org/officeDocument/2006/relationships/image" Target="../media/image77.svg"/><Relationship Id="rId5" Type="http://schemas.openxmlformats.org/officeDocument/2006/relationships/image" Target="../media/image71.svg"/><Relationship Id="rId15" Type="http://schemas.openxmlformats.org/officeDocument/2006/relationships/image" Target="../media/image81.svg"/><Relationship Id="rId10" Type="http://schemas.openxmlformats.org/officeDocument/2006/relationships/image" Target="../media/image76.png"/><Relationship Id="rId19" Type="http://schemas.openxmlformats.org/officeDocument/2006/relationships/image" Target="../media/image85.svg"/><Relationship Id="rId4" Type="http://schemas.openxmlformats.org/officeDocument/2006/relationships/image" Target="../media/image70.png"/><Relationship Id="rId9" Type="http://schemas.openxmlformats.org/officeDocument/2006/relationships/image" Target="../media/image75.svg"/><Relationship Id="rId14" Type="http://schemas.openxmlformats.org/officeDocument/2006/relationships/image" Target="../media/image80.png"/></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9.xml"/><Relationship Id="rId1" Type="http://schemas.openxmlformats.org/officeDocument/2006/relationships/tags" Target="../tags/tag105.xml"/><Relationship Id="rId4" Type="http://schemas.openxmlformats.org/officeDocument/2006/relationships/image" Target="../media/image86.png"/></Relationships>
</file>

<file path=ppt/slides/_rels/slide51.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notesSlide" Target="../notesSlides/notesSlide51.xml"/><Relationship Id="rId7" Type="http://schemas.openxmlformats.org/officeDocument/2006/relationships/diagramColors" Target="../diagrams/colors2.xml"/><Relationship Id="rId2" Type="http://schemas.openxmlformats.org/officeDocument/2006/relationships/slideLayout" Target="../slideLayouts/slideLayout9.xml"/><Relationship Id="rId1" Type="http://schemas.openxmlformats.org/officeDocument/2006/relationships/tags" Target="../tags/tag106.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9.xml"/><Relationship Id="rId1" Type="http://schemas.openxmlformats.org/officeDocument/2006/relationships/tags" Target="../tags/tag107.xml"/></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9.xml"/><Relationship Id="rId1" Type="http://schemas.openxmlformats.org/officeDocument/2006/relationships/tags" Target="../tags/tag108.xml"/><Relationship Id="rId4" Type="http://schemas.openxmlformats.org/officeDocument/2006/relationships/image" Target="../media/image87.png"/></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9.xml"/><Relationship Id="rId1" Type="http://schemas.openxmlformats.org/officeDocument/2006/relationships/tags" Target="../tags/tag109.xml"/><Relationship Id="rId4" Type="http://schemas.openxmlformats.org/officeDocument/2006/relationships/chart" Target="../charts/chart1.xml"/></Relationships>
</file>

<file path=ppt/slides/_rels/slide55.xml.rels><?xml version="1.0" encoding="UTF-8" standalone="yes"?>
<Relationships xmlns="http://schemas.openxmlformats.org/package/2006/relationships"><Relationship Id="rId8" Type="http://schemas.openxmlformats.org/officeDocument/2006/relationships/image" Target="../media/image82.png"/><Relationship Id="rId3" Type="http://schemas.openxmlformats.org/officeDocument/2006/relationships/notesSlide" Target="../notesSlides/notesSlide55.xml"/><Relationship Id="rId7" Type="http://schemas.openxmlformats.org/officeDocument/2006/relationships/image" Target="../media/image91.svg"/><Relationship Id="rId2" Type="http://schemas.openxmlformats.org/officeDocument/2006/relationships/slideLayout" Target="../slideLayouts/slideLayout9.xml"/><Relationship Id="rId1" Type="http://schemas.openxmlformats.org/officeDocument/2006/relationships/tags" Target="../tags/tag110.xml"/><Relationship Id="rId6" Type="http://schemas.openxmlformats.org/officeDocument/2006/relationships/image" Target="../media/image90.png"/><Relationship Id="rId5" Type="http://schemas.openxmlformats.org/officeDocument/2006/relationships/image" Target="../media/image89.svg"/><Relationship Id="rId4" Type="http://schemas.openxmlformats.org/officeDocument/2006/relationships/image" Target="../media/image88.png"/><Relationship Id="rId9" Type="http://schemas.openxmlformats.org/officeDocument/2006/relationships/image" Target="../media/image83.svg"/></Relationships>
</file>

<file path=ppt/slides/_rels/slide56.xml.rels><?xml version="1.0" encoding="UTF-8" standalone="yes"?>
<Relationships xmlns="http://schemas.openxmlformats.org/package/2006/relationships"><Relationship Id="rId8" Type="http://schemas.openxmlformats.org/officeDocument/2006/relationships/image" Target="../media/image97.svg"/><Relationship Id="rId13" Type="http://schemas.openxmlformats.org/officeDocument/2006/relationships/image" Target="../media/image100.png"/><Relationship Id="rId18" Type="http://schemas.openxmlformats.org/officeDocument/2006/relationships/image" Target="../media/image105.svg"/><Relationship Id="rId3" Type="http://schemas.openxmlformats.org/officeDocument/2006/relationships/image" Target="../media/image92.png"/><Relationship Id="rId7" Type="http://schemas.openxmlformats.org/officeDocument/2006/relationships/image" Target="../media/image96.png"/><Relationship Id="rId12" Type="http://schemas.openxmlformats.org/officeDocument/2006/relationships/image" Target="../media/image99.svg"/><Relationship Id="rId17" Type="http://schemas.openxmlformats.org/officeDocument/2006/relationships/image" Target="../media/image104.png"/><Relationship Id="rId2" Type="http://schemas.openxmlformats.org/officeDocument/2006/relationships/notesSlide" Target="../notesSlides/notesSlide56.xml"/><Relationship Id="rId16" Type="http://schemas.openxmlformats.org/officeDocument/2006/relationships/image" Target="../media/image103.svg"/><Relationship Id="rId20" Type="http://schemas.openxmlformats.org/officeDocument/2006/relationships/image" Target="../media/image107.svg"/><Relationship Id="rId1" Type="http://schemas.openxmlformats.org/officeDocument/2006/relationships/slideLayout" Target="../slideLayouts/slideLayout44.xml"/><Relationship Id="rId6" Type="http://schemas.openxmlformats.org/officeDocument/2006/relationships/image" Target="../media/image95.svg"/><Relationship Id="rId11" Type="http://schemas.openxmlformats.org/officeDocument/2006/relationships/image" Target="../media/image98.png"/><Relationship Id="rId5" Type="http://schemas.openxmlformats.org/officeDocument/2006/relationships/image" Target="../media/image94.png"/><Relationship Id="rId15" Type="http://schemas.openxmlformats.org/officeDocument/2006/relationships/image" Target="../media/image102.png"/><Relationship Id="rId10" Type="http://schemas.openxmlformats.org/officeDocument/2006/relationships/image" Target="../media/image44.svg"/><Relationship Id="rId19" Type="http://schemas.openxmlformats.org/officeDocument/2006/relationships/image" Target="../media/image106.png"/><Relationship Id="rId4" Type="http://schemas.openxmlformats.org/officeDocument/2006/relationships/image" Target="../media/image93.svg"/><Relationship Id="rId9" Type="http://schemas.openxmlformats.org/officeDocument/2006/relationships/image" Target="../media/image43.png"/><Relationship Id="rId14" Type="http://schemas.openxmlformats.org/officeDocument/2006/relationships/image" Target="../media/image101.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765EEF9-29F2-4F67-81A6-21307EFDF68D}"/>
              </a:ext>
            </a:extLst>
          </p:cNvPr>
          <p:cNvSpPr>
            <a:spLocks noGrp="1"/>
          </p:cNvSpPr>
          <p:nvPr>
            <p:ph type="sldNum" idx="97"/>
          </p:nvPr>
        </p:nvSpPr>
        <p:spPr/>
        <p:txBody>
          <a:bodyPr/>
          <a:lstStyle/>
          <a:p>
            <a:fld id="{4037B1B0-0345-4E15-985A-6BECCDBE474F}" type="slidenum">
              <a:rPr lang="en-US" smtClean="0"/>
              <a:pPr/>
              <a:t>1</a:t>
            </a:fld>
            <a:endParaRPr lang="en-US" dirty="0"/>
          </a:p>
        </p:txBody>
      </p:sp>
      <p:sp>
        <p:nvSpPr>
          <p:cNvPr id="12" name="Title">
            <a:extLst>
              <a:ext uri="{FF2B5EF4-FFF2-40B4-BE49-F238E27FC236}">
                <a16:creationId xmlns:a16="http://schemas.microsoft.com/office/drawing/2014/main" id="{C341766F-F436-46E9-A30C-DB5888AD0AA7}"/>
              </a:ext>
            </a:extLst>
          </p:cNvPr>
          <p:cNvSpPr>
            <a:spLocks noGrp="1"/>
          </p:cNvSpPr>
          <p:nvPr>
            <p:ph type="title" idx="1"/>
          </p:nvPr>
        </p:nvSpPr>
        <p:spPr/>
        <p:txBody>
          <a:bodyPr/>
          <a:lstStyle/>
          <a:p>
            <a:r>
              <a:rPr lang="en-US" dirty="0"/>
              <a:t>Module 4: Introducing Forecasting</a:t>
            </a:r>
          </a:p>
        </p:txBody>
      </p:sp>
      <p:sp>
        <p:nvSpPr>
          <p:cNvPr id="7" name="Text Placeholder 6">
            <a:extLst>
              <a:ext uri="{FF2B5EF4-FFF2-40B4-BE49-F238E27FC236}">
                <a16:creationId xmlns:a16="http://schemas.microsoft.com/office/drawing/2014/main" id="{2CAF2D29-2980-4EDA-AF88-15884666C42C}"/>
              </a:ext>
            </a:extLst>
          </p:cNvPr>
          <p:cNvSpPr>
            <a:spLocks noGrp="1"/>
          </p:cNvSpPr>
          <p:nvPr>
            <p:ph type="body" idx="2"/>
          </p:nvPr>
        </p:nvSpPr>
        <p:spPr/>
        <p:txBody>
          <a:bodyPr/>
          <a:lstStyle/>
          <a:p>
            <a:r>
              <a:rPr lang="en-US" dirty="0"/>
              <a:t>AWS Academy Machine Learning Foundations</a:t>
            </a:r>
          </a:p>
        </p:txBody>
      </p:sp>
    </p:spTree>
    <p:custDataLst>
      <p:tags r:id="rId1"/>
    </p:custDataLst>
    <p:extLst>
      <p:ext uri="{BB962C8B-B14F-4D97-AF65-F5344CB8AC3E}">
        <p14:creationId xmlns:p14="http://schemas.microsoft.com/office/powerpoint/2010/main" val="12936684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F54A59E-034D-4036-9DDE-F026296C9AE2}"/>
              </a:ext>
            </a:extLst>
          </p:cNvPr>
          <p:cNvSpPr>
            <a:spLocks noGrp="1"/>
          </p:cNvSpPr>
          <p:nvPr>
            <p:ph type="sldNum" idx="97"/>
          </p:nvPr>
        </p:nvSpPr>
        <p:spPr/>
        <p:txBody>
          <a:bodyPr/>
          <a:lstStyle/>
          <a:p>
            <a:fld id="{4037B1B0-0345-4E15-985A-6BECCDBE474F}" type="slidenum">
              <a:rPr lang="en-US" smtClean="0"/>
              <a:pPr/>
              <a:t>2</a:t>
            </a:fld>
            <a:endParaRPr lang="en-US" dirty="0"/>
          </a:p>
        </p:txBody>
      </p:sp>
      <p:sp>
        <p:nvSpPr>
          <p:cNvPr id="3" name="Title 2">
            <a:extLst>
              <a:ext uri="{FF2B5EF4-FFF2-40B4-BE49-F238E27FC236}">
                <a16:creationId xmlns:a16="http://schemas.microsoft.com/office/drawing/2014/main" id="{3BE02FE7-A6FA-4689-A30C-628FCBC12A88}"/>
              </a:ext>
            </a:extLst>
          </p:cNvPr>
          <p:cNvSpPr>
            <a:spLocks noGrp="1"/>
          </p:cNvSpPr>
          <p:nvPr>
            <p:ph type="title" idx="1"/>
          </p:nvPr>
        </p:nvSpPr>
        <p:spPr/>
        <p:txBody>
          <a:bodyPr/>
          <a:lstStyle/>
          <a:p>
            <a:r>
              <a:rPr lang="en-US" dirty="0"/>
              <a:t>Module overview</a:t>
            </a:r>
          </a:p>
        </p:txBody>
      </p:sp>
      <p:sp>
        <p:nvSpPr>
          <p:cNvPr id="4" name="Content Placeholder 3">
            <a:extLst>
              <a:ext uri="{FF2B5EF4-FFF2-40B4-BE49-F238E27FC236}">
                <a16:creationId xmlns:a16="http://schemas.microsoft.com/office/drawing/2014/main" id="{FDA9E422-9BB6-4BD1-913E-232C909587C8}"/>
              </a:ext>
            </a:extLst>
          </p:cNvPr>
          <p:cNvSpPr>
            <a:spLocks noGrp="1"/>
          </p:cNvSpPr>
          <p:nvPr>
            <p:ph idx="2"/>
          </p:nvPr>
        </p:nvSpPr>
        <p:spPr/>
        <p:txBody>
          <a:bodyPr/>
          <a:lstStyle/>
          <a:p>
            <a:pPr marL="0" indent="0">
              <a:buNone/>
            </a:pPr>
            <a:r>
              <a:rPr lang="en-US" b="1" dirty="0"/>
              <a:t>Sections</a:t>
            </a:r>
          </a:p>
          <a:p>
            <a:pPr marL="742950" lvl="1" indent="-514350">
              <a:buFont typeface="+mj-lt"/>
              <a:buAutoNum type="arabicPeriod"/>
            </a:pPr>
            <a:r>
              <a:rPr lang="en-US" dirty="0"/>
              <a:t>Forecasting overview</a:t>
            </a:r>
          </a:p>
          <a:p>
            <a:pPr marL="742950" lvl="1" indent="-514350">
              <a:buFont typeface="+mj-lt"/>
              <a:buAutoNum type="arabicPeriod"/>
            </a:pPr>
            <a:r>
              <a:rPr lang="en-US" dirty="0"/>
              <a:t>Processing time series data</a:t>
            </a:r>
          </a:p>
          <a:p>
            <a:pPr marL="742950" lvl="1" indent="-514350">
              <a:buFont typeface="+mj-lt"/>
              <a:buAutoNum type="arabicPeriod"/>
            </a:pPr>
            <a:r>
              <a:rPr lang="en-US" dirty="0"/>
              <a:t>Using Amazon SageMaker Canvas to create a forecast model</a:t>
            </a:r>
          </a:p>
          <a:p>
            <a:pPr marL="742950" lvl="1" indent="-514350">
              <a:buFont typeface="+mj-lt"/>
              <a:buAutoNum type="arabicPeriod"/>
            </a:pPr>
            <a:r>
              <a:rPr lang="en-US" dirty="0"/>
              <a:t>Module wrap-up</a:t>
            </a:r>
          </a:p>
        </p:txBody>
      </p:sp>
      <p:sp>
        <p:nvSpPr>
          <p:cNvPr id="5" name="Content Placeholder 4">
            <a:extLst>
              <a:ext uri="{FF2B5EF4-FFF2-40B4-BE49-F238E27FC236}">
                <a16:creationId xmlns:a16="http://schemas.microsoft.com/office/drawing/2014/main" id="{ACBE61CD-DF8C-499C-A291-F9857B61907C}"/>
              </a:ext>
            </a:extLst>
          </p:cNvPr>
          <p:cNvSpPr>
            <a:spLocks noGrp="1"/>
          </p:cNvSpPr>
          <p:nvPr>
            <p:ph idx="3"/>
          </p:nvPr>
        </p:nvSpPr>
        <p:spPr/>
        <p:txBody>
          <a:bodyPr/>
          <a:lstStyle/>
          <a:p>
            <a:pPr marL="0" indent="0">
              <a:buNone/>
            </a:pPr>
            <a:r>
              <a:rPr lang="en-US" b="1" dirty="0"/>
              <a:t>Simulation</a:t>
            </a:r>
          </a:p>
          <a:p>
            <a:pPr lvl="1"/>
            <a:r>
              <a:rPr lang="en-US" dirty="0"/>
              <a:t>Creating a Forecast Model with Amazon SageMaker Canvas</a:t>
            </a:r>
          </a:p>
          <a:p>
            <a:pPr lvl="1"/>
            <a:endParaRPr lang="en-US" dirty="0"/>
          </a:p>
        </p:txBody>
      </p:sp>
      <p:sp>
        <p:nvSpPr>
          <p:cNvPr id="10" name="TextBox 9">
            <a:extLst>
              <a:ext uri="{FF2B5EF4-FFF2-40B4-BE49-F238E27FC236}">
                <a16:creationId xmlns:a16="http://schemas.microsoft.com/office/drawing/2014/main" id="{D081FD8F-2017-E340-CF44-89589072897D}"/>
              </a:ext>
              <a:ext uri="{C183D7F6-B498-43B3-948B-1728B52AA6E4}">
                <adec:decorative xmlns:adec="http://schemas.microsoft.com/office/drawing/2017/decorative" val="1"/>
              </a:ext>
            </a:extLst>
          </p:cNvPr>
          <p:cNvSpPr txBox="1"/>
          <p:nvPr/>
        </p:nvSpPr>
        <p:spPr>
          <a:xfrm>
            <a:off x="6689285" y="5218453"/>
            <a:ext cx="2300630" cy="400110"/>
          </a:xfrm>
          <a:prstGeom prst="rect">
            <a:avLst/>
          </a:prstGeom>
          <a:noFill/>
        </p:spPr>
        <p:txBody>
          <a:bodyPr wrap="none" rtlCol="0">
            <a:spAutoFit/>
          </a:bodyPr>
          <a:lstStyle/>
          <a:p>
            <a:r>
              <a:rPr lang="en-US" sz="2000" b="1" dirty="0">
                <a:ea typeface="Amazon Ember" panose="020B0603020204020204" pitchFamily="34" charset="0"/>
                <a:cs typeface="Amazon Ember" panose="020B0603020204020204" pitchFamily="34" charset="0"/>
              </a:rPr>
              <a:t>Knowledge check</a:t>
            </a:r>
          </a:p>
        </p:txBody>
      </p:sp>
      <p:pic>
        <p:nvPicPr>
          <p:cNvPr id="11" name="Picture 10">
            <a:extLst>
              <a:ext uri="{FF2B5EF4-FFF2-40B4-BE49-F238E27FC236}">
                <a16:creationId xmlns:a16="http://schemas.microsoft.com/office/drawing/2014/main" id="{83496E98-A496-124A-C844-BE89CB2716B5}"/>
              </a:ext>
              <a:ext uri="{C183D7F6-B498-43B3-948B-1728B52AA6E4}">
                <adec:decorative xmlns:adec="http://schemas.microsoft.com/office/drawing/2017/decorative" val="1"/>
              </a:ext>
            </a:extLst>
          </p:cNvPr>
          <p:cNvPicPr>
            <a:picLocks noChangeAspect="1"/>
          </p:cNvPicPr>
          <p:nvPr/>
        </p:nvPicPr>
        <p:blipFill>
          <a:blip r:embed="rId4" cstate="hqprint">
            <a:duotone>
              <a:schemeClr val="accent1">
                <a:shade val="45000"/>
                <a:satMod val="135000"/>
              </a:schemeClr>
              <a:prstClr val="white"/>
            </a:duotone>
            <a:extLst>
              <a:ext uri="{28A0092B-C50C-407E-A947-70E740481C1C}">
                <a14:useLocalDpi xmlns:a14="http://schemas.microsoft.com/office/drawing/2010/main"/>
              </a:ext>
            </a:extLst>
          </a:blip>
          <a:stretch>
            <a:fillRect/>
          </a:stretch>
        </p:blipFill>
        <p:spPr>
          <a:xfrm>
            <a:off x="6156962" y="5136957"/>
            <a:ext cx="532323" cy="532323"/>
          </a:xfrm>
          <a:prstGeom prst="rect">
            <a:avLst/>
          </a:prstGeom>
        </p:spPr>
      </p:pic>
    </p:spTree>
    <p:custDataLst>
      <p:tags r:id="rId1"/>
    </p:custDataLst>
    <p:extLst>
      <p:ext uri="{BB962C8B-B14F-4D97-AF65-F5344CB8AC3E}">
        <p14:creationId xmlns:p14="http://schemas.microsoft.com/office/powerpoint/2010/main" val="37380407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AFA1575B-E7DC-49AE-B5D0-D53AA2F0C641}"/>
              </a:ext>
            </a:extLst>
          </p:cNvPr>
          <p:cNvSpPr>
            <a:spLocks noGrp="1"/>
          </p:cNvSpPr>
          <p:nvPr>
            <p:ph type="sldNum" idx="97"/>
          </p:nvPr>
        </p:nvSpPr>
        <p:spPr/>
        <p:txBody>
          <a:bodyPr/>
          <a:lstStyle/>
          <a:p>
            <a:fld id="{930176A1-BCF0-4712-97A6-6B495F55390B}" type="slidenum">
              <a:rPr lang="en-US" smtClean="0"/>
              <a:pPr/>
              <a:t>3</a:t>
            </a:fld>
            <a:endParaRPr lang="en-US" dirty="0"/>
          </a:p>
        </p:txBody>
      </p:sp>
      <p:sp>
        <p:nvSpPr>
          <p:cNvPr id="3" name="Title"/>
          <p:cNvSpPr>
            <a:spLocks noGrp="1"/>
          </p:cNvSpPr>
          <p:nvPr>
            <p:ph type="title" idx="1"/>
          </p:nvPr>
        </p:nvSpPr>
        <p:spPr/>
        <p:txBody>
          <a:bodyPr/>
          <a:lstStyle/>
          <a:p>
            <a:r>
              <a:rPr lang="en-US" dirty="0"/>
              <a:t>Module objectives</a:t>
            </a:r>
          </a:p>
        </p:txBody>
      </p:sp>
      <p:sp>
        <p:nvSpPr>
          <p:cNvPr id="9" name="Text Placeholder 8">
            <a:extLst>
              <a:ext uri="{FF2B5EF4-FFF2-40B4-BE49-F238E27FC236}">
                <a16:creationId xmlns:a16="http://schemas.microsoft.com/office/drawing/2014/main" id="{84FD8CD7-012B-416E-A14C-109F47002A88}"/>
              </a:ext>
            </a:extLst>
          </p:cNvPr>
          <p:cNvSpPr>
            <a:spLocks noGrp="1"/>
          </p:cNvSpPr>
          <p:nvPr>
            <p:ph type="body" idx="3"/>
          </p:nvPr>
        </p:nvSpPr>
        <p:spPr/>
        <p:txBody>
          <a:bodyPr/>
          <a:lstStyle/>
          <a:p>
            <a:pPr marL="0" indent="0">
              <a:buNone/>
            </a:pPr>
            <a:r>
              <a:rPr lang="en-US" dirty="0"/>
              <a:t>At the end of this module, you should be able to:</a:t>
            </a:r>
            <a:endParaRPr lang="en-US" dirty="0">
              <a:latin typeface="+mn-lt"/>
            </a:endParaRPr>
          </a:p>
          <a:p>
            <a:pPr lvl="1"/>
            <a:r>
              <a:rPr lang="en-US" dirty="0"/>
              <a:t>Describe the business problems solved by using machine learning forecasting.</a:t>
            </a:r>
          </a:p>
          <a:p>
            <a:pPr lvl="1"/>
            <a:r>
              <a:rPr lang="en-US" dirty="0"/>
              <a:t>Describe the challenges of working with time series data.</a:t>
            </a:r>
          </a:p>
          <a:p>
            <a:pPr lvl="1"/>
            <a:r>
              <a:rPr lang="en-US" dirty="0"/>
              <a:t>List the steps that are required to generate a forecast by using Amazon </a:t>
            </a:r>
            <a:r>
              <a:rPr lang="en-US" dirty="0" err="1"/>
              <a:t>SageMaker</a:t>
            </a:r>
            <a:r>
              <a:rPr lang="en-US" dirty="0"/>
              <a:t> Canvas.</a:t>
            </a:r>
          </a:p>
          <a:p>
            <a:pPr lvl="1"/>
            <a:r>
              <a:rPr lang="en-US" dirty="0"/>
              <a:t>Use Amazon SageMaker Canvas to make an in-app prediction.</a:t>
            </a:r>
            <a:endParaRPr lang="en-US" dirty="0">
              <a:latin typeface="+mn-lt"/>
            </a:endParaRPr>
          </a:p>
        </p:txBody>
      </p:sp>
    </p:spTree>
    <p:custDataLst>
      <p:tags r:id="rId1"/>
    </p:custDataLst>
    <p:extLst>
      <p:ext uri="{BB962C8B-B14F-4D97-AF65-F5344CB8AC3E}">
        <p14:creationId xmlns:p14="http://schemas.microsoft.com/office/powerpoint/2010/main" val="37728325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2577DC0-FC87-4CA4-86FA-B4168515040E}"/>
              </a:ext>
            </a:extLst>
          </p:cNvPr>
          <p:cNvSpPr>
            <a:spLocks noGrp="1"/>
          </p:cNvSpPr>
          <p:nvPr>
            <p:ph type="sldNum" idx="97"/>
          </p:nvPr>
        </p:nvSpPr>
        <p:spPr/>
        <p:txBody>
          <a:bodyPr/>
          <a:lstStyle/>
          <a:p>
            <a:fld id="{4037B1B0-0345-4E15-985A-6BECCDBE474F}" type="slidenum">
              <a:rPr lang="en-US" smtClean="0"/>
              <a:pPr/>
              <a:t>4</a:t>
            </a:fld>
            <a:endParaRPr lang="en-US" dirty="0"/>
          </a:p>
        </p:txBody>
      </p:sp>
      <p:sp>
        <p:nvSpPr>
          <p:cNvPr id="3" name="Title 2">
            <a:extLst>
              <a:ext uri="{FF2B5EF4-FFF2-40B4-BE49-F238E27FC236}">
                <a16:creationId xmlns:a16="http://schemas.microsoft.com/office/drawing/2014/main" id="{C2DC5273-D793-4FB4-A615-4B5FAC4B1E10}"/>
              </a:ext>
            </a:extLst>
          </p:cNvPr>
          <p:cNvSpPr>
            <a:spLocks noGrp="1"/>
          </p:cNvSpPr>
          <p:nvPr>
            <p:ph type="title" idx="1"/>
          </p:nvPr>
        </p:nvSpPr>
        <p:spPr/>
        <p:txBody>
          <a:bodyPr/>
          <a:lstStyle/>
          <a:p>
            <a:r>
              <a:rPr lang="en-US" dirty="0"/>
              <a:t>Section 1: Forecasting overview</a:t>
            </a:r>
          </a:p>
        </p:txBody>
      </p:sp>
      <p:sp>
        <p:nvSpPr>
          <p:cNvPr id="4" name="Subtitle 3">
            <a:extLst>
              <a:ext uri="{FF2B5EF4-FFF2-40B4-BE49-F238E27FC236}">
                <a16:creationId xmlns:a16="http://schemas.microsoft.com/office/drawing/2014/main" id="{65767C99-227C-4E8C-BB69-74D74AE9A794}"/>
              </a:ext>
            </a:extLst>
          </p:cNvPr>
          <p:cNvSpPr>
            <a:spLocks noGrp="1"/>
          </p:cNvSpPr>
          <p:nvPr>
            <p:ph type="subTitle" idx="2"/>
          </p:nvPr>
        </p:nvSpPr>
        <p:spPr/>
        <p:txBody>
          <a:bodyPr/>
          <a:lstStyle/>
          <a:p>
            <a:r>
              <a:rPr lang="en-US" dirty="0"/>
              <a:t>Module 4: Introducing Forecasting</a:t>
            </a:r>
          </a:p>
        </p:txBody>
      </p:sp>
    </p:spTree>
    <p:custDataLst>
      <p:tags r:id="rId1"/>
    </p:custDataLst>
    <p:extLst>
      <p:ext uri="{BB962C8B-B14F-4D97-AF65-F5344CB8AC3E}">
        <p14:creationId xmlns:p14="http://schemas.microsoft.com/office/powerpoint/2010/main" val="35745689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F54A59E-034D-4036-9DDE-F026296C9AE2}"/>
              </a:ext>
            </a:extLst>
          </p:cNvPr>
          <p:cNvSpPr>
            <a:spLocks noGrp="1"/>
          </p:cNvSpPr>
          <p:nvPr>
            <p:ph type="sldNum" idx="97"/>
          </p:nvPr>
        </p:nvSpPr>
        <p:spPr/>
        <p:txBody>
          <a:bodyPr/>
          <a:lstStyle/>
          <a:p>
            <a:fld id="{4037B1B0-0345-4E15-985A-6BECCDBE474F}" type="slidenum">
              <a:rPr lang="en-US" smtClean="0"/>
              <a:pPr/>
              <a:t>5</a:t>
            </a:fld>
            <a:endParaRPr lang="en-US" dirty="0"/>
          </a:p>
        </p:txBody>
      </p:sp>
      <p:sp>
        <p:nvSpPr>
          <p:cNvPr id="3" name="Title 2">
            <a:extLst>
              <a:ext uri="{FF2B5EF4-FFF2-40B4-BE49-F238E27FC236}">
                <a16:creationId xmlns:a16="http://schemas.microsoft.com/office/drawing/2014/main" id="{3BE02FE7-A6FA-4689-A30C-628FCBC12A88}"/>
              </a:ext>
            </a:extLst>
          </p:cNvPr>
          <p:cNvSpPr>
            <a:spLocks noGrp="1"/>
          </p:cNvSpPr>
          <p:nvPr>
            <p:ph type="title" idx="1"/>
          </p:nvPr>
        </p:nvSpPr>
        <p:spPr/>
        <p:txBody>
          <a:bodyPr/>
          <a:lstStyle/>
          <a:p>
            <a:r>
              <a:rPr lang="en-US" dirty="0"/>
              <a:t>Overview of forecasting</a:t>
            </a:r>
          </a:p>
        </p:txBody>
      </p:sp>
      <p:sp>
        <p:nvSpPr>
          <p:cNvPr id="9" name="Content Placeholder 8">
            <a:extLst>
              <a:ext uri="{FF2B5EF4-FFF2-40B4-BE49-F238E27FC236}">
                <a16:creationId xmlns:a16="http://schemas.microsoft.com/office/drawing/2014/main" id="{394962CF-250D-4941-8117-603182117620}"/>
              </a:ext>
            </a:extLst>
          </p:cNvPr>
          <p:cNvSpPr>
            <a:spLocks noGrp="1"/>
          </p:cNvSpPr>
          <p:nvPr>
            <p:ph idx="2"/>
          </p:nvPr>
        </p:nvSpPr>
        <p:spPr/>
        <p:txBody>
          <a:bodyPr>
            <a:normAutofit lnSpcReduction="10000"/>
          </a:bodyPr>
          <a:lstStyle/>
          <a:p>
            <a:r>
              <a:rPr lang="en-US" dirty="0"/>
              <a:t>Predicting future values that are based on historical data</a:t>
            </a:r>
          </a:p>
          <a:p>
            <a:pPr lvl="1"/>
            <a:r>
              <a:rPr lang="en-US" dirty="0"/>
              <a:t>Can be either univariate or multivariate</a:t>
            </a:r>
          </a:p>
          <a:p>
            <a:r>
              <a:rPr lang="en-US" dirty="0"/>
              <a:t>Common patterns –</a:t>
            </a:r>
          </a:p>
          <a:p>
            <a:pPr lvl="1"/>
            <a:r>
              <a:rPr lang="en-US" dirty="0"/>
              <a:t>Trends: Patterns that increase, decrease, or are stagnant</a:t>
            </a:r>
          </a:p>
          <a:p>
            <a:pPr lvl="1"/>
            <a:r>
              <a:rPr lang="en-US" dirty="0"/>
              <a:t>Seasonal: Pattern that is based on seasons</a:t>
            </a:r>
          </a:p>
          <a:p>
            <a:pPr lvl="1"/>
            <a:r>
              <a:rPr lang="en-US" dirty="0"/>
              <a:t>Cyclical: Other repeating patterns</a:t>
            </a:r>
          </a:p>
          <a:p>
            <a:pPr lvl="1"/>
            <a:r>
              <a:rPr lang="en-US" dirty="0"/>
              <a:t>Irregular: Patterns that might appear to be random</a:t>
            </a:r>
          </a:p>
        </p:txBody>
      </p:sp>
      <p:pic>
        <p:nvPicPr>
          <p:cNvPr id="5" name="Common Patterns Group">
            <a:extLst>
              <a:ext uri="{FF2B5EF4-FFF2-40B4-BE49-F238E27FC236}">
                <a16:creationId xmlns:a16="http://schemas.microsoft.com/office/drawing/2014/main" id="{AA694E8E-76E4-4644-B414-365FC9280F86}"/>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6687868" y="1890677"/>
            <a:ext cx="4438273" cy="4188315"/>
          </a:xfrm>
          <a:prstGeom prst="rect">
            <a:avLst/>
          </a:prstGeom>
        </p:spPr>
      </p:pic>
    </p:spTree>
    <p:custDataLst>
      <p:tags r:id="rId1"/>
    </p:custDataLst>
    <p:extLst>
      <p:ext uri="{BB962C8B-B14F-4D97-AF65-F5344CB8AC3E}">
        <p14:creationId xmlns:p14="http://schemas.microsoft.com/office/powerpoint/2010/main" val="18185471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F54A59E-034D-4036-9DDE-F026296C9AE2}"/>
              </a:ext>
            </a:extLst>
          </p:cNvPr>
          <p:cNvSpPr>
            <a:spLocks noGrp="1"/>
          </p:cNvSpPr>
          <p:nvPr>
            <p:ph type="sldNum" idx="97"/>
          </p:nvPr>
        </p:nvSpPr>
        <p:spPr/>
        <p:txBody>
          <a:bodyPr/>
          <a:lstStyle/>
          <a:p>
            <a:fld id="{4037B1B0-0345-4E15-985A-6BECCDBE474F}" type="slidenum">
              <a:rPr lang="en-US" smtClean="0"/>
              <a:pPr/>
              <a:t>6</a:t>
            </a:fld>
            <a:endParaRPr lang="en-US" dirty="0"/>
          </a:p>
        </p:txBody>
      </p:sp>
      <p:sp>
        <p:nvSpPr>
          <p:cNvPr id="3" name="Title 2">
            <a:extLst>
              <a:ext uri="{FF2B5EF4-FFF2-40B4-BE49-F238E27FC236}">
                <a16:creationId xmlns:a16="http://schemas.microsoft.com/office/drawing/2014/main" id="{3BE02FE7-A6FA-4689-A30C-628FCBC12A88}"/>
              </a:ext>
            </a:extLst>
          </p:cNvPr>
          <p:cNvSpPr>
            <a:spLocks noGrp="1"/>
          </p:cNvSpPr>
          <p:nvPr>
            <p:ph type="title" idx="1"/>
          </p:nvPr>
        </p:nvSpPr>
        <p:spPr/>
        <p:txBody>
          <a:bodyPr/>
          <a:lstStyle/>
          <a:p>
            <a:r>
              <a:rPr lang="en-US" dirty="0"/>
              <a:t>Forecasting use cases</a:t>
            </a:r>
          </a:p>
        </p:txBody>
      </p:sp>
      <p:pic>
        <p:nvPicPr>
          <p:cNvPr id="13" name="Picture 12">
            <a:extLst>
              <a:ext uri="{FF2B5EF4-FFF2-40B4-BE49-F238E27FC236}">
                <a16:creationId xmlns:a16="http://schemas.microsoft.com/office/drawing/2014/main" id="{9B929B7F-A4A3-0964-D9D3-EE886DF87018}"/>
              </a:ext>
              <a:ext uri="{C183D7F6-B498-43B3-948B-1728B52AA6E4}">
                <adec:decorative xmlns:adec="http://schemas.microsoft.com/office/drawing/2017/decorative" val="1"/>
              </a:ext>
            </a:extLst>
          </p:cNvPr>
          <p:cNvPicPr>
            <a:picLocks noChangeAspect="1"/>
          </p:cNvPicPr>
          <p:nvPr/>
        </p:nvPicPr>
        <p:blipFill>
          <a:blip r:embed="rId4" cstate="hqprint">
            <a:extLst>
              <a:ext uri="{28A0092B-C50C-407E-A947-70E740481C1C}">
                <a14:useLocalDpi xmlns:a14="http://schemas.microsoft.com/office/drawing/2010/main"/>
              </a:ext>
            </a:extLst>
          </a:blip>
          <a:stretch>
            <a:fillRect/>
          </a:stretch>
        </p:blipFill>
        <p:spPr>
          <a:xfrm>
            <a:off x="1540701" y="1344748"/>
            <a:ext cx="3201150" cy="2134476"/>
          </a:xfrm>
          <a:prstGeom prst="rect">
            <a:avLst/>
          </a:prstGeom>
        </p:spPr>
      </p:pic>
      <p:sp>
        <p:nvSpPr>
          <p:cNvPr id="7" name="TextBox 6">
            <a:extLst>
              <a:ext uri="{FF2B5EF4-FFF2-40B4-BE49-F238E27FC236}">
                <a16:creationId xmlns:a16="http://schemas.microsoft.com/office/drawing/2014/main" id="{3E535546-DAA7-06D7-7D8F-F1812539EC3B}"/>
              </a:ext>
            </a:extLst>
          </p:cNvPr>
          <p:cNvSpPr txBox="1"/>
          <p:nvPr/>
        </p:nvSpPr>
        <p:spPr>
          <a:xfrm>
            <a:off x="1103698" y="3456704"/>
            <a:ext cx="4075155" cy="461665"/>
          </a:xfrm>
          <a:prstGeom prst="rect">
            <a:avLst/>
          </a:prstGeom>
          <a:noFill/>
        </p:spPr>
        <p:txBody>
          <a:bodyPr wrap="none" rtlCol="0">
            <a:spAutoFit/>
          </a:bodyPr>
          <a:lstStyle/>
          <a:p>
            <a:pPr algn="ctr"/>
            <a:r>
              <a:rPr lang="en-US" sz="2400" dirty="0">
                <a:ea typeface="Amazon Ember Light" panose="020B0403020204020204" pitchFamily="34" charset="0"/>
                <a:cs typeface="Amazon Ember Light" panose="020B0403020204020204" pitchFamily="34" charset="0"/>
              </a:rPr>
              <a:t>Sales and demand forecasts</a:t>
            </a:r>
          </a:p>
        </p:txBody>
      </p:sp>
      <p:pic>
        <p:nvPicPr>
          <p:cNvPr id="14" name="Picture 13">
            <a:extLst>
              <a:ext uri="{FF2B5EF4-FFF2-40B4-BE49-F238E27FC236}">
                <a16:creationId xmlns:a16="http://schemas.microsoft.com/office/drawing/2014/main" id="{5B424CAF-D809-A756-B597-8F8F4D0D0C57}"/>
              </a:ext>
              <a:ext uri="{C183D7F6-B498-43B3-948B-1728B52AA6E4}">
                <adec:decorative xmlns:adec="http://schemas.microsoft.com/office/drawing/2017/decorative" val="1"/>
              </a:ext>
            </a:extLst>
          </p:cNvPr>
          <p:cNvPicPr>
            <a:picLocks noChangeAspect="1"/>
          </p:cNvPicPr>
          <p:nvPr/>
        </p:nvPicPr>
        <p:blipFill>
          <a:blip r:embed="rId5" cstate="hqprint">
            <a:extLst>
              <a:ext uri="{28A0092B-C50C-407E-A947-70E740481C1C}">
                <a14:useLocalDpi xmlns:a14="http://schemas.microsoft.com/office/drawing/2010/main"/>
              </a:ext>
            </a:extLst>
          </a:blip>
          <a:stretch>
            <a:fillRect/>
          </a:stretch>
        </p:blipFill>
        <p:spPr>
          <a:xfrm>
            <a:off x="1514834" y="4078545"/>
            <a:ext cx="3252884" cy="1927635"/>
          </a:xfrm>
          <a:prstGeom prst="rect">
            <a:avLst/>
          </a:prstGeom>
        </p:spPr>
      </p:pic>
      <p:sp>
        <p:nvSpPr>
          <p:cNvPr id="8" name="TextBox 7">
            <a:extLst>
              <a:ext uri="{FF2B5EF4-FFF2-40B4-BE49-F238E27FC236}">
                <a16:creationId xmlns:a16="http://schemas.microsoft.com/office/drawing/2014/main" id="{8D21A63A-50AE-3FD8-1D09-FAF985C27643}"/>
              </a:ext>
            </a:extLst>
          </p:cNvPr>
          <p:cNvSpPr txBox="1"/>
          <p:nvPr/>
        </p:nvSpPr>
        <p:spPr>
          <a:xfrm>
            <a:off x="1572578" y="6010706"/>
            <a:ext cx="3137398" cy="461665"/>
          </a:xfrm>
          <a:prstGeom prst="rect">
            <a:avLst/>
          </a:prstGeom>
          <a:noFill/>
        </p:spPr>
        <p:txBody>
          <a:bodyPr wrap="none" rtlCol="0">
            <a:spAutoFit/>
          </a:bodyPr>
          <a:lstStyle/>
          <a:p>
            <a:pPr algn="ctr"/>
            <a:r>
              <a:rPr lang="en-US" sz="2400" dirty="0">
                <a:ea typeface="Amazon Ember Light" panose="020B0403020204020204" pitchFamily="34" charset="0"/>
                <a:cs typeface="Amazon Ember Light" panose="020B0403020204020204" pitchFamily="34" charset="0"/>
              </a:rPr>
              <a:t>Energy consumption </a:t>
            </a:r>
          </a:p>
        </p:txBody>
      </p:sp>
      <p:pic>
        <p:nvPicPr>
          <p:cNvPr id="11" name="Picture 10">
            <a:extLst>
              <a:ext uri="{FF2B5EF4-FFF2-40B4-BE49-F238E27FC236}">
                <a16:creationId xmlns:a16="http://schemas.microsoft.com/office/drawing/2014/main" id="{3F2BF250-7C3D-B8E7-CA6B-0E7D5E3027BF}"/>
              </a:ext>
              <a:ext uri="{C183D7F6-B498-43B3-948B-1728B52AA6E4}">
                <adec:decorative xmlns:adec="http://schemas.microsoft.com/office/drawing/2017/decorative" val="1"/>
              </a:ext>
            </a:extLst>
          </p:cNvPr>
          <p:cNvPicPr>
            <a:picLocks noChangeAspect="1"/>
          </p:cNvPicPr>
          <p:nvPr/>
        </p:nvPicPr>
        <p:blipFill>
          <a:blip r:embed="rId6" cstate="hqprint">
            <a:extLst>
              <a:ext uri="{28A0092B-C50C-407E-A947-70E740481C1C}">
                <a14:useLocalDpi xmlns:a14="http://schemas.microsoft.com/office/drawing/2010/main"/>
              </a:ext>
            </a:extLst>
          </a:blip>
          <a:stretch>
            <a:fillRect/>
          </a:stretch>
        </p:blipFill>
        <p:spPr>
          <a:xfrm>
            <a:off x="7599089" y="1341883"/>
            <a:ext cx="3204409" cy="2137341"/>
          </a:xfrm>
          <a:prstGeom prst="rect">
            <a:avLst/>
          </a:prstGeom>
        </p:spPr>
      </p:pic>
      <p:sp>
        <p:nvSpPr>
          <p:cNvPr id="9" name="TextBox 8">
            <a:extLst>
              <a:ext uri="{FF2B5EF4-FFF2-40B4-BE49-F238E27FC236}">
                <a16:creationId xmlns:a16="http://schemas.microsoft.com/office/drawing/2014/main" id="{DF37A455-F2FF-C8D0-8985-01D07427342B}"/>
              </a:ext>
            </a:extLst>
          </p:cNvPr>
          <p:cNvSpPr txBox="1"/>
          <p:nvPr/>
        </p:nvSpPr>
        <p:spPr>
          <a:xfrm>
            <a:off x="7625381" y="3456704"/>
            <a:ext cx="3151825" cy="461665"/>
          </a:xfrm>
          <a:prstGeom prst="rect">
            <a:avLst/>
          </a:prstGeom>
          <a:noFill/>
        </p:spPr>
        <p:txBody>
          <a:bodyPr wrap="none" rtlCol="0">
            <a:spAutoFit/>
          </a:bodyPr>
          <a:lstStyle/>
          <a:p>
            <a:pPr algn="ctr"/>
            <a:r>
              <a:rPr lang="en-US" sz="2400" dirty="0">
                <a:ea typeface="Amazon Ember Light" panose="020B0403020204020204" pitchFamily="34" charset="0"/>
                <a:cs typeface="Amazon Ember Light" panose="020B0403020204020204" pitchFamily="34" charset="0"/>
              </a:rPr>
              <a:t>Inventory projections</a:t>
            </a:r>
          </a:p>
        </p:txBody>
      </p:sp>
      <p:pic>
        <p:nvPicPr>
          <p:cNvPr id="15" name="Picture 14">
            <a:extLst>
              <a:ext uri="{FF2B5EF4-FFF2-40B4-BE49-F238E27FC236}">
                <a16:creationId xmlns:a16="http://schemas.microsoft.com/office/drawing/2014/main" id="{75E65BAC-87C7-45F7-94E4-50E5D16026FE}"/>
              </a:ext>
              <a:ext uri="{C183D7F6-B498-43B3-948B-1728B52AA6E4}">
                <adec:decorative xmlns:adec="http://schemas.microsoft.com/office/drawing/2017/decorative" val="1"/>
              </a:ext>
            </a:extLst>
          </p:cNvPr>
          <p:cNvPicPr>
            <a:picLocks noChangeAspect="1"/>
          </p:cNvPicPr>
          <p:nvPr/>
        </p:nvPicPr>
        <p:blipFill>
          <a:blip r:embed="rId7" cstate="hqprint">
            <a:extLst>
              <a:ext uri="{28A0092B-C50C-407E-A947-70E740481C1C}">
                <a14:useLocalDpi xmlns:a14="http://schemas.microsoft.com/office/drawing/2010/main"/>
              </a:ext>
            </a:extLst>
          </a:blip>
          <a:stretch>
            <a:fillRect/>
          </a:stretch>
        </p:blipFill>
        <p:spPr>
          <a:xfrm>
            <a:off x="7598287" y="4078545"/>
            <a:ext cx="3206012" cy="1927635"/>
          </a:xfrm>
          <a:prstGeom prst="rect">
            <a:avLst/>
          </a:prstGeom>
        </p:spPr>
      </p:pic>
      <p:sp>
        <p:nvSpPr>
          <p:cNvPr id="10" name="TextBox 9">
            <a:extLst>
              <a:ext uri="{FF2B5EF4-FFF2-40B4-BE49-F238E27FC236}">
                <a16:creationId xmlns:a16="http://schemas.microsoft.com/office/drawing/2014/main" id="{91F13A1D-CE03-B028-95A9-E3852DC1C158}"/>
              </a:ext>
            </a:extLst>
          </p:cNvPr>
          <p:cNvSpPr txBox="1"/>
          <p:nvPr/>
        </p:nvSpPr>
        <p:spPr>
          <a:xfrm>
            <a:off x="7843389" y="6010706"/>
            <a:ext cx="2715808" cy="461665"/>
          </a:xfrm>
          <a:prstGeom prst="rect">
            <a:avLst/>
          </a:prstGeom>
          <a:noFill/>
        </p:spPr>
        <p:txBody>
          <a:bodyPr wrap="none" rtlCol="0">
            <a:spAutoFit/>
          </a:bodyPr>
          <a:lstStyle/>
          <a:p>
            <a:pPr algn="ctr"/>
            <a:r>
              <a:rPr lang="en-US" sz="2400" dirty="0">
                <a:ea typeface="Amazon Ember Light" panose="020B0403020204020204" pitchFamily="34" charset="0"/>
                <a:cs typeface="Amazon Ember Light" panose="020B0403020204020204" pitchFamily="34" charset="0"/>
              </a:rPr>
              <a:t>Weather forecasts</a:t>
            </a:r>
          </a:p>
        </p:txBody>
      </p:sp>
    </p:spTree>
    <p:custDataLst>
      <p:tags r:id="rId1"/>
    </p:custDataLst>
    <p:extLst>
      <p:ext uri="{BB962C8B-B14F-4D97-AF65-F5344CB8AC3E}">
        <p14:creationId xmlns:p14="http://schemas.microsoft.com/office/powerpoint/2010/main" val="3339625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2577DC0-FC87-4CA4-86FA-B4168515040E}"/>
              </a:ext>
            </a:extLst>
          </p:cNvPr>
          <p:cNvSpPr>
            <a:spLocks noGrp="1"/>
          </p:cNvSpPr>
          <p:nvPr>
            <p:ph type="sldNum" idx="97"/>
          </p:nvPr>
        </p:nvSpPr>
        <p:spPr/>
        <p:txBody>
          <a:bodyPr/>
          <a:lstStyle/>
          <a:p>
            <a:fld id="{4037B1B0-0345-4E15-985A-6BECCDBE474F}" type="slidenum">
              <a:rPr lang="en-US" smtClean="0"/>
              <a:pPr/>
              <a:t>7</a:t>
            </a:fld>
            <a:endParaRPr lang="en-US" dirty="0"/>
          </a:p>
        </p:txBody>
      </p:sp>
      <p:sp>
        <p:nvSpPr>
          <p:cNvPr id="3" name="Title 2">
            <a:extLst>
              <a:ext uri="{FF2B5EF4-FFF2-40B4-BE49-F238E27FC236}">
                <a16:creationId xmlns:a16="http://schemas.microsoft.com/office/drawing/2014/main" id="{C2DC5273-D793-4FB4-A615-4B5FAC4B1E10}"/>
              </a:ext>
            </a:extLst>
          </p:cNvPr>
          <p:cNvSpPr>
            <a:spLocks noGrp="1"/>
          </p:cNvSpPr>
          <p:nvPr>
            <p:ph type="title" idx="1"/>
          </p:nvPr>
        </p:nvSpPr>
        <p:spPr/>
        <p:txBody>
          <a:bodyPr/>
          <a:lstStyle/>
          <a:p>
            <a:r>
              <a:rPr lang="en-US" sz="4800" dirty="0">
                <a:latin typeface="+mj-lt"/>
              </a:rPr>
              <a:t>Section 2: Processing time series data </a:t>
            </a:r>
            <a:endParaRPr lang="en-US" dirty="0"/>
          </a:p>
        </p:txBody>
      </p:sp>
      <p:sp>
        <p:nvSpPr>
          <p:cNvPr id="4" name="Subtitle 3">
            <a:extLst>
              <a:ext uri="{FF2B5EF4-FFF2-40B4-BE49-F238E27FC236}">
                <a16:creationId xmlns:a16="http://schemas.microsoft.com/office/drawing/2014/main" id="{65767C99-227C-4E8C-BB69-74D74AE9A794}"/>
              </a:ext>
            </a:extLst>
          </p:cNvPr>
          <p:cNvSpPr>
            <a:spLocks noGrp="1"/>
          </p:cNvSpPr>
          <p:nvPr>
            <p:ph type="subTitle" idx="2"/>
          </p:nvPr>
        </p:nvSpPr>
        <p:spPr/>
        <p:txBody>
          <a:bodyPr/>
          <a:lstStyle/>
          <a:p>
            <a:r>
              <a:rPr lang="en-US" dirty="0"/>
              <a:t>Module 4: Introducing Forecasting</a:t>
            </a:r>
          </a:p>
        </p:txBody>
      </p:sp>
    </p:spTree>
    <p:custDataLst>
      <p:tags r:id="rId1"/>
    </p:custDataLst>
    <p:extLst>
      <p:ext uri="{BB962C8B-B14F-4D97-AF65-F5344CB8AC3E}">
        <p14:creationId xmlns:p14="http://schemas.microsoft.com/office/powerpoint/2010/main" val="24618426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F54A59E-034D-4036-9DDE-F026296C9AE2}"/>
              </a:ext>
            </a:extLst>
          </p:cNvPr>
          <p:cNvSpPr>
            <a:spLocks noGrp="1"/>
          </p:cNvSpPr>
          <p:nvPr>
            <p:ph type="sldNum" idx="97"/>
          </p:nvPr>
        </p:nvSpPr>
        <p:spPr/>
        <p:txBody>
          <a:bodyPr/>
          <a:lstStyle/>
          <a:p>
            <a:fld id="{4037B1B0-0345-4E15-985A-6BECCDBE474F}" type="slidenum">
              <a:rPr lang="en-US" smtClean="0"/>
              <a:pPr/>
              <a:t>8</a:t>
            </a:fld>
            <a:endParaRPr lang="en-US" dirty="0"/>
          </a:p>
        </p:txBody>
      </p:sp>
      <p:sp>
        <p:nvSpPr>
          <p:cNvPr id="3" name="Title 2">
            <a:extLst>
              <a:ext uri="{FF2B5EF4-FFF2-40B4-BE49-F238E27FC236}">
                <a16:creationId xmlns:a16="http://schemas.microsoft.com/office/drawing/2014/main" id="{3BE02FE7-A6FA-4689-A30C-628FCBC12A88}"/>
              </a:ext>
            </a:extLst>
          </p:cNvPr>
          <p:cNvSpPr>
            <a:spLocks noGrp="1"/>
          </p:cNvSpPr>
          <p:nvPr>
            <p:ph type="title" idx="1"/>
          </p:nvPr>
        </p:nvSpPr>
        <p:spPr/>
        <p:txBody>
          <a:bodyPr/>
          <a:lstStyle/>
          <a:p>
            <a:r>
              <a:rPr lang="en-US" dirty="0"/>
              <a:t>Time series data</a:t>
            </a:r>
          </a:p>
        </p:txBody>
      </p:sp>
      <p:sp>
        <p:nvSpPr>
          <p:cNvPr id="22" name="TextBox 21">
            <a:extLst>
              <a:ext uri="{FF2B5EF4-FFF2-40B4-BE49-F238E27FC236}">
                <a16:creationId xmlns:a16="http://schemas.microsoft.com/office/drawing/2014/main" id="{AA181553-C7FF-7BBB-A196-B65C54790C5A}"/>
              </a:ext>
            </a:extLst>
          </p:cNvPr>
          <p:cNvSpPr txBox="1"/>
          <p:nvPr/>
        </p:nvSpPr>
        <p:spPr>
          <a:xfrm>
            <a:off x="245780" y="1407873"/>
            <a:ext cx="3046859" cy="1815882"/>
          </a:xfrm>
          <a:prstGeom prst="rect">
            <a:avLst/>
          </a:prstGeom>
          <a:solidFill>
            <a:schemeClr val="bg1"/>
          </a:solidFill>
        </p:spPr>
        <p:txBody>
          <a:bodyPr wrap="square" rtlCol="0">
            <a:spAutoFit/>
          </a:bodyPr>
          <a:lstStyle/>
          <a:p>
            <a:r>
              <a:rPr lang="en-US" sz="2800" b="1" dirty="0">
                <a:solidFill>
                  <a:schemeClr val="accent1"/>
                </a:solidFill>
                <a:ea typeface="Amazon Ember" panose="02000000000000000000" pitchFamily="2" charset="0"/>
                <a:cs typeface="Amazon Ember Light" panose="020B0403020204020204" pitchFamily="34" charset="0"/>
              </a:rPr>
              <a:t>Time series data </a:t>
            </a:r>
          </a:p>
          <a:p>
            <a:r>
              <a:rPr lang="en-US" sz="2800" dirty="0">
                <a:ea typeface="Amazon Ember Light" panose="020B0403020204020204" pitchFamily="34" charset="0"/>
                <a:cs typeface="Amazon Ember Light" panose="020B0403020204020204" pitchFamily="34" charset="0"/>
              </a:rPr>
              <a:t>is captured in </a:t>
            </a:r>
          </a:p>
          <a:p>
            <a:r>
              <a:rPr lang="en-US" sz="2800" dirty="0">
                <a:ea typeface="Amazon Ember Light" panose="020B0403020204020204" pitchFamily="34" charset="0"/>
                <a:cs typeface="Amazon Ember Light" panose="020B0403020204020204" pitchFamily="34" charset="0"/>
              </a:rPr>
              <a:t>sequence over time</a:t>
            </a:r>
          </a:p>
        </p:txBody>
      </p:sp>
      <p:sp>
        <p:nvSpPr>
          <p:cNvPr id="23" name="TextBox 22">
            <a:extLst>
              <a:ext uri="{FF2B5EF4-FFF2-40B4-BE49-F238E27FC236}">
                <a16:creationId xmlns:a16="http://schemas.microsoft.com/office/drawing/2014/main" id="{4A6B38A7-4D04-468E-4FFB-48CC5AF3D016}"/>
              </a:ext>
            </a:extLst>
          </p:cNvPr>
          <p:cNvSpPr txBox="1"/>
          <p:nvPr/>
        </p:nvSpPr>
        <p:spPr>
          <a:xfrm>
            <a:off x="245781" y="3010210"/>
            <a:ext cx="3046860" cy="3354765"/>
          </a:xfrm>
          <a:prstGeom prst="rect">
            <a:avLst/>
          </a:prstGeom>
          <a:noFill/>
        </p:spPr>
        <p:txBody>
          <a:bodyPr wrap="square" rtlCol="0">
            <a:spAutoFit/>
          </a:bodyPr>
          <a:lstStyle/>
          <a:p>
            <a:endParaRPr lang="en-US" sz="1600" b="1" dirty="0">
              <a:ea typeface="Amazon Ember" panose="020B0603020204020204" pitchFamily="34" charset="0"/>
              <a:cs typeface="Amazon Ember" panose="020B0603020204020204" pitchFamily="34" charset="0"/>
            </a:endParaRPr>
          </a:p>
          <a:p>
            <a:r>
              <a:rPr lang="en-US" b="1" dirty="0">
                <a:solidFill>
                  <a:schemeClr val="accent1"/>
                </a:solidFill>
                <a:ea typeface="Amazon Ember" panose="02000000000000000000" pitchFamily="2" charset="0"/>
                <a:cs typeface="Amazon Ember Light" panose="020B0403020204020204" pitchFamily="34" charset="0"/>
              </a:rPr>
              <a:t>Related data </a:t>
            </a:r>
            <a:r>
              <a:rPr lang="en-US" dirty="0">
                <a:ea typeface="Amazon Ember Light" panose="020B0403020204020204" pitchFamily="34" charset="0"/>
                <a:cs typeface="Amazon Ember Light" panose="020B0403020204020204" pitchFamily="34" charset="0"/>
              </a:rPr>
              <a:t>informs the time series data—for example, price or promotions</a:t>
            </a:r>
            <a:endParaRPr lang="en-US" dirty="0">
              <a:ea typeface="Amazon Ember" panose="020B0603020204020204" pitchFamily="34" charset="0"/>
              <a:cs typeface="Amazon Ember" panose="020B0603020204020204" pitchFamily="34" charset="0"/>
            </a:endParaRPr>
          </a:p>
          <a:p>
            <a:endParaRPr lang="en-US" b="1" dirty="0">
              <a:ea typeface="Amazon Ember" panose="020B0603020204020204" pitchFamily="34" charset="0"/>
              <a:cs typeface="Amazon Ember" panose="020B0603020204020204" pitchFamily="34" charset="0"/>
            </a:endParaRPr>
          </a:p>
          <a:p>
            <a:endParaRPr lang="en-US" b="1" dirty="0">
              <a:ea typeface="Amazon Ember" panose="020B0603020204020204" pitchFamily="34" charset="0"/>
              <a:cs typeface="Amazon Ember" panose="020B0603020204020204" pitchFamily="34" charset="0"/>
            </a:endParaRPr>
          </a:p>
          <a:p>
            <a:r>
              <a:rPr lang="en-US" b="1" dirty="0">
                <a:solidFill>
                  <a:schemeClr val="accent1"/>
                </a:solidFill>
                <a:ea typeface="Amazon Ember" panose="02000000000000000000" pitchFamily="2" charset="0"/>
                <a:cs typeface="Amazon Ember" panose="020B0603020204020204" pitchFamily="34" charset="0"/>
              </a:rPr>
              <a:t>Metadata</a:t>
            </a:r>
            <a:r>
              <a:rPr lang="en-US" b="1" dirty="0">
                <a:ea typeface="Amazon Ember" panose="020B0603020204020204" pitchFamily="34" charset="0"/>
                <a:cs typeface="Amazon Ember" panose="020B0603020204020204" pitchFamily="34" charset="0"/>
              </a:rPr>
              <a:t> </a:t>
            </a:r>
            <a:r>
              <a:rPr lang="en-US" dirty="0">
                <a:ea typeface="Amazon Ember" panose="020B0603020204020204" pitchFamily="34" charset="0"/>
                <a:cs typeface="Amazon Ember" panose="020B0603020204020204" pitchFamily="34" charset="0"/>
              </a:rPr>
              <a:t>might also be needed to explain predictions—for example, brand name or category</a:t>
            </a:r>
          </a:p>
          <a:p>
            <a:endParaRPr lang="en-US" sz="1600" dirty="0">
              <a:ea typeface="Amazon Ember" panose="020B0603020204020204" pitchFamily="34" charset="0"/>
              <a:cs typeface="Amazon Ember" panose="020B0603020204020204" pitchFamily="34" charset="0"/>
            </a:endParaRPr>
          </a:p>
        </p:txBody>
      </p:sp>
      <p:pic>
        <p:nvPicPr>
          <p:cNvPr id="5" name="Time Series Data Group" descr="Time series data example of a line graph spanning from January to December.">
            <a:extLst>
              <a:ext uri="{FF2B5EF4-FFF2-40B4-BE49-F238E27FC236}">
                <a16:creationId xmlns:a16="http://schemas.microsoft.com/office/drawing/2014/main" id="{B1D4C6A4-0CE5-40A9-998F-C3C7C62D651E}"/>
              </a:ext>
              <a:ext uri="{C183D7F6-B498-43B3-948B-1728B52AA6E4}">
                <adec:decorative xmlns:adec="http://schemas.microsoft.com/office/drawing/2017/decorative" val="0"/>
              </a:ext>
            </a:extLst>
          </p:cNvPr>
          <p:cNvPicPr>
            <a:picLocks noChangeAspect="1"/>
          </p:cNvPicPr>
          <p:nvPr/>
        </p:nvPicPr>
        <p:blipFill>
          <a:blip r:embed="rId4"/>
          <a:stretch>
            <a:fillRect/>
          </a:stretch>
        </p:blipFill>
        <p:spPr>
          <a:xfrm>
            <a:off x="3292641" y="1193251"/>
            <a:ext cx="8596105" cy="5114987"/>
          </a:xfrm>
          <a:prstGeom prst="rect">
            <a:avLst/>
          </a:prstGeom>
        </p:spPr>
      </p:pic>
    </p:spTree>
    <p:custDataLst>
      <p:tags r:id="rId1"/>
    </p:custDataLst>
    <p:extLst>
      <p:ext uri="{BB962C8B-B14F-4D97-AF65-F5344CB8AC3E}">
        <p14:creationId xmlns:p14="http://schemas.microsoft.com/office/powerpoint/2010/main" val="24494663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F54A59E-034D-4036-9DDE-F026296C9AE2}"/>
              </a:ext>
            </a:extLst>
          </p:cNvPr>
          <p:cNvSpPr>
            <a:spLocks noGrp="1"/>
          </p:cNvSpPr>
          <p:nvPr>
            <p:ph type="sldNum" idx="97"/>
          </p:nvPr>
        </p:nvSpPr>
        <p:spPr/>
        <p:txBody>
          <a:bodyPr/>
          <a:lstStyle/>
          <a:p>
            <a:fld id="{4037B1B0-0345-4E15-985A-6BECCDBE474F}" type="slidenum">
              <a:rPr lang="en-US" smtClean="0"/>
              <a:pPr/>
              <a:t>9</a:t>
            </a:fld>
            <a:endParaRPr lang="en-US" dirty="0"/>
          </a:p>
        </p:txBody>
      </p:sp>
      <p:sp>
        <p:nvSpPr>
          <p:cNvPr id="3" name="Title 2">
            <a:extLst>
              <a:ext uri="{FF2B5EF4-FFF2-40B4-BE49-F238E27FC236}">
                <a16:creationId xmlns:a16="http://schemas.microsoft.com/office/drawing/2014/main" id="{3BE02FE7-A6FA-4689-A30C-628FCBC12A88}"/>
              </a:ext>
            </a:extLst>
          </p:cNvPr>
          <p:cNvSpPr>
            <a:spLocks noGrp="1"/>
          </p:cNvSpPr>
          <p:nvPr>
            <p:ph type="title" idx="1"/>
          </p:nvPr>
        </p:nvSpPr>
        <p:spPr/>
        <p:txBody>
          <a:bodyPr/>
          <a:lstStyle/>
          <a:p>
            <a:r>
              <a:rPr lang="en-US" dirty="0"/>
              <a:t>Time and date challenges</a:t>
            </a:r>
          </a:p>
        </p:txBody>
      </p:sp>
      <p:sp>
        <p:nvSpPr>
          <p:cNvPr id="7" name="TextBox 6">
            <a:extLst>
              <a:ext uri="{FF2B5EF4-FFF2-40B4-BE49-F238E27FC236}">
                <a16:creationId xmlns:a16="http://schemas.microsoft.com/office/drawing/2014/main" id="{AC2BAA3A-8D4A-A1AC-4C43-1E9F1D5DD3DE}"/>
              </a:ext>
            </a:extLst>
          </p:cNvPr>
          <p:cNvSpPr txBox="1"/>
          <p:nvPr/>
        </p:nvSpPr>
        <p:spPr>
          <a:xfrm>
            <a:off x="394604" y="1481964"/>
            <a:ext cx="6030818" cy="523220"/>
          </a:xfrm>
          <a:prstGeom prst="rect">
            <a:avLst/>
          </a:prstGeom>
          <a:noFill/>
        </p:spPr>
        <p:txBody>
          <a:bodyPr wrap="none" rtlCol="0">
            <a:spAutoFit/>
          </a:bodyPr>
          <a:lstStyle/>
          <a:p>
            <a:r>
              <a:rPr lang="en-US" sz="2800" dirty="0">
                <a:ea typeface="Amazon Ember Light" panose="020B0403020204020204" pitchFamily="34" charset="0"/>
                <a:cs typeface="Amazon Ember Light" panose="020B0403020204020204" pitchFamily="34" charset="0"/>
              </a:rPr>
              <a:t>Incomplete and varying timestamps</a:t>
            </a:r>
          </a:p>
        </p:txBody>
      </p:sp>
      <p:grpSp>
        <p:nvGrpSpPr>
          <p:cNvPr id="8" name="Group 7" descr="Examples of time data.">
            <a:extLst>
              <a:ext uri="{FF2B5EF4-FFF2-40B4-BE49-F238E27FC236}">
                <a16:creationId xmlns:a16="http://schemas.microsoft.com/office/drawing/2014/main" id="{EE3AC67A-80C3-31AF-1FA6-E20CF26239CD}"/>
              </a:ext>
            </a:extLst>
          </p:cNvPr>
          <p:cNvGrpSpPr/>
          <p:nvPr/>
        </p:nvGrpSpPr>
        <p:grpSpPr>
          <a:xfrm>
            <a:off x="6643657" y="1552255"/>
            <a:ext cx="4270932" cy="2780659"/>
            <a:chOff x="6643657" y="1552255"/>
            <a:chExt cx="4270932" cy="2780659"/>
          </a:xfrm>
          <a:solidFill>
            <a:schemeClr val="accent1"/>
          </a:solidFill>
        </p:grpSpPr>
        <p:grpSp>
          <p:nvGrpSpPr>
            <p:cNvPr id="9" name="Group 8">
              <a:extLst>
                <a:ext uri="{FF2B5EF4-FFF2-40B4-BE49-F238E27FC236}">
                  <a16:creationId xmlns:a16="http://schemas.microsoft.com/office/drawing/2014/main" id="{C9501A4C-793B-E729-0C94-5BFA1F361817}"/>
                </a:ext>
                <a:ext uri="{C183D7F6-B498-43B3-948B-1728B52AA6E4}">
                  <adec:decorative xmlns:adec="http://schemas.microsoft.com/office/drawing/2017/decorative" val="1"/>
                </a:ext>
              </a:extLst>
            </p:cNvPr>
            <p:cNvGrpSpPr/>
            <p:nvPr/>
          </p:nvGrpSpPr>
          <p:grpSpPr>
            <a:xfrm>
              <a:off x="6643657" y="1552255"/>
              <a:ext cx="3934302" cy="338554"/>
              <a:chOff x="6274966" y="1552255"/>
              <a:chExt cx="3934302" cy="338554"/>
            </a:xfrm>
            <a:grpFill/>
          </p:grpSpPr>
          <p:sp>
            <p:nvSpPr>
              <p:cNvPr id="25" name="TextBox 24">
                <a:extLst>
                  <a:ext uri="{FF2B5EF4-FFF2-40B4-BE49-F238E27FC236}">
                    <a16:creationId xmlns:a16="http://schemas.microsoft.com/office/drawing/2014/main" id="{8FED7BD5-B58E-3F12-9E5F-312909E85EED}"/>
                  </a:ext>
                </a:extLst>
              </p:cNvPr>
              <p:cNvSpPr txBox="1"/>
              <p:nvPr/>
            </p:nvSpPr>
            <p:spPr>
              <a:xfrm>
                <a:off x="6274966" y="1552255"/>
                <a:ext cx="2403222" cy="338554"/>
              </a:xfrm>
              <a:prstGeom prst="rect">
                <a:avLst/>
              </a:prstGeom>
              <a:grpFill/>
            </p:spPr>
            <p:txBody>
              <a:bodyPr wrap="none" rtlCol="0">
                <a:spAutoFit/>
              </a:bodyPr>
              <a:lstStyle/>
              <a:p>
                <a:pPr algn="r"/>
                <a:r>
                  <a:rPr lang="en-US" sz="1600" dirty="0">
                    <a:solidFill>
                      <a:schemeClr val="bg1"/>
                    </a:solidFill>
                    <a:ea typeface="Amazon Ember Light" panose="020B0403020204020204" pitchFamily="34" charset="0"/>
                    <a:cs typeface="Amazon Ember Light" panose="020B0403020204020204" pitchFamily="34" charset="0"/>
                  </a:rPr>
                  <a:t>yyyy-mm-dd HH:MM:SS</a:t>
                </a:r>
              </a:p>
            </p:txBody>
          </p:sp>
          <p:sp>
            <p:nvSpPr>
              <p:cNvPr id="26" name="TextBox 25">
                <a:extLst>
                  <a:ext uri="{FF2B5EF4-FFF2-40B4-BE49-F238E27FC236}">
                    <a16:creationId xmlns:a16="http://schemas.microsoft.com/office/drawing/2014/main" id="{9D976035-0E1D-8882-60D6-55076C79CF03}"/>
                  </a:ext>
                </a:extLst>
              </p:cNvPr>
              <p:cNvSpPr txBox="1"/>
              <p:nvPr/>
            </p:nvSpPr>
            <p:spPr>
              <a:xfrm>
                <a:off x="8779068" y="1552255"/>
                <a:ext cx="1430200" cy="338554"/>
              </a:xfrm>
              <a:prstGeom prst="rect">
                <a:avLst/>
              </a:prstGeom>
              <a:grpFill/>
            </p:spPr>
            <p:txBody>
              <a:bodyPr wrap="none" rtlCol="0">
                <a:spAutoFit/>
              </a:bodyPr>
              <a:lstStyle/>
              <a:p>
                <a:r>
                  <a:rPr lang="en-US" sz="1600" dirty="0">
                    <a:solidFill>
                      <a:schemeClr val="bg1"/>
                    </a:solidFill>
                    <a:ea typeface="Amazon Ember Light" panose="020B0403020204020204" pitchFamily="34" charset="0"/>
                    <a:cs typeface="Amazon Ember Light" panose="020B0403020204020204" pitchFamily="34" charset="0"/>
                  </a:rPr>
                  <a:t>Includes time</a:t>
                </a:r>
              </a:p>
            </p:txBody>
          </p:sp>
        </p:grpSp>
        <p:grpSp>
          <p:nvGrpSpPr>
            <p:cNvPr id="10" name="Group 9">
              <a:extLst>
                <a:ext uri="{FF2B5EF4-FFF2-40B4-BE49-F238E27FC236}">
                  <a16:creationId xmlns:a16="http://schemas.microsoft.com/office/drawing/2014/main" id="{CD41A29B-58ED-D9B1-FD93-842D84C7455D}"/>
                </a:ext>
                <a:ext uri="{C183D7F6-B498-43B3-948B-1728B52AA6E4}">
                  <adec:decorative xmlns:adec="http://schemas.microsoft.com/office/drawing/2017/decorative" val="1"/>
                </a:ext>
              </a:extLst>
            </p:cNvPr>
            <p:cNvGrpSpPr/>
            <p:nvPr/>
          </p:nvGrpSpPr>
          <p:grpSpPr>
            <a:xfrm>
              <a:off x="7675991" y="2034560"/>
              <a:ext cx="3238598" cy="344670"/>
              <a:chOff x="7307300" y="2171040"/>
              <a:chExt cx="3238598" cy="344670"/>
            </a:xfrm>
            <a:grpFill/>
          </p:grpSpPr>
          <p:sp>
            <p:nvSpPr>
              <p:cNvPr id="23" name="TextBox 22">
                <a:extLst>
                  <a:ext uri="{FF2B5EF4-FFF2-40B4-BE49-F238E27FC236}">
                    <a16:creationId xmlns:a16="http://schemas.microsoft.com/office/drawing/2014/main" id="{82B47335-57D5-AFE0-3FB0-4EA452D64522}"/>
                  </a:ext>
                </a:extLst>
              </p:cNvPr>
              <p:cNvSpPr txBox="1"/>
              <p:nvPr/>
            </p:nvSpPr>
            <p:spPr>
              <a:xfrm>
                <a:off x="7307300" y="2171040"/>
                <a:ext cx="1370888" cy="338554"/>
              </a:xfrm>
              <a:prstGeom prst="rect">
                <a:avLst/>
              </a:prstGeom>
              <a:grpFill/>
            </p:spPr>
            <p:txBody>
              <a:bodyPr wrap="none" rtlCol="0">
                <a:spAutoFit/>
              </a:bodyPr>
              <a:lstStyle/>
              <a:p>
                <a:pPr algn="r"/>
                <a:r>
                  <a:rPr lang="en-US" sz="1600" dirty="0">
                    <a:solidFill>
                      <a:schemeClr val="bg1"/>
                    </a:solidFill>
                    <a:ea typeface="Amazon Ember Light" panose="020B0403020204020204" pitchFamily="34" charset="0"/>
                    <a:cs typeface="Amazon Ember Light" panose="020B0403020204020204" pitchFamily="34" charset="0"/>
                  </a:rPr>
                  <a:t>yyyy-dd-mm</a:t>
                </a:r>
              </a:p>
            </p:txBody>
          </p:sp>
          <p:sp>
            <p:nvSpPr>
              <p:cNvPr id="24" name="TextBox 23">
                <a:extLst>
                  <a:ext uri="{FF2B5EF4-FFF2-40B4-BE49-F238E27FC236}">
                    <a16:creationId xmlns:a16="http://schemas.microsoft.com/office/drawing/2014/main" id="{63B74F67-F9E3-9BA0-9D97-FD781F437A82}"/>
                  </a:ext>
                </a:extLst>
              </p:cNvPr>
              <p:cNvSpPr txBox="1"/>
              <p:nvPr/>
            </p:nvSpPr>
            <p:spPr>
              <a:xfrm>
                <a:off x="8779068" y="2177156"/>
                <a:ext cx="1766830" cy="338554"/>
              </a:xfrm>
              <a:prstGeom prst="rect">
                <a:avLst/>
              </a:prstGeom>
              <a:grpFill/>
            </p:spPr>
            <p:txBody>
              <a:bodyPr wrap="none" rtlCol="0">
                <a:spAutoFit/>
              </a:bodyPr>
              <a:lstStyle/>
              <a:p>
                <a:r>
                  <a:rPr lang="en-US" sz="1600" dirty="0">
                    <a:solidFill>
                      <a:schemeClr val="bg1"/>
                    </a:solidFill>
                    <a:ea typeface="Amazon Ember Light" panose="020B0403020204020204" pitchFamily="34" charset="0"/>
                    <a:cs typeface="Amazon Ember Light" panose="020B0403020204020204" pitchFamily="34" charset="0"/>
                  </a:rPr>
                  <a:t>Year, day, month</a:t>
                </a:r>
              </a:p>
            </p:txBody>
          </p:sp>
        </p:grpSp>
        <p:grpSp>
          <p:nvGrpSpPr>
            <p:cNvPr id="11" name="Group 10">
              <a:extLst>
                <a:ext uri="{FF2B5EF4-FFF2-40B4-BE49-F238E27FC236}">
                  <a16:creationId xmlns:a16="http://schemas.microsoft.com/office/drawing/2014/main" id="{2A37BE9B-B0CA-1816-AAFC-99FB4395DE56}"/>
                </a:ext>
                <a:ext uri="{C183D7F6-B498-43B3-948B-1728B52AA6E4}">
                  <adec:decorative xmlns:adec="http://schemas.microsoft.com/office/drawing/2017/decorative" val="1"/>
                </a:ext>
              </a:extLst>
            </p:cNvPr>
            <p:cNvGrpSpPr/>
            <p:nvPr/>
          </p:nvGrpSpPr>
          <p:grpSpPr>
            <a:xfrm>
              <a:off x="7675991" y="2527093"/>
              <a:ext cx="3238598" cy="340558"/>
              <a:chOff x="7307300" y="2800053"/>
              <a:chExt cx="3238598" cy="340558"/>
            </a:xfrm>
            <a:grpFill/>
          </p:grpSpPr>
          <p:sp>
            <p:nvSpPr>
              <p:cNvPr id="21" name="TextBox 20">
                <a:extLst>
                  <a:ext uri="{FF2B5EF4-FFF2-40B4-BE49-F238E27FC236}">
                    <a16:creationId xmlns:a16="http://schemas.microsoft.com/office/drawing/2014/main" id="{6FD59396-E927-F930-CE9E-CF7A14FFD09C}"/>
                  </a:ext>
                </a:extLst>
              </p:cNvPr>
              <p:cNvSpPr txBox="1"/>
              <p:nvPr/>
            </p:nvSpPr>
            <p:spPr>
              <a:xfrm>
                <a:off x="7307300" y="2800053"/>
                <a:ext cx="1370888" cy="338554"/>
              </a:xfrm>
              <a:prstGeom prst="rect">
                <a:avLst/>
              </a:prstGeom>
              <a:grpFill/>
            </p:spPr>
            <p:txBody>
              <a:bodyPr wrap="none" rtlCol="0">
                <a:spAutoFit/>
              </a:bodyPr>
              <a:lstStyle/>
              <a:p>
                <a:pPr algn="r"/>
                <a:r>
                  <a:rPr lang="en-US" sz="1600" dirty="0">
                    <a:solidFill>
                      <a:schemeClr val="bg1"/>
                    </a:solidFill>
                    <a:ea typeface="Amazon Ember Light" panose="020B0403020204020204" pitchFamily="34" charset="0"/>
                    <a:cs typeface="Amazon Ember Light" panose="020B0403020204020204" pitchFamily="34" charset="0"/>
                  </a:rPr>
                  <a:t>yyyy-mm-dd</a:t>
                </a:r>
              </a:p>
            </p:txBody>
          </p:sp>
          <p:sp>
            <p:nvSpPr>
              <p:cNvPr id="22" name="TextBox 21">
                <a:extLst>
                  <a:ext uri="{FF2B5EF4-FFF2-40B4-BE49-F238E27FC236}">
                    <a16:creationId xmlns:a16="http://schemas.microsoft.com/office/drawing/2014/main" id="{8D571862-95C6-FE1B-7D0C-B00434F16454}"/>
                  </a:ext>
                  <a:ext uri="{C183D7F6-B498-43B3-948B-1728B52AA6E4}">
                    <adec:decorative xmlns:adec="http://schemas.microsoft.com/office/drawing/2017/decorative" val="1"/>
                  </a:ext>
                </a:extLst>
              </p:cNvPr>
              <p:cNvSpPr txBox="1"/>
              <p:nvPr/>
            </p:nvSpPr>
            <p:spPr>
              <a:xfrm>
                <a:off x="8779068" y="2802057"/>
                <a:ext cx="1766830" cy="338554"/>
              </a:xfrm>
              <a:prstGeom prst="rect">
                <a:avLst/>
              </a:prstGeom>
              <a:grpFill/>
            </p:spPr>
            <p:txBody>
              <a:bodyPr wrap="none" rtlCol="0">
                <a:spAutoFit/>
              </a:bodyPr>
              <a:lstStyle/>
              <a:p>
                <a:r>
                  <a:rPr lang="en-US" sz="1600" dirty="0">
                    <a:solidFill>
                      <a:schemeClr val="bg1"/>
                    </a:solidFill>
                    <a:ea typeface="Amazon Ember Light" panose="020B0403020204020204" pitchFamily="34" charset="0"/>
                    <a:cs typeface="Amazon Ember Light" panose="020B0403020204020204" pitchFamily="34" charset="0"/>
                  </a:rPr>
                  <a:t>Year, month, day</a:t>
                </a:r>
              </a:p>
            </p:txBody>
          </p:sp>
        </p:grpSp>
        <p:grpSp>
          <p:nvGrpSpPr>
            <p:cNvPr id="12" name="Group 11">
              <a:extLst>
                <a:ext uri="{FF2B5EF4-FFF2-40B4-BE49-F238E27FC236}">
                  <a16:creationId xmlns:a16="http://schemas.microsoft.com/office/drawing/2014/main" id="{C2F0E422-6F91-316A-6B92-A24F2AA9C34F}"/>
                </a:ext>
                <a:ext uri="{C183D7F6-B498-43B3-948B-1728B52AA6E4}">
                  <adec:decorative xmlns:adec="http://schemas.microsoft.com/office/drawing/2017/decorative" val="1"/>
                </a:ext>
              </a:extLst>
            </p:cNvPr>
            <p:cNvGrpSpPr/>
            <p:nvPr/>
          </p:nvGrpSpPr>
          <p:grpSpPr>
            <a:xfrm>
              <a:off x="7999796" y="3017518"/>
              <a:ext cx="1985052" cy="344304"/>
              <a:chOff x="7631105" y="3426958"/>
              <a:chExt cx="1985052" cy="344304"/>
            </a:xfrm>
            <a:grpFill/>
          </p:grpSpPr>
          <p:sp>
            <p:nvSpPr>
              <p:cNvPr id="19" name="TextBox 18">
                <a:extLst>
                  <a:ext uri="{FF2B5EF4-FFF2-40B4-BE49-F238E27FC236}">
                    <a16:creationId xmlns:a16="http://schemas.microsoft.com/office/drawing/2014/main" id="{F8D1594A-43CE-ECD8-28EF-150C7739942B}"/>
                  </a:ext>
                </a:extLst>
              </p:cNvPr>
              <p:cNvSpPr txBox="1"/>
              <p:nvPr/>
            </p:nvSpPr>
            <p:spPr>
              <a:xfrm>
                <a:off x="7631105" y="3432708"/>
                <a:ext cx="1047083" cy="338554"/>
              </a:xfrm>
              <a:prstGeom prst="rect">
                <a:avLst/>
              </a:prstGeom>
              <a:grpFill/>
            </p:spPr>
            <p:txBody>
              <a:bodyPr wrap="none" rtlCol="0">
                <a:spAutoFit/>
              </a:bodyPr>
              <a:lstStyle/>
              <a:p>
                <a:pPr algn="r"/>
                <a:r>
                  <a:rPr lang="en-US" sz="1600" dirty="0">
                    <a:solidFill>
                      <a:schemeClr val="bg1"/>
                    </a:solidFill>
                    <a:ea typeface="Amazon Ember Light" panose="020B0403020204020204" pitchFamily="34" charset="0"/>
                    <a:cs typeface="Amazon Ember Light" panose="020B0403020204020204" pitchFamily="34" charset="0"/>
                  </a:rPr>
                  <a:t>yyyy-mm</a:t>
                </a:r>
              </a:p>
            </p:txBody>
          </p:sp>
          <p:sp>
            <p:nvSpPr>
              <p:cNvPr id="20" name="TextBox 19">
                <a:extLst>
                  <a:ext uri="{FF2B5EF4-FFF2-40B4-BE49-F238E27FC236}">
                    <a16:creationId xmlns:a16="http://schemas.microsoft.com/office/drawing/2014/main" id="{8B8FAB80-C793-D0FA-4C45-DD6BF55A59D8}"/>
                  </a:ext>
                </a:extLst>
              </p:cNvPr>
              <p:cNvSpPr txBox="1"/>
              <p:nvPr/>
            </p:nvSpPr>
            <p:spPr>
              <a:xfrm>
                <a:off x="8779068" y="3426958"/>
                <a:ext cx="837089" cy="338554"/>
              </a:xfrm>
              <a:prstGeom prst="rect">
                <a:avLst/>
              </a:prstGeom>
              <a:grpFill/>
            </p:spPr>
            <p:txBody>
              <a:bodyPr wrap="none" rtlCol="0">
                <a:spAutoFit/>
              </a:bodyPr>
              <a:lstStyle/>
              <a:p>
                <a:r>
                  <a:rPr lang="en-US" sz="1600" dirty="0">
                    <a:solidFill>
                      <a:schemeClr val="bg1"/>
                    </a:solidFill>
                    <a:ea typeface="Amazon Ember Light" panose="020B0403020204020204" pitchFamily="34" charset="0"/>
                    <a:cs typeface="Amazon Ember Light" panose="020B0403020204020204" pitchFamily="34" charset="0"/>
                  </a:rPr>
                  <a:t>No day</a:t>
                </a:r>
              </a:p>
            </p:txBody>
          </p:sp>
        </p:grpSp>
        <p:grpSp>
          <p:nvGrpSpPr>
            <p:cNvPr id="13" name="Group 12">
              <a:extLst>
                <a:ext uri="{FF2B5EF4-FFF2-40B4-BE49-F238E27FC236}">
                  <a16:creationId xmlns:a16="http://schemas.microsoft.com/office/drawing/2014/main" id="{E4D02FF6-A276-E320-E87E-8D3F539DBCFC}"/>
                </a:ext>
              </a:extLst>
            </p:cNvPr>
            <p:cNvGrpSpPr/>
            <p:nvPr/>
          </p:nvGrpSpPr>
          <p:grpSpPr>
            <a:xfrm>
              <a:off x="8546421" y="3503256"/>
              <a:ext cx="1555445" cy="341237"/>
              <a:chOff x="8177730" y="4049176"/>
              <a:chExt cx="1555445" cy="341237"/>
            </a:xfrm>
            <a:grpFill/>
          </p:grpSpPr>
          <p:sp>
            <p:nvSpPr>
              <p:cNvPr id="17" name="TextBox 16">
                <a:extLst>
                  <a:ext uri="{FF2B5EF4-FFF2-40B4-BE49-F238E27FC236}">
                    <a16:creationId xmlns:a16="http://schemas.microsoft.com/office/drawing/2014/main" id="{05F60208-E616-67B0-5EA2-002D09D96775}"/>
                  </a:ext>
                </a:extLst>
              </p:cNvPr>
              <p:cNvSpPr txBox="1"/>
              <p:nvPr/>
            </p:nvSpPr>
            <p:spPr>
              <a:xfrm>
                <a:off x="8177730" y="4049176"/>
                <a:ext cx="500458" cy="338554"/>
              </a:xfrm>
              <a:prstGeom prst="rect">
                <a:avLst/>
              </a:prstGeom>
              <a:grpFill/>
            </p:spPr>
            <p:txBody>
              <a:bodyPr wrap="none" rtlCol="0">
                <a:spAutoFit/>
              </a:bodyPr>
              <a:lstStyle/>
              <a:p>
                <a:pPr algn="r"/>
                <a:r>
                  <a:rPr lang="en-US" sz="1600" dirty="0">
                    <a:solidFill>
                      <a:schemeClr val="bg1"/>
                    </a:solidFill>
                    <a:ea typeface="Amazon Ember Light" panose="020B0403020204020204" pitchFamily="34" charset="0"/>
                    <a:cs typeface="Amazon Ember Light" panose="020B0403020204020204" pitchFamily="34" charset="0"/>
                  </a:rPr>
                  <a:t>ss:s</a:t>
                </a:r>
              </a:p>
            </p:txBody>
          </p:sp>
          <p:sp>
            <p:nvSpPr>
              <p:cNvPr id="18" name="TextBox 17">
                <a:extLst>
                  <a:ext uri="{FF2B5EF4-FFF2-40B4-BE49-F238E27FC236}">
                    <a16:creationId xmlns:a16="http://schemas.microsoft.com/office/drawing/2014/main" id="{4F0EAD1E-47F4-6276-A7C0-105A87C565A6}"/>
                  </a:ext>
                  <a:ext uri="{C183D7F6-B498-43B3-948B-1728B52AA6E4}">
                    <adec:decorative xmlns:adec="http://schemas.microsoft.com/office/drawing/2017/decorative" val="1"/>
                  </a:ext>
                </a:extLst>
              </p:cNvPr>
              <p:cNvSpPr txBox="1"/>
              <p:nvPr/>
            </p:nvSpPr>
            <p:spPr>
              <a:xfrm>
                <a:off x="8779068" y="4051859"/>
                <a:ext cx="954107" cy="338554"/>
              </a:xfrm>
              <a:prstGeom prst="rect">
                <a:avLst/>
              </a:prstGeom>
              <a:grpFill/>
            </p:spPr>
            <p:txBody>
              <a:bodyPr wrap="none" rtlCol="0">
                <a:spAutoFit/>
              </a:bodyPr>
              <a:lstStyle/>
              <a:p>
                <a:r>
                  <a:rPr lang="en-US" sz="1600" dirty="0">
                    <a:solidFill>
                      <a:schemeClr val="bg1"/>
                    </a:solidFill>
                    <a:ea typeface="Amazon Ember Light" panose="020B0403020204020204" pitchFamily="34" charset="0"/>
                    <a:cs typeface="Amazon Ember Light" panose="020B0403020204020204" pitchFamily="34" charset="0"/>
                  </a:rPr>
                  <a:t>Seconds</a:t>
                </a:r>
              </a:p>
            </p:txBody>
          </p:sp>
        </p:grpSp>
        <p:grpSp>
          <p:nvGrpSpPr>
            <p:cNvPr id="14" name="Group 13">
              <a:extLst>
                <a:ext uri="{FF2B5EF4-FFF2-40B4-BE49-F238E27FC236}">
                  <a16:creationId xmlns:a16="http://schemas.microsoft.com/office/drawing/2014/main" id="{E05DD690-61AA-5793-61EA-E4386BDD098B}"/>
                </a:ext>
                <a:ext uri="{C183D7F6-B498-43B3-948B-1728B52AA6E4}">
                  <adec:decorative xmlns:adec="http://schemas.microsoft.com/office/drawing/2017/decorative" val="1"/>
                </a:ext>
              </a:extLst>
            </p:cNvPr>
            <p:cNvGrpSpPr/>
            <p:nvPr/>
          </p:nvGrpSpPr>
          <p:grpSpPr>
            <a:xfrm>
              <a:off x="8172922" y="3994360"/>
              <a:ext cx="1876046" cy="338554"/>
              <a:chOff x="7804231" y="4676760"/>
              <a:chExt cx="1876046" cy="338554"/>
            </a:xfrm>
            <a:grpFill/>
          </p:grpSpPr>
          <p:sp>
            <p:nvSpPr>
              <p:cNvPr id="15" name="TextBox 14">
                <a:extLst>
                  <a:ext uri="{FF2B5EF4-FFF2-40B4-BE49-F238E27FC236}">
                    <a16:creationId xmlns:a16="http://schemas.microsoft.com/office/drawing/2014/main" id="{03DCEEA0-FAC4-8A8E-FE88-CBC5ACDD412A}"/>
                  </a:ext>
                </a:extLst>
              </p:cNvPr>
              <p:cNvSpPr txBox="1"/>
              <p:nvPr/>
            </p:nvSpPr>
            <p:spPr>
              <a:xfrm>
                <a:off x="7804231" y="4676760"/>
                <a:ext cx="873957" cy="338554"/>
              </a:xfrm>
              <a:prstGeom prst="rect">
                <a:avLst/>
              </a:prstGeom>
              <a:grpFill/>
            </p:spPr>
            <p:txBody>
              <a:bodyPr wrap="none" rtlCol="0">
                <a:spAutoFit/>
              </a:bodyPr>
              <a:lstStyle/>
              <a:p>
                <a:pPr algn="r"/>
                <a:r>
                  <a:rPr lang="en-US" sz="1600" dirty="0">
                    <a:solidFill>
                      <a:schemeClr val="bg1"/>
                    </a:solidFill>
                    <a:ea typeface="Amazon Ember Light" panose="020B0403020204020204" pitchFamily="34" charset="0"/>
                    <a:cs typeface="Amazon Ember Light" panose="020B0403020204020204" pitchFamily="34" charset="0"/>
                  </a:rPr>
                  <a:t>mm-dd</a:t>
                </a:r>
              </a:p>
            </p:txBody>
          </p:sp>
          <p:sp>
            <p:nvSpPr>
              <p:cNvPr id="16" name="TextBox 15">
                <a:extLst>
                  <a:ext uri="{FF2B5EF4-FFF2-40B4-BE49-F238E27FC236}">
                    <a16:creationId xmlns:a16="http://schemas.microsoft.com/office/drawing/2014/main" id="{9366B589-C904-F9CE-1ACA-202BDEC1F40C}"/>
                  </a:ext>
                </a:extLst>
              </p:cNvPr>
              <p:cNvSpPr txBox="1"/>
              <p:nvPr/>
            </p:nvSpPr>
            <p:spPr>
              <a:xfrm>
                <a:off x="8779068" y="4676760"/>
                <a:ext cx="901209" cy="338554"/>
              </a:xfrm>
              <a:prstGeom prst="rect">
                <a:avLst/>
              </a:prstGeom>
              <a:grpFill/>
            </p:spPr>
            <p:txBody>
              <a:bodyPr wrap="none" rtlCol="0">
                <a:spAutoFit/>
              </a:bodyPr>
              <a:lstStyle/>
              <a:p>
                <a:r>
                  <a:rPr lang="en-US" sz="1600" dirty="0">
                    <a:solidFill>
                      <a:schemeClr val="bg1"/>
                    </a:solidFill>
                    <a:ea typeface="Amazon Ember Light" panose="020B0403020204020204" pitchFamily="34" charset="0"/>
                    <a:cs typeface="Amazon Ember Light" panose="020B0403020204020204" pitchFamily="34" charset="0"/>
                  </a:rPr>
                  <a:t>No year</a:t>
                </a:r>
              </a:p>
            </p:txBody>
          </p:sp>
        </p:grpSp>
      </p:grpSp>
      <p:sp>
        <p:nvSpPr>
          <p:cNvPr id="28" name="TextBox 27">
            <a:extLst>
              <a:ext uri="{FF2B5EF4-FFF2-40B4-BE49-F238E27FC236}">
                <a16:creationId xmlns:a16="http://schemas.microsoft.com/office/drawing/2014/main" id="{5044183E-68BE-AC00-63C3-37B9596393E6}"/>
              </a:ext>
            </a:extLst>
          </p:cNvPr>
          <p:cNvSpPr txBox="1"/>
          <p:nvPr/>
        </p:nvSpPr>
        <p:spPr>
          <a:xfrm>
            <a:off x="394604" y="4398915"/>
            <a:ext cx="4565673" cy="523220"/>
          </a:xfrm>
          <a:prstGeom prst="rect">
            <a:avLst/>
          </a:prstGeom>
          <a:noFill/>
        </p:spPr>
        <p:txBody>
          <a:bodyPr wrap="none" rtlCol="0">
            <a:spAutoFit/>
          </a:bodyPr>
          <a:lstStyle/>
          <a:p>
            <a:r>
              <a:rPr lang="en-US" sz="2800" dirty="0">
                <a:ea typeface="Amazon Ember Light" panose="020B0403020204020204" pitchFamily="34" charset="0"/>
                <a:cs typeface="Amazon Ember Light" panose="020B0403020204020204" pitchFamily="34" charset="0"/>
              </a:rPr>
              <a:t>UTC, local, and time zones:</a:t>
            </a:r>
          </a:p>
        </p:txBody>
      </p:sp>
      <p:sp>
        <p:nvSpPr>
          <p:cNvPr id="29" name="TextBox 28">
            <a:extLst>
              <a:ext uri="{FF2B5EF4-FFF2-40B4-BE49-F238E27FC236}">
                <a16:creationId xmlns:a16="http://schemas.microsoft.com/office/drawing/2014/main" id="{8963EEA8-4AE1-F71D-DB59-7545620CFD97}"/>
              </a:ext>
            </a:extLst>
          </p:cNvPr>
          <p:cNvSpPr txBox="1"/>
          <p:nvPr/>
        </p:nvSpPr>
        <p:spPr>
          <a:xfrm>
            <a:off x="822283" y="4928800"/>
            <a:ext cx="4450257" cy="523220"/>
          </a:xfrm>
          <a:prstGeom prst="rect">
            <a:avLst/>
          </a:prstGeom>
          <a:noFill/>
        </p:spPr>
        <p:txBody>
          <a:bodyPr wrap="none" rtlCol="0">
            <a:spAutoFit/>
          </a:bodyPr>
          <a:lstStyle/>
          <a:p>
            <a:r>
              <a:rPr lang="en-US" sz="2800" dirty="0">
                <a:ea typeface="Amazon Ember Light" panose="020B0403020204020204" pitchFamily="34" charset="0"/>
                <a:cs typeface="Amazon Ember Light" panose="020B0403020204020204" pitchFamily="34" charset="0"/>
              </a:rPr>
              <a:t>Is the time in UTC format?</a:t>
            </a:r>
          </a:p>
        </p:txBody>
      </p:sp>
      <p:sp>
        <p:nvSpPr>
          <p:cNvPr id="27" name="Rectangle 26">
            <a:extLst>
              <a:ext uri="{FF2B5EF4-FFF2-40B4-BE49-F238E27FC236}">
                <a16:creationId xmlns:a16="http://schemas.microsoft.com/office/drawing/2014/main" id="{453533AF-CAD1-FB6E-4C09-7B87103A9EB0}"/>
              </a:ext>
              <a:ext uri="{C183D7F6-B498-43B3-948B-1728B52AA6E4}">
                <adec:decorative xmlns:adec="http://schemas.microsoft.com/office/drawing/2017/decorative" val="0"/>
              </a:ext>
            </a:extLst>
          </p:cNvPr>
          <p:cNvSpPr/>
          <p:nvPr/>
        </p:nvSpPr>
        <p:spPr>
          <a:xfrm>
            <a:off x="5328233" y="4981748"/>
            <a:ext cx="2630848" cy="369332"/>
          </a:xfrm>
          <a:prstGeom prst="rect">
            <a:avLst/>
          </a:prstGeom>
          <a:solidFill>
            <a:schemeClr val="accent1"/>
          </a:solidFill>
        </p:spPr>
        <p:txBody>
          <a:bodyPr wrap="none">
            <a:spAutoFit/>
          </a:bodyPr>
          <a:lstStyle/>
          <a:p>
            <a:r>
              <a:rPr lang="en-US" dirty="0">
                <a:solidFill>
                  <a:schemeClr val="bg1"/>
                </a:solidFill>
              </a:rPr>
              <a:t>2020-06-02T13:15:30Z</a:t>
            </a:r>
          </a:p>
        </p:txBody>
      </p:sp>
    </p:spTree>
    <p:custDataLst>
      <p:tags r:id="rId1"/>
    </p:custDataLst>
    <p:extLst>
      <p:ext uri="{BB962C8B-B14F-4D97-AF65-F5344CB8AC3E}">
        <p14:creationId xmlns:p14="http://schemas.microsoft.com/office/powerpoint/2010/main" val="24780187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F54A59E-034D-4036-9DDE-F026296C9AE2}"/>
              </a:ext>
            </a:extLst>
          </p:cNvPr>
          <p:cNvSpPr>
            <a:spLocks noGrp="1"/>
          </p:cNvSpPr>
          <p:nvPr>
            <p:ph type="sldNum" idx="97"/>
          </p:nvPr>
        </p:nvSpPr>
        <p:spPr/>
        <p:txBody>
          <a:bodyPr/>
          <a:lstStyle/>
          <a:p>
            <a:fld id="{4037B1B0-0345-4E15-985A-6BECCDBE474F}" type="slidenum">
              <a:rPr lang="en-US" smtClean="0"/>
              <a:pPr/>
              <a:t>10</a:t>
            </a:fld>
            <a:endParaRPr lang="en-US" dirty="0"/>
          </a:p>
        </p:txBody>
      </p:sp>
      <p:sp>
        <p:nvSpPr>
          <p:cNvPr id="3" name="Title 2">
            <a:extLst>
              <a:ext uri="{FF2B5EF4-FFF2-40B4-BE49-F238E27FC236}">
                <a16:creationId xmlns:a16="http://schemas.microsoft.com/office/drawing/2014/main" id="{3BE02FE7-A6FA-4689-A30C-628FCBC12A88}"/>
              </a:ext>
            </a:extLst>
          </p:cNvPr>
          <p:cNvSpPr>
            <a:spLocks noGrp="1"/>
          </p:cNvSpPr>
          <p:nvPr>
            <p:ph type="title" idx="1"/>
          </p:nvPr>
        </p:nvSpPr>
        <p:spPr/>
        <p:txBody>
          <a:bodyPr/>
          <a:lstStyle/>
          <a:p>
            <a:r>
              <a:rPr lang="en-US" dirty="0"/>
              <a:t>Time series handling: Missing data</a:t>
            </a:r>
          </a:p>
        </p:txBody>
      </p:sp>
      <p:pic>
        <p:nvPicPr>
          <p:cNvPr id="6" name="Picture 5" descr="Plots for the different fill techniques. More details in notes.">
            <a:extLst>
              <a:ext uri="{FF2B5EF4-FFF2-40B4-BE49-F238E27FC236}">
                <a16:creationId xmlns:a16="http://schemas.microsoft.com/office/drawing/2014/main" id="{32FBE100-2ED2-4A71-FBA4-FE8DCD7C3C5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86384" y="1179576"/>
            <a:ext cx="11236145" cy="4427956"/>
          </a:xfrm>
          <a:prstGeom prst="rect">
            <a:avLst/>
          </a:prstGeom>
        </p:spPr>
      </p:pic>
      <p:sp>
        <p:nvSpPr>
          <p:cNvPr id="97" name="TextBox 96">
            <a:extLst>
              <a:ext uri="{FF2B5EF4-FFF2-40B4-BE49-F238E27FC236}">
                <a16:creationId xmlns:a16="http://schemas.microsoft.com/office/drawing/2014/main" id="{38DB30F2-D034-36B0-63A9-A24CE6B7E865}"/>
              </a:ext>
            </a:extLst>
          </p:cNvPr>
          <p:cNvSpPr txBox="1"/>
          <p:nvPr/>
        </p:nvSpPr>
        <p:spPr>
          <a:xfrm>
            <a:off x="499910" y="5851681"/>
            <a:ext cx="7489551" cy="523220"/>
          </a:xfrm>
          <a:prstGeom prst="rect">
            <a:avLst/>
          </a:prstGeom>
          <a:noFill/>
        </p:spPr>
        <p:txBody>
          <a:bodyPr wrap="none" rtlCol="0">
            <a:spAutoFit/>
          </a:bodyPr>
          <a:lstStyle/>
          <a:p>
            <a:pPr algn="ctr"/>
            <a:r>
              <a:rPr lang="en-US" sz="2800" dirty="0">
                <a:ea typeface="Amazon Ember Light" panose="020B0403020204020204" pitchFamily="34" charset="0"/>
                <a:cs typeface="Amazon Ember Light" panose="020B0403020204020204" pitchFamily="34" charset="0"/>
              </a:rPr>
              <a:t>Note: Zero is sometimes the perfect fill value</a:t>
            </a:r>
          </a:p>
        </p:txBody>
      </p:sp>
    </p:spTree>
    <p:custDataLst>
      <p:tags r:id="rId1"/>
    </p:custDataLst>
    <p:extLst>
      <p:ext uri="{BB962C8B-B14F-4D97-AF65-F5344CB8AC3E}">
        <p14:creationId xmlns:p14="http://schemas.microsoft.com/office/powerpoint/2010/main" val="41957797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F54A59E-034D-4036-9DDE-F026296C9AE2}"/>
              </a:ext>
            </a:extLst>
          </p:cNvPr>
          <p:cNvSpPr>
            <a:spLocks noGrp="1"/>
          </p:cNvSpPr>
          <p:nvPr>
            <p:ph type="sldNum" idx="97"/>
          </p:nvPr>
        </p:nvSpPr>
        <p:spPr/>
        <p:txBody>
          <a:bodyPr/>
          <a:lstStyle/>
          <a:p>
            <a:fld id="{4037B1B0-0345-4E15-985A-6BECCDBE474F}" type="slidenum">
              <a:rPr lang="en-US" smtClean="0"/>
              <a:pPr/>
              <a:t>11</a:t>
            </a:fld>
            <a:endParaRPr lang="en-US" dirty="0"/>
          </a:p>
        </p:txBody>
      </p:sp>
      <p:sp>
        <p:nvSpPr>
          <p:cNvPr id="3" name="Title 2">
            <a:extLst>
              <a:ext uri="{FF2B5EF4-FFF2-40B4-BE49-F238E27FC236}">
                <a16:creationId xmlns:a16="http://schemas.microsoft.com/office/drawing/2014/main" id="{3BE02FE7-A6FA-4689-A30C-628FCBC12A88}"/>
              </a:ext>
            </a:extLst>
          </p:cNvPr>
          <p:cNvSpPr>
            <a:spLocks noGrp="1"/>
          </p:cNvSpPr>
          <p:nvPr>
            <p:ph type="title" idx="1"/>
          </p:nvPr>
        </p:nvSpPr>
        <p:spPr/>
        <p:txBody>
          <a:bodyPr/>
          <a:lstStyle/>
          <a:p>
            <a:r>
              <a:rPr lang="en-US" dirty="0"/>
              <a:t>Time series handling: Downsampling</a:t>
            </a:r>
          </a:p>
        </p:txBody>
      </p:sp>
      <p:pic>
        <p:nvPicPr>
          <p:cNvPr id="5" name="Picture 4" descr="Granular invoice data based on year, month, date, hours, minutes, seconds condensed to month, date, year.">
            <a:extLst>
              <a:ext uri="{FF2B5EF4-FFF2-40B4-BE49-F238E27FC236}">
                <a16:creationId xmlns:a16="http://schemas.microsoft.com/office/drawing/2014/main" id="{DED38BF0-0D82-ECAC-FA16-0DE8CA80055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9257" y="2069856"/>
            <a:ext cx="11413485" cy="2718288"/>
          </a:xfrm>
          <a:prstGeom prst="rect">
            <a:avLst/>
          </a:prstGeom>
        </p:spPr>
      </p:pic>
    </p:spTree>
    <p:custDataLst>
      <p:tags r:id="rId1"/>
    </p:custDataLst>
    <p:extLst>
      <p:ext uri="{BB962C8B-B14F-4D97-AF65-F5344CB8AC3E}">
        <p14:creationId xmlns:p14="http://schemas.microsoft.com/office/powerpoint/2010/main" val="28063465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F54A59E-034D-4036-9DDE-F026296C9AE2}"/>
              </a:ext>
            </a:extLst>
          </p:cNvPr>
          <p:cNvSpPr>
            <a:spLocks noGrp="1"/>
          </p:cNvSpPr>
          <p:nvPr>
            <p:ph type="sldNum" idx="97"/>
          </p:nvPr>
        </p:nvSpPr>
        <p:spPr/>
        <p:txBody>
          <a:bodyPr/>
          <a:lstStyle/>
          <a:p>
            <a:fld id="{4037B1B0-0345-4E15-985A-6BECCDBE474F}" type="slidenum">
              <a:rPr lang="en-US" smtClean="0"/>
              <a:pPr/>
              <a:t>12</a:t>
            </a:fld>
            <a:endParaRPr lang="en-US" dirty="0"/>
          </a:p>
        </p:txBody>
      </p:sp>
      <p:sp>
        <p:nvSpPr>
          <p:cNvPr id="3" name="Title 2">
            <a:extLst>
              <a:ext uri="{FF2B5EF4-FFF2-40B4-BE49-F238E27FC236}">
                <a16:creationId xmlns:a16="http://schemas.microsoft.com/office/drawing/2014/main" id="{3BE02FE7-A6FA-4689-A30C-628FCBC12A88}"/>
              </a:ext>
            </a:extLst>
          </p:cNvPr>
          <p:cNvSpPr>
            <a:spLocks noGrp="1"/>
          </p:cNvSpPr>
          <p:nvPr>
            <p:ph type="title" idx="1"/>
          </p:nvPr>
        </p:nvSpPr>
        <p:spPr/>
        <p:txBody>
          <a:bodyPr/>
          <a:lstStyle/>
          <a:p>
            <a:r>
              <a:rPr lang="en-US" dirty="0"/>
              <a:t>Time series handling: Upsampling</a:t>
            </a:r>
          </a:p>
        </p:txBody>
      </p:sp>
      <p:pic>
        <p:nvPicPr>
          <p:cNvPr id="15" name="Picture 14" descr="Table with less granular invoice date data, a question mark, and another table with more granular date data.">
            <a:extLst>
              <a:ext uri="{FF2B5EF4-FFF2-40B4-BE49-F238E27FC236}">
                <a16:creationId xmlns:a16="http://schemas.microsoft.com/office/drawing/2014/main" id="{5D6606B9-C9D6-600B-2DAB-8DC37F6F13B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55913" y="1380880"/>
            <a:ext cx="10280173" cy="2751539"/>
          </a:xfrm>
          <a:prstGeom prst="rect">
            <a:avLst/>
          </a:prstGeom>
        </p:spPr>
      </p:pic>
      <p:sp>
        <p:nvSpPr>
          <p:cNvPr id="12" name="TextBox 11">
            <a:extLst>
              <a:ext uri="{FF2B5EF4-FFF2-40B4-BE49-F238E27FC236}">
                <a16:creationId xmlns:a16="http://schemas.microsoft.com/office/drawing/2014/main" id="{69B4ABDB-CC6C-99A1-2E6D-026FBA4B50C4}"/>
              </a:ext>
            </a:extLst>
          </p:cNvPr>
          <p:cNvSpPr txBox="1"/>
          <p:nvPr/>
        </p:nvSpPr>
        <p:spPr>
          <a:xfrm>
            <a:off x="663477" y="4410541"/>
            <a:ext cx="10835534" cy="1815882"/>
          </a:xfrm>
          <a:prstGeom prst="rect">
            <a:avLst/>
          </a:prstGeom>
          <a:noFill/>
        </p:spPr>
        <p:txBody>
          <a:bodyPr wrap="square" rtlCol="0">
            <a:spAutoFit/>
          </a:bodyPr>
          <a:lstStyle/>
          <a:p>
            <a:r>
              <a:rPr lang="en-US" sz="2800" dirty="0">
                <a:ea typeface="Amazon Ember Light" panose="020B0403020204020204" pitchFamily="34" charset="0"/>
                <a:cs typeface="Amazon Ember Light" panose="020B0403020204020204" pitchFamily="34" charset="0"/>
              </a:rPr>
              <a:t>Reasons to upsample:</a:t>
            </a:r>
          </a:p>
          <a:p>
            <a:pPr marL="457200" indent="-457200">
              <a:buFont typeface="Arial" panose="020B0604020202020204" pitchFamily="34" charset="0"/>
              <a:buChar char="•"/>
            </a:pPr>
            <a:r>
              <a:rPr lang="en-US" sz="2800" dirty="0">
                <a:ea typeface="Amazon Ember Light" panose="020B0403020204020204" pitchFamily="34" charset="0"/>
                <a:cs typeface="Amazon Ember Light" panose="020B0403020204020204" pitchFamily="34" charset="0"/>
              </a:rPr>
              <a:t>Match different time series</a:t>
            </a:r>
          </a:p>
          <a:p>
            <a:pPr marL="457200" indent="-457200">
              <a:buFont typeface="Arial" panose="020B0604020202020204" pitchFamily="34" charset="0"/>
              <a:buChar char="•"/>
            </a:pPr>
            <a:r>
              <a:rPr lang="en-US" sz="2800" dirty="0">
                <a:ea typeface="Amazon Ember Light" panose="020B0403020204020204" pitchFamily="34" charset="0"/>
                <a:cs typeface="Amazon Ember Light" panose="020B0403020204020204" pitchFamily="34" charset="0"/>
              </a:rPr>
              <a:t>Irregular time series</a:t>
            </a:r>
          </a:p>
          <a:p>
            <a:pPr marL="457200" indent="-457200">
              <a:buFont typeface="Arial" panose="020B0604020202020204" pitchFamily="34" charset="0"/>
              <a:buChar char="•"/>
            </a:pPr>
            <a:r>
              <a:rPr lang="en-US" sz="2800" dirty="0">
                <a:ea typeface="Amazon Ember Light" panose="020B0403020204020204" pitchFamily="34" charset="0"/>
                <a:cs typeface="Amazon Ember Light" panose="020B0403020204020204" pitchFamily="34" charset="0"/>
              </a:rPr>
              <a:t>Knowledge of domain</a:t>
            </a:r>
          </a:p>
        </p:txBody>
      </p:sp>
    </p:spTree>
    <p:custDataLst>
      <p:tags r:id="rId1"/>
    </p:custDataLst>
    <p:extLst>
      <p:ext uri="{BB962C8B-B14F-4D97-AF65-F5344CB8AC3E}">
        <p14:creationId xmlns:p14="http://schemas.microsoft.com/office/powerpoint/2010/main" val="25166248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F54A59E-034D-4036-9DDE-F026296C9AE2}"/>
              </a:ext>
            </a:extLst>
          </p:cNvPr>
          <p:cNvSpPr>
            <a:spLocks noGrp="1"/>
          </p:cNvSpPr>
          <p:nvPr>
            <p:ph type="sldNum" idx="97"/>
          </p:nvPr>
        </p:nvSpPr>
        <p:spPr/>
        <p:txBody>
          <a:bodyPr/>
          <a:lstStyle/>
          <a:p>
            <a:fld id="{4037B1B0-0345-4E15-985A-6BECCDBE474F}" type="slidenum">
              <a:rPr lang="en-US" smtClean="0"/>
              <a:pPr/>
              <a:t>13</a:t>
            </a:fld>
            <a:endParaRPr lang="en-US" dirty="0"/>
          </a:p>
        </p:txBody>
      </p:sp>
      <p:sp>
        <p:nvSpPr>
          <p:cNvPr id="3" name="Title 2">
            <a:extLst>
              <a:ext uri="{FF2B5EF4-FFF2-40B4-BE49-F238E27FC236}">
                <a16:creationId xmlns:a16="http://schemas.microsoft.com/office/drawing/2014/main" id="{3BE02FE7-A6FA-4689-A30C-628FCBC12A88}"/>
              </a:ext>
            </a:extLst>
          </p:cNvPr>
          <p:cNvSpPr>
            <a:spLocks noGrp="1"/>
          </p:cNvSpPr>
          <p:nvPr>
            <p:ph type="title" idx="1"/>
          </p:nvPr>
        </p:nvSpPr>
        <p:spPr/>
        <p:txBody>
          <a:bodyPr/>
          <a:lstStyle/>
          <a:p>
            <a:r>
              <a:rPr lang="en-US" dirty="0"/>
              <a:t>Time series handling: Smoothing data</a:t>
            </a:r>
          </a:p>
        </p:txBody>
      </p:sp>
      <p:sp>
        <p:nvSpPr>
          <p:cNvPr id="37" name="TextBox 36">
            <a:extLst>
              <a:ext uri="{FF2B5EF4-FFF2-40B4-BE49-F238E27FC236}">
                <a16:creationId xmlns:a16="http://schemas.microsoft.com/office/drawing/2014/main" id="{D83FE2A3-BD97-AA43-64A4-3D3C9DC7F13B}"/>
              </a:ext>
              <a:ext uri="{C183D7F6-B498-43B3-948B-1728B52AA6E4}">
                <adec:decorative xmlns:adec="http://schemas.microsoft.com/office/drawing/2017/decorative" val="0"/>
              </a:ext>
            </a:extLst>
          </p:cNvPr>
          <p:cNvSpPr txBox="1"/>
          <p:nvPr/>
        </p:nvSpPr>
        <p:spPr>
          <a:xfrm>
            <a:off x="998003" y="1557952"/>
            <a:ext cx="1410964" cy="523220"/>
          </a:xfrm>
          <a:prstGeom prst="rect">
            <a:avLst/>
          </a:prstGeom>
          <a:noFill/>
        </p:spPr>
        <p:txBody>
          <a:bodyPr wrap="none" rtlCol="0">
            <a:spAutoFit/>
          </a:bodyPr>
          <a:lstStyle/>
          <a:p>
            <a:r>
              <a:rPr lang="en-US" sz="2800" dirty="0">
                <a:ea typeface="Amazon Ember Light" panose="020B0403020204020204" pitchFamily="34" charset="0"/>
                <a:cs typeface="Amazon Ember Light" panose="020B0403020204020204" pitchFamily="34" charset="0"/>
              </a:rPr>
              <a:t>outliers</a:t>
            </a:r>
          </a:p>
        </p:txBody>
      </p:sp>
      <p:pic>
        <p:nvPicPr>
          <p:cNvPr id="75" name="Picture 74" descr="Line plot with outliers.">
            <a:extLst>
              <a:ext uri="{FF2B5EF4-FFF2-40B4-BE49-F238E27FC236}">
                <a16:creationId xmlns:a16="http://schemas.microsoft.com/office/drawing/2014/main" id="{A2B0F363-76DE-30D4-768D-232D866169A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96112" y="1426464"/>
            <a:ext cx="3045259" cy="2443966"/>
          </a:xfrm>
          <a:prstGeom prst="rect">
            <a:avLst/>
          </a:prstGeom>
        </p:spPr>
      </p:pic>
      <p:sp>
        <p:nvSpPr>
          <p:cNvPr id="72" name="TextBox 71">
            <a:extLst>
              <a:ext uri="{FF2B5EF4-FFF2-40B4-BE49-F238E27FC236}">
                <a16:creationId xmlns:a16="http://schemas.microsoft.com/office/drawing/2014/main" id="{8CE80B05-CCE6-F9AE-F18A-40E9BA5BE47A}"/>
              </a:ext>
            </a:extLst>
          </p:cNvPr>
          <p:cNvSpPr txBox="1"/>
          <p:nvPr/>
        </p:nvSpPr>
        <p:spPr>
          <a:xfrm>
            <a:off x="641742" y="4155443"/>
            <a:ext cx="4214615" cy="1138773"/>
          </a:xfrm>
          <a:prstGeom prst="rect">
            <a:avLst/>
          </a:prstGeom>
          <a:noFill/>
        </p:spPr>
        <p:txBody>
          <a:bodyPr wrap="none" rtlCol="0">
            <a:spAutoFit/>
          </a:bodyPr>
          <a:lstStyle/>
          <a:p>
            <a:r>
              <a:rPr lang="en-US" sz="2800" dirty="0">
                <a:solidFill>
                  <a:srgbClr val="232F3E"/>
                </a:solidFill>
                <a:ea typeface="Amazon Ember Light" panose="020B0403020204020204" pitchFamily="34" charset="0"/>
                <a:cs typeface="Amazon Ember Light" panose="020B0403020204020204" pitchFamily="34" charset="0"/>
              </a:rPr>
              <a:t>Why are you smoothing?</a:t>
            </a:r>
          </a:p>
          <a:p>
            <a:pPr marL="457200" indent="-457200">
              <a:buFont typeface="Arial" panose="020B0604020202020204" pitchFamily="34" charset="0"/>
              <a:buChar char="•"/>
            </a:pPr>
            <a:r>
              <a:rPr lang="en-US" sz="2000" dirty="0">
                <a:solidFill>
                  <a:srgbClr val="232F3E"/>
                </a:solidFill>
                <a:ea typeface="Amazon Ember Light" panose="020B0403020204020204" pitchFamily="34" charset="0"/>
                <a:cs typeface="Amazon Ember Light" panose="020B0403020204020204" pitchFamily="34" charset="0"/>
              </a:rPr>
              <a:t>Data preparation</a:t>
            </a:r>
          </a:p>
          <a:p>
            <a:pPr marL="457200" indent="-457200">
              <a:buFont typeface="Arial" panose="020B0604020202020204" pitchFamily="34" charset="0"/>
              <a:buChar char="•"/>
            </a:pPr>
            <a:r>
              <a:rPr lang="en-US" sz="2000" dirty="0">
                <a:solidFill>
                  <a:srgbClr val="232F3E"/>
                </a:solidFill>
                <a:ea typeface="Amazon Ember Light" panose="020B0403020204020204" pitchFamily="34" charset="0"/>
                <a:cs typeface="Amazon Ember Light" panose="020B0403020204020204" pitchFamily="34" charset="0"/>
              </a:rPr>
              <a:t>Visualization</a:t>
            </a:r>
          </a:p>
        </p:txBody>
      </p:sp>
      <p:sp>
        <p:nvSpPr>
          <p:cNvPr id="70" name="TextBox 69">
            <a:extLst>
              <a:ext uri="{FF2B5EF4-FFF2-40B4-BE49-F238E27FC236}">
                <a16:creationId xmlns:a16="http://schemas.microsoft.com/office/drawing/2014/main" id="{D94657AD-DDF8-17A2-DBBF-53AA6A735C5D}"/>
              </a:ext>
              <a:ext uri="{C183D7F6-B498-43B3-948B-1728B52AA6E4}">
                <adec:decorative xmlns:adec="http://schemas.microsoft.com/office/drawing/2017/decorative" val="0"/>
              </a:ext>
            </a:extLst>
          </p:cNvPr>
          <p:cNvSpPr txBox="1"/>
          <p:nvPr/>
        </p:nvSpPr>
        <p:spPr>
          <a:xfrm>
            <a:off x="4467703" y="1914490"/>
            <a:ext cx="3449983" cy="523220"/>
          </a:xfrm>
          <a:prstGeom prst="rect">
            <a:avLst/>
          </a:prstGeom>
          <a:noFill/>
        </p:spPr>
        <p:txBody>
          <a:bodyPr wrap="none" rtlCol="0">
            <a:spAutoFit/>
          </a:bodyPr>
          <a:lstStyle/>
          <a:p>
            <a:r>
              <a:rPr lang="en-US" sz="2800" dirty="0">
                <a:solidFill>
                  <a:srgbClr val="232F3E"/>
                </a:solidFill>
                <a:ea typeface="Amazon Ember Light" panose="020B0403020204020204" pitchFamily="34" charset="0"/>
                <a:cs typeface="Amazon Ember Light" panose="020B0403020204020204" pitchFamily="34" charset="0"/>
              </a:rPr>
              <a:t>Smoothing function</a:t>
            </a:r>
          </a:p>
        </p:txBody>
      </p:sp>
      <p:sp>
        <p:nvSpPr>
          <p:cNvPr id="71" name="Right Arrow 101">
            <a:extLst>
              <a:ext uri="{FF2B5EF4-FFF2-40B4-BE49-F238E27FC236}">
                <a16:creationId xmlns:a16="http://schemas.microsoft.com/office/drawing/2014/main" id="{67A9FFF3-C02E-0932-5876-2C91D00F81F5}"/>
              </a:ext>
              <a:ext uri="{C183D7F6-B498-43B3-948B-1728B52AA6E4}">
                <adec:decorative xmlns:adec="http://schemas.microsoft.com/office/drawing/2017/decorative" val="1"/>
              </a:ext>
            </a:extLst>
          </p:cNvPr>
          <p:cNvSpPr/>
          <p:nvPr/>
        </p:nvSpPr>
        <p:spPr>
          <a:xfrm>
            <a:off x="4516313" y="2463792"/>
            <a:ext cx="3226304" cy="484632"/>
          </a:xfrm>
          <a:prstGeom prs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7" name="Picture 76" descr="Line plot after smoothing function applied.">
            <a:extLst>
              <a:ext uri="{FF2B5EF4-FFF2-40B4-BE49-F238E27FC236}">
                <a16:creationId xmlns:a16="http://schemas.microsoft.com/office/drawing/2014/main" id="{EF9A0040-5759-702D-1165-C609E9D62EB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257032" y="1426464"/>
            <a:ext cx="3045259" cy="2443966"/>
          </a:xfrm>
          <a:prstGeom prst="rect">
            <a:avLst/>
          </a:prstGeom>
        </p:spPr>
      </p:pic>
      <p:sp>
        <p:nvSpPr>
          <p:cNvPr id="73" name="Rectangle 72">
            <a:extLst>
              <a:ext uri="{FF2B5EF4-FFF2-40B4-BE49-F238E27FC236}">
                <a16:creationId xmlns:a16="http://schemas.microsoft.com/office/drawing/2014/main" id="{AD8EE570-D8C1-7FBF-CE86-133DE467F089}"/>
              </a:ext>
              <a:ext uri="{C183D7F6-B498-43B3-948B-1728B52AA6E4}">
                <adec:decorative xmlns:adec="http://schemas.microsoft.com/office/drawing/2017/decorative" val="0"/>
              </a:ext>
            </a:extLst>
          </p:cNvPr>
          <p:cNvSpPr/>
          <p:nvPr/>
        </p:nvSpPr>
        <p:spPr>
          <a:xfrm>
            <a:off x="7742617" y="4155443"/>
            <a:ext cx="3699303" cy="1877437"/>
          </a:xfrm>
          <a:prstGeom prst="rect">
            <a:avLst/>
          </a:prstGeom>
        </p:spPr>
        <p:txBody>
          <a:bodyPr wrap="square">
            <a:spAutoFit/>
          </a:bodyPr>
          <a:lstStyle/>
          <a:p>
            <a:r>
              <a:rPr lang="en-US" sz="2800" dirty="0">
                <a:solidFill>
                  <a:srgbClr val="232F3E"/>
                </a:solidFill>
              </a:rPr>
              <a:t>How does smoothing affect your outcome?</a:t>
            </a:r>
          </a:p>
          <a:p>
            <a:pPr marL="457200" indent="-457200">
              <a:buFont typeface="Arial" panose="020B0604020202020204" pitchFamily="34" charset="0"/>
              <a:buChar char="•"/>
            </a:pPr>
            <a:r>
              <a:rPr lang="en-US" sz="2000" dirty="0">
                <a:solidFill>
                  <a:srgbClr val="232F3E"/>
                </a:solidFill>
                <a:ea typeface="Amazon Ember Light" panose="020B0403020204020204" pitchFamily="34" charset="0"/>
                <a:cs typeface="Amazon Ember Light" panose="020B0403020204020204" pitchFamily="34" charset="0"/>
              </a:rPr>
              <a:t>Cleaner data to model</a:t>
            </a:r>
          </a:p>
          <a:p>
            <a:pPr marL="457200" indent="-457200">
              <a:buFont typeface="Arial" panose="020B0604020202020204" pitchFamily="34" charset="0"/>
              <a:buChar char="•"/>
            </a:pPr>
            <a:r>
              <a:rPr lang="en-US" sz="2000" dirty="0">
                <a:solidFill>
                  <a:srgbClr val="232F3E"/>
                </a:solidFill>
                <a:ea typeface="Amazon Ember Light" panose="020B0403020204020204" pitchFamily="34" charset="0"/>
                <a:cs typeface="Amazon Ember Light" panose="020B0403020204020204" pitchFamily="34" charset="0"/>
              </a:rPr>
              <a:t>Model compatibility</a:t>
            </a:r>
          </a:p>
          <a:p>
            <a:pPr marL="457200" indent="-457200">
              <a:buFont typeface="Arial" panose="020B0604020202020204" pitchFamily="34" charset="0"/>
              <a:buChar char="•"/>
            </a:pPr>
            <a:r>
              <a:rPr lang="en-US" sz="2000" dirty="0">
                <a:solidFill>
                  <a:srgbClr val="232F3E"/>
                </a:solidFill>
                <a:ea typeface="Amazon Ember Light" panose="020B0403020204020204" pitchFamily="34" charset="0"/>
                <a:cs typeface="Amazon Ember Light" panose="020B0403020204020204" pitchFamily="34" charset="0"/>
              </a:rPr>
              <a:t>Production improvements</a:t>
            </a:r>
            <a:endParaRPr lang="en-US" sz="2000" dirty="0">
              <a:solidFill>
                <a:srgbClr val="232F3E"/>
              </a:solidFill>
            </a:endParaRPr>
          </a:p>
        </p:txBody>
      </p:sp>
    </p:spTree>
    <p:custDataLst>
      <p:tags r:id="rId1"/>
    </p:custDataLst>
    <p:extLst>
      <p:ext uri="{BB962C8B-B14F-4D97-AF65-F5344CB8AC3E}">
        <p14:creationId xmlns:p14="http://schemas.microsoft.com/office/powerpoint/2010/main" val="26384595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F54A59E-034D-4036-9DDE-F026296C9AE2}"/>
              </a:ext>
            </a:extLst>
          </p:cNvPr>
          <p:cNvSpPr>
            <a:spLocks noGrp="1"/>
          </p:cNvSpPr>
          <p:nvPr>
            <p:ph type="sldNum" idx="97"/>
          </p:nvPr>
        </p:nvSpPr>
        <p:spPr>
          <a:xfrm>
            <a:off x="11347704" y="6446520"/>
            <a:ext cx="484632" cy="228600"/>
          </a:xfrm>
        </p:spPr>
        <p:txBody>
          <a:bodyPr vert="horz" lIns="0" tIns="0" rIns="0" bIns="0" rtlCol="0" anchor="ctr">
            <a:normAutofit/>
          </a:bodyPr>
          <a:lstStyle/>
          <a:p>
            <a:pPr>
              <a:spcAft>
                <a:spcPts val="600"/>
              </a:spcAft>
            </a:pPr>
            <a:fld id="{4037B1B0-0345-4E15-985A-6BECCDBE474F}" type="slidenum">
              <a:rPr lang="en-US" smtClean="0"/>
              <a:pPr>
                <a:spcAft>
                  <a:spcPts val="600"/>
                </a:spcAft>
              </a:pPr>
              <a:t>14</a:t>
            </a:fld>
            <a:endParaRPr lang="en-US" dirty="0"/>
          </a:p>
        </p:txBody>
      </p:sp>
      <p:sp>
        <p:nvSpPr>
          <p:cNvPr id="3" name="Title 2">
            <a:extLst>
              <a:ext uri="{FF2B5EF4-FFF2-40B4-BE49-F238E27FC236}">
                <a16:creationId xmlns:a16="http://schemas.microsoft.com/office/drawing/2014/main" id="{3BE02FE7-A6FA-4689-A30C-628FCBC12A88}"/>
              </a:ext>
            </a:extLst>
          </p:cNvPr>
          <p:cNvSpPr>
            <a:spLocks noGrp="1"/>
          </p:cNvSpPr>
          <p:nvPr>
            <p:ph type="title" idx="1"/>
          </p:nvPr>
        </p:nvSpPr>
        <p:spPr>
          <a:xfrm>
            <a:off x="365760" y="301752"/>
            <a:ext cx="11466576" cy="731318"/>
          </a:xfrm>
        </p:spPr>
        <p:txBody>
          <a:bodyPr vert="horz" lIns="91440" tIns="45720" rIns="91440" bIns="45720" rtlCol="0" anchor="ctr">
            <a:normAutofit/>
          </a:bodyPr>
          <a:lstStyle/>
          <a:p>
            <a:r>
              <a:rPr lang="en-US" kern="1200" dirty="0">
                <a:latin typeface="Amazon Ember Display Heavy"/>
              </a:rPr>
              <a:t>Seasonality</a:t>
            </a:r>
          </a:p>
        </p:txBody>
      </p:sp>
      <p:sp>
        <p:nvSpPr>
          <p:cNvPr id="89" name="Content Placeholder 5">
            <a:extLst>
              <a:ext uri="{FF2B5EF4-FFF2-40B4-BE49-F238E27FC236}">
                <a16:creationId xmlns:a16="http://schemas.microsoft.com/office/drawing/2014/main" id="{7D6130FD-A273-9A86-7560-22CB325A9DDE}"/>
              </a:ext>
            </a:extLst>
          </p:cNvPr>
          <p:cNvSpPr txBox="1">
            <a:spLocks/>
          </p:cNvSpPr>
          <p:nvPr/>
        </p:nvSpPr>
        <p:spPr>
          <a:xfrm>
            <a:off x="365760" y="1097280"/>
            <a:ext cx="3657600" cy="533095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fontAlgn="auto">
              <a:lnSpc>
                <a:spcPct val="100000"/>
              </a:lnSpc>
              <a:spcBef>
                <a:spcPts val="0"/>
              </a:spcBef>
              <a:spcAft>
                <a:spcPts val="1200"/>
              </a:spcAft>
              <a:buClrTx/>
              <a:buSzTx/>
              <a:buFont typeface="Amazon Ember Display"/>
              <a:buChar char="•"/>
              <a:tabLst/>
              <a:defRPr/>
            </a:pPr>
            <a:r>
              <a:rPr kumimoji="0" lang="en-US" sz="2400" b="0" i="0" u="none" strike="noStrike" cap="none" spc="0" normalizeH="0" baseline="0" noProof="0" dirty="0">
                <a:ln>
                  <a:noFill/>
                </a:ln>
                <a:solidFill>
                  <a:srgbClr val="232F3E"/>
                </a:solidFill>
                <a:effectLst/>
                <a:uLnTx/>
                <a:uFillTx/>
                <a:latin typeface="Amazon Ember display"/>
              </a:rPr>
              <a:t>Seasonality frequency</a:t>
            </a:r>
          </a:p>
          <a:p>
            <a:pPr marL="685800" marR="0" lvl="1" fontAlgn="auto">
              <a:lnSpc>
                <a:spcPct val="100000"/>
              </a:lnSpc>
              <a:spcBef>
                <a:spcPts val="0"/>
              </a:spcBef>
              <a:spcAft>
                <a:spcPts val="1200"/>
              </a:spcAft>
              <a:buClrTx/>
              <a:buSzTx/>
              <a:buFont typeface="Amazon Ember Display"/>
              <a:buChar char="•"/>
              <a:tabLst/>
              <a:defRPr/>
            </a:pPr>
            <a:r>
              <a:rPr kumimoji="0" lang="en-US" b="0" i="0" u="none" strike="noStrike" cap="none" spc="0" normalizeH="0" baseline="0" noProof="0" dirty="0">
                <a:ln>
                  <a:noFill/>
                </a:ln>
                <a:solidFill>
                  <a:srgbClr val="232F3E"/>
                </a:solidFill>
                <a:effectLst/>
                <a:uLnTx/>
                <a:uFillTx/>
                <a:latin typeface="Amazon Ember display"/>
              </a:rPr>
              <a:t>Hourly, daily, quarterly, yearly</a:t>
            </a:r>
          </a:p>
          <a:p>
            <a:pPr marL="685800" marR="0" lvl="1" fontAlgn="auto">
              <a:lnSpc>
                <a:spcPct val="100000"/>
              </a:lnSpc>
              <a:spcBef>
                <a:spcPts val="0"/>
              </a:spcBef>
              <a:spcAft>
                <a:spcPts val="1200"/>
              </a:spcAft>
              <a:buClrTx/>
              <a:buSzTx/>
              <a:buFont typeface="Amazon Ember Display"/>
              <a:buChar char="•"/>
              <a:tabLst/>
              <a:defRPr/>
            </a:pPr>
            <a:r>
              <a:rPr kumimoji="0" lang="en-US" b="0" i="0" u="none" strike="noStrike" cap="none" spc="0" normalizeH="0" baseline="0" noProof="0" dirty="0">
                <a:ln>
                  <a:noFill/>
                </a:ln>
                <a:solidFill>
                  <a:srgbClr val="232F3E"/>
                </a:solidFill>
                <a:effectLst/>
                <a:uLnTx/>
                <a:uFillTx/>
                <a:latin typeface="Amazon Ember display"/>
              </a:rPr>
              <a:t>Spring, summer, fall, winter</a:t>
            </a:r>
          </a:p>
          <a:p>
            <a:pPr marL="685800" marR="0" lvl="1" fontAlgn="auto">
              <a:lnSpc>
                <a:spcPct val="100000"/>
              </a:lnSpc>
              <a:spcBef>
                <a:spcPts val="0"/>
              </a:spcBef>
              <a:spcAft>
                <a:spcPts val="1200"/>
              </a:spcAft>
              <a:buClrTx/>
              <a:buSzTx/>
              <a:buFont typeface="Amazon Ember Display"/>
              <a:buChar char="•"/>
              <a:tabLst/>
              <a:defRPr/>
            </a:pPr>
            <a:r>
              <a:rPr kumimoji="0" lang="en-US" b="0" i="0" u="none" strike="noStrike" cap="none" spc="0" normalizeH="0" baseline="0" noProof="0" dirty="0">
                <a:ln>
                  <a:noFill/>
                </a:ln>
                <a:solidFill>
                  <a:srgbClr val="232F3E"/>
                </a:solidFill>
                <a:effectLst/>
                <a:uLnTx/>
                <a:uFillTx/>
                <a:latin typeface="Amazon Ember display"/>
              </a:rPr>
              <a:t>Major holiday sales, winter holiday season</a:t>
            </a:r>
          </a:p>
          <a:p>
            <a:pPr marL="228600" marR="0" lvl="0" fontAlgn="auto">
              <a:lnSpc>
                <a:spcPct val="100000"/>
              </a:lnSpc>
              <a:spcBef>
                <a:spcPts val="0"/>
              </a:spcBef>
              <a:spcAft>
                <a:spcPts val="1200"/>
              </a:spcAft>
              <a:buClrTx/>
              <a:buSzTx/>
              <a:buFont typeface="Amazon Ember Display"/>
              <a:buChar char="•"/>
              <a:tabLst/>
              <a:defRPr/>
            </a:pPr>
            <a:r>
              <a:rPr kumimoji="0" lang="en-US" sz="2400" b="0" i="0" u="none" strike="noStrike" cap="none" spc="0" normalizeH="0" baseline="0" noProof="0" dirty="0">
                <a:ln>
                  <a:noFill/>
                </a:ln>
                <a:solidFill>
                  <a:srgbClr val="232F3E"/>
                </a:solidFill>
                <a:effectLst/>
                <a:uLnTx/>
                <a:uFillTx/>
                <a:latin typeface="Amazon Ember display"/>
              </a:rPr>
              <a:t>Incorporating holidays</a:t>
            </a:r>
          </a:p>
        </p:txBody>
      </p:sp>
      <p:pic>
        <p:nvPicPr>
          <p:cNvPr id="5" name="Picture 4" descr="Line plot for 24 values that rise and fall along the y axis.">
            <a:extLst>
              <a:ext uri="{FF2B5EF4-FFF2-40B4-BE49-F238E27FC236}">
                <a16:creationId xmlns:a16="http://schemas.microsoft.com/office/drawing/2014/main" id="{DB2CEF52-A89F-A95F-8C72-1B4FD9BE43C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87952" y="1947214"/>
            <a:ext cx="7644384" cy="3631084"/>
          </a:xfrm>
          <a:prstGeom prst="rect">
            <a:avLst/>
          </a:prstGeom>
          <a:noFill/>
        </p:spPr>
      </p:pic>
    </p:spTree>
    <p:custDataLst>
      <p:tags r:id="rId1"/>
    </p:custDataLst>
    <p:extLst>
      <p:ext uri="{BB962C8B-B14F-4D97-AF65-F5344CB8AC3E}">
        <p14:creationId xmlns:p14="http://schemas.microsoft.com/office/powerpoint/2010/main" val="25278249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F54A59E-034D-4036-9DDE-F026296C9AE2}"/>
              </a:ext>
            </a:extLst>
          </p:cNvPr>
          <p:cNvSpPr>
            <a:spLocks noGrp="1"/>
          </p:cNvSpPr>
          <p:nvPr>
            <p:ph type="sldNum" idx="97"/>
          </p:nvPr>
        </p:nvSpPr>
        <p:spPr/>
        <p:txBody>
          <a:bodyPr/>
          <a:lstStyle/>
          <a:p>
            <a:fld id="{4037B1B0-0345-4E15-985A-6BECCDBE474F}" type="slidenum">
              <a:rPr lang="en-US" smtClean="0"/>
              <a:pPr/>
              <a:t>15</a:t>
            </a:fld>
            <a:endParaRPr lang="en-US" dirty="0"/>
          </a:p>
        </p:txBody>
      </p:sp>
      <p:sp>
        <p:nvSpPr>
          <p:cNvPr id="3" name="Title 2">
            <a:extLst>
              <a:ext uri="{FF2B5EF4-FFF2-40B4-BE49-F238E27FC236}">
                <a16:creationId xmlns:a16="http://schemas.microsoft.com/office/drawing/2014/main" id="{3BE02FE7-A6FA-4689-A30C-628FCBC12A88}"/>
              </a:ext>
            </a:extLst>
          </p:cNvPr>
          <p:cNvSpPr>
            <a:spLocks noGrp="1"/>
          </p:cNvSpPr>
          <p:nvPr>
            <p:ph type="title" idx="1"/>
          </p:nvPr>
        </p:nvSpPr>
        <p:spPr/>
        <p:txBody>
          <a:bodyPr/>
          <a:lstStyle/>
          <a:p>
            <a:r>
              <a:rPr lang="en-US" dirty="0"/>
              <a:t>Stationarity, trends, and autocorrelation</a:t>
            </a:r>
          </a:p>
        </p:txBody>
      </p:sp>
      <p:sp>
        <p:nvSpPr>
          <p:cNvPr id="7" name="Content Placeholder 34">
            <a:extLst>
              <a:ext uri="{FF2B5EF4-FFF2-40B4-BE49-F238E27FC236}">
                <a16:creationId xmlns:a16="http://schemas.microsoft.com/office/drawing/2014/main" id="{442530EF-A3AD-0132-2BCF-54D925F46D39}"/>
              </a:ext>
            </a:extLst>
          </p:cNvPr>
          <p:cNvSpPr txBox="1">
            <a:spLocks/>
          </p:cNvSpPr>
          <p:nvPr/>
        </p:nvSpPr>
        <p:spPr>
          <a:xfrm>
            <a:off x="419100" y="1528175"/>
            <a:ext cx="5504688" cy="464878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srgbClr val="232F3E"/>
                </a:solidFill>
                <a:effectLst/>
                <a:uLnTx/>
                <a:uFillTx/>
                <a:latin typeface="+mn-lt"/>
                <a:ea typeface="Amazon Ember Light" panose="020B0403020204020204" pitchFamily="34" charset="0"/>
                <a:cs typeface="Amazon Ember Light" panose="020B0403020204020204" pitchFamily="34" charset="0"/>
              </a:rPr>
              <a:t>Stationarity</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srgbClr val="232F3E"/>
                </a:solidFill>
                <a:effectLst/>
                <a:uLnTx/>
                <a:uFillTx/>
                <a:latin typeface="+mn-lt"/>
                <a:ea typeface="Amazon Ember Light" panose="020B0403020204020204" pitchFamily="34" charset="0"/>
                <a:cs typeface="Amazon Ember Light" panose="020B0403020204020204" pitchFamily="34" charset="0"/>
              </a:rPr>
              <a:t>How stable is the system?</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srgbClr val="232F3E"/>
                </a:solidFill>
                <a:effectLst/>
                <a:uLnTx/>
                <a:uFillTx/>
                <a:latin typeface="+mn-lt"/>
                <a:ea typeface="Amazon Ember Light" panose="020B0403020204020204" pitchFamily="34" charset="0"/>
                <a:cs typeface="Amazon Ember Light" panose="020B0403020204020204" pitchFamily="34" charset="0"/>
              </a:rPr>
              <a:t>Does the past inform the future?</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srgbClr val="232F3E"/>
                </a:solidFill>
                <a:effectLst/>
                <a:uLnTx/>
                <a:uFillTx/>
                <a:latin typeface="+mn-lt"/>
                <a:ea typeface="Amazon Ember Light" panose="020B0403020204020204" pitchFamily="34" charset="0"/>
                <a:cs typeface="Amazon Ember Light" panose="020B0403020204020204" pitchFamily="34" charset="0"/>
              </a:rPr>
              <a:t>Trends</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srgbClr val="232F3E"/>
                </a:solidFill>
                <a:effectLst/>
                <a:uLnTx/>
                <a:uFillTx/>
                <a:latin typeface="+mn-lt"/>
                <a:ea typeface="Amazon Ember Light" panose="020B0403020204020204" pitchFamily="34" charset="0"/>
                <a:cs typeface="Amazon Ember Light" panose="020B0403020204020204" pitchFamily="34" charset="0"/>
              </a:rPr>
              <a:t>Correlation issues</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srgbClr val="232F3E"/>
                </a:solidFill>
                <a:effectLst/>
                <a:uLnTx/>
                <a:uFillTx/>
                <a:latin typeface="+mn-lt"/>
                <a:ea typeface="Amazon Ember Light" panose="020B0403020204020204" pitchFamily="34" charset="0"/>
                <a:cs typeface="Amazon Ember Light" panose="020B0403020204020204" pitchFamily="34" charset="0"/>
              </a:rPr>
              <a:t>Autocorrelation</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srgbClr val="232F3E"/>
                </a:solidFill>
                <a:effectLst/>
                <a:uLnTx/>
                <a:uFillTx/>
                <a:latin typeface="+mn-lt"/>
                <a:ea typeface="Amazon Ember Light" panose="020B0403020204020204" pitchFamily="34" charset="0"/>
                <a:cs typeface="Amazon Ember Light" panose="020B0403020204020204" pitchFamily="34" charset="0"/>
              </a:rPr>
              <a:t>How points in time are linearly related</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srgbClr val="232F3E"/>
                </a:solidFill>
                <a:effectLst/>
                <a:uLnTx/>
                <a:uFillTx/>
                <a:latin typeface="+mn-lt"/>
                <a:ea typeface="Amazon Ember Light" panose="020B0403020204020204" pitchFamily="34" charset="0"/>
                <a:cs typeface="Amazon Ember Light" panose="020B0403020204020204" pitchFamily="34" charset="0"/>
              </a:rPr>
              <a:t>Influences algorithm choice</a:t>
            </a:r>
          </a:p>
        </p:txBody>
      </p:sp>
      <p:pic>
        <p:nvPicPr>
          <p:cNvPr id="6" name="Picture 5" descr="Graph showing increasing trend over 2 years of unlabeled data.">
            <a:extLst>
              <a:ext uri="{FF2B5EF4-FFF2-40B4-BE49-F238E27FC236}">
                <a16:creationId xmlns:a16="http://schemas.microsoft.com/office/drawing/2014/main" id="{5A42DB20-D30A-2A6B-A3B0-C61B8177162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06440" y="2066544"/>
            <a:ext cx="5979680" cy="3674261"/>
          </a:xfrm>
          <a:prstGeom prst="rect">
            <a:avLst/>
          </a:prstGeom>
        </p:spPr>
      </p:pic>
    </p:spTree>
    <p:custDataLst>
      <p:tags r:id="rId1"/>
    </p:custDataLst>
    <p:extLst>
      <p:ext uri="{BB962C8B-B14F-4D97-AF65-F5344CB8AC3E}">
        <p14:creationId xmlns:p14="http://schemas.microsoft.com/office/powerpoint/2010/main" val="4146255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F54A59E-034D-4036-9DDE-F026296C9AE2}"/>
              </a:ext>
            </a:extLst>
          </p:cNvPr>
          <p:cNvSpPr>
            <a:spLocks noGrp="1"/>
          </p:cNvSpPr>
          <p:nvPr>
            <p:ph type="sldNum" idx="97"/>
          </p:nvPr>
        </p:nvSpPr>
        <p:spPr/>
        <p:txBody>
          <a:bodyPr/>
          <a:lstStyle/>
          <a:p>
            <a:fld id="{4037B1B0-0345-4E15-985A-6BECCDBE474F}" type="slidenum">
              <a:rPr lang="en-US" smtClean="0"/>
              <a:pPr/>
              <a:t>16</a:t>
            </a:fld>
            <a:endParaRPr lang="en-US" dirty="0"/>
          </a:p>
        </p:txBody>
      </p:sp>
      <p:sp>
        <p:nvSpPr>
          <p:cNvPr id="3" name="Title 2">
            <a:extLst>
              <a:ext uri="{FF2B5EF4-FFF2-40B4-BE49-F238E27FC236}">
                <a16:creationId xmlns:a16="http://schemas.microsoft.com/office/drawing/2014/main" id="{3BE02FE7-A6FA-4689-A30C-628FCBC12A88}"/>
              </a:ext>
            </a:extLst>
          </p:cNvPr>
          <p:cNvSpPr>
            <a:spLocks noGrp="1"/>
          </p:cNvSpPr>
          <p:nvPr>
            <p:ph type="title" idx="1"/>
          </p:nvPr>
        </p:nvSpPr>
        <p:spPr/>
        <p:txBody>
          <a:bodyPr/>
          <a:lstStyle/>
          <a:p>
            <a:r>
              <a:rPr lang="en-US" dirty="0"/>
              <a:t>Using pandas for time series data</a:t>
            </a:r>
          </a:p>
        </p:txBody>
      </p:sp>
      <p:sp>
        <p:nvSpPr>
          <p:cNvPr id="7" name="Content Placeholder 4">
            <a:extLst>
              <a:ext uri="{FF2B5EF4-FFF2-40B4-BE49-F238E27FC236}">
                <a16:creationId xmlns:a16="http://schemas.microsoft.com/office/drawing/2014/main" id="{80591A64-AF21-F7B7-7224-D82704DDAAA1}"/>
              </a:ext>
            </a:extLst>
          </p:cNvPr>
          <p:cNvSpPr txBox="1">
            <a:spLocks/>
          </p:cNvSpPr>
          <p:nvPr/>
        </p:nvSpPr>
        <p:spPr>
          <a:xfrm>
            <a:off x="419100" y="1188336"/>
            <a:ext cx="11353800" cy="525818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None/>
              <a:tabLst/>
              <a:defRPr/>
            </a:pPr>
            <a:r>
              <a:rPr kumimoji="0" lang="en-US" sz="2800" b="0" i="0" u="none" strike="noStrike" kern="1200" cap="none" spc="0" normalizeH="0" baseline="0" noProof="0" dirty="0">
                <a:ln>
                  <a:noFill/>
                </a:ln>
                <a:solidFill>
                  <a:srgbClr val="232F3E"/>
                </a:solidFill>
                <a:effectLst/>
                <a:uLnTx/>
                <a:uFillTx/>
                <a:latin typeface="+mn-lt"/>
                <a:ea typeface="Amazon Ember Light" panose="020B0403020204020204" pitchFamily="34" charset="0"/>
                <a:cs typeface="Amazon Ember Light" panose="020B0403020204020204" pitchFamily="34" charset="0"/>
              </a:rPr>
              <a:t>Time-aware index</a:t>
            </a:r>
          </a:p>
          <a:p>
            <a:pPr marL="457200" lvl="1" indent="0">
              <a:buNone/>
              <a:defRPr/>
            </a:pPr>
            <a:r>
              <a:rPr lang="en-US" kern="0" dirty="0">
                <a:solidFill>
                  <a:srgbClr val="232F3E"/>
                </a:solidFill>
                <a:latin typeface="Lucida Console" panose="020B0609040504020204" pitchFamily="49" charset="0"/>
              </a:rPr>
              <a:t>dataframe['2010-01-04’] </a:t>
            </a:r>
          </a:p>
          <a:p>
            <a:pPr marL="457200" lvl="1" indent="0">
              <a:buNone/>
              <a:defRPr/>
            </a:pPr>
            <a:r>
              <a:rPr lang="en-US" kern="0" dirty="0">
                <a:solidFill>
                  <a:srgbClr val="232F3E"/>
                </a:solidFill>
                <a:latin typeface="Lucida Console" panose="020B0609040504020204" pitchFamily="49" charset="0"/>
              </a:rPr>
              <a:t>dataframe['2010-02':'2010-03’]</a:t>
            </a:r>
          </a:p>
          <a:p>
            <a:pPr marL="457200" lvl="1" indent="0">
              <a:buNone/>
              <a:defRPr/>
            </a:pPr>
            <a:r>
              <a:rPr lang="en-US" kern="0" dirty="0">
                <a:solidFill>
                  <a:srgbClr val="232F3E"/>
                </a:solidFill>
                <a:latin typeface="Lucida Console" panose="020B0609040504020204" pitchFamily="49" charset="0"/>
              </a:rPr>
              <a:t>dataframe['weekday_name'] = dataframe.index.weekday_name</a:t>
            </a:r>
          </a:p>
          <a:p>
            <a:pPr marL="457200" lvl="1" indent="0">
              <a:buNone/>
              <a:defRPr/>
            </a:pPr>
            <a:endParaRPr lang="en-US" kern="0" dirty="0">
              <a:solidFill>
                <a:srgbClr val="232F3E"/>
              </a:solidFill>
              <a:latin typeface="Lucida Console" panose="020B0609040504020204" pitchFamily="49" charset="0"/>
            </a:endParaRPr>
          </a:p>
          <a:p>
            <a:pPr marL="0" indent="0">
              <a:buNone/>
              <a:defRPr/>
            </a:pPr>
            <a:r>
              <a:rPr lang="en-US" dirty="0" err="1">
                <a:solidFill>
                  <a:srgbClr val="232F3E"/>
                </a:solidFill>
                <a:latin typeface="+mn-lt"/>
              </a:rPr>
              <a:t>GroupBy</a:t>
            </a:r>
            <a:r>
              <a:rPr lang="en-US" dirty="0">
                <a:solidFill>
                  <a:srgbClr val="232F3E"/>
                </a:solidFill>
                <a:latin typeface="+mn-lt"/>
              </a:rPr>
              <a:t> and resampling operations</a:t>
            </a:r>
          </a:p>
          <a:p>
            <a:pPr marL="457200" lvl="1" indent="0">
              <a:buNone/>
              <a:defRPr/>
            </a:pPr>
            <a:r>
              <a:rPr lang="en-US" kern="0" dirty="0" err="1">
                <a:solidFill>
                  <a:srgbClr val="232F3E"/>
                </a:solidFill>
                <a:latin typeface="Lucida Console" panose="020B0609040504020204" pitchFamily="49" charset="0"/>
              </a:rPr>
              <a:t>dataframe.groupby</a:t>
            </a:r>
            <a:r>
              <a:rPr lang="en-US" kern="0" dirty="0">
                <a:solidFill>
                  <a:srgbClr val="232F3E"/>
                </a:solidFill>
                <a:latin typeface="Lucida Console" panose="020B0609040504020204" pitchFamily="49" charset="0"/>
              </a:rPr>
              <a:t>('</a:t>
            </a:r>
            <a:r>
              <a:rPr lang="en-US" kern="0" dirty="0" err="1">
                <a:solidFill>
                  <a:srgbClr val="232F3E"/>
                </a:solidFill>
                <a:latin typeface="Lucida Console" panose="020B0609040504020204" pitchFamily="49" charset="0"/>
              </a:rPr>
              <a:t>StockCode</a:t>
            </a:r>
            <a:r>
              <a:rPr lang="en-US" kern="0" dirty="0">
                <a:solidFill>
                  <a:srgbClr val="232F3E"/>
                </a:solidFill>
                <a:latin typeface="Lucida Console" panose="020B0609040504020204" pitchFamily="49" charset="0"/>
              </a:rPr>
              <a:t>')</a:t>
            </a:r>
          </a:p>
          <a:p>
            <a:pPr marL="457200" lvl="1" indent="0">
              <a:buNone/>
              <a:defRPr/>
            </a:pPr>
            <a:r>
              <a:rPr lang="en-US" kern="0" dirty="0" err="1">
                <a:solidFill>
                  <a:srgbClr val="232F3E"/>
                </a:solidFill>
                <a:latin typeface="Lucida Console" panose="020B0609040504020204" pitchFamily="49" charset="0"/>
              </a:rPr>
              <a:t>dataframe.groupby</a:t>
            </a:r>
            <a:r>
              <a:rPr lang="en-US" kern="0" dirty="0">
                <a:solidFill>
                  <a:srgbClr val="232F3E"/>
                </a:solidFill>
                <a:latin typeface="Lucida Console" panose="020B0609040504020204" pitchFamily="49" charset="0"/>
              </a:rPr>
              <a:t>('</a:t>
            </a:r>
            <a:r>
              <a:rPr lang="en-US" kern="0" dirty="0" err="1">
                <a:solidFill>
                  <a:srgbClr val="232F3E"/>
                </a:solidFill>
                <a:latin typeface="Lucida Console" panose="020B0609040504020204" pitchFamily="49" charset="0"/>
              </a:rPr>
              <a:t>StockCode</a:t>
            </a:r>
            <a:r>
              <a:rPr lang="en-US" kern="0" dirty="0">
                <a:solidFill>
                  <a:srgbClr val="232F3E"/>
                </a:solidFill>
                <a:latin typeface="Lucida Console" panose="020B0609040504020204" pitchFamily="49" charset="0"/>
              </a:rPr>
              <a:t>').resample('D').sum()</a:t>
            </a:r>
          </a:p>
          <a:p>
            <a:pPr marL="457200" lvl="1" indent="0">
              <a:buNone/>
              <a:defRPr/>
            </a:pPr>
            <a:endParaRPr lang="en-US" kern="0" dirty="0">
              <a:solidFill>
                <a:srgbClr val="232F3E"/>
              </a:solidFill>
              <a:latin typeface="Lucida Console" panose="020B0609040504020204" pitchFamily="49" charset="0"/>
            </a:endParaRPr>
          </a:p>
          <a:p>
            <a:pPr marL="0" indent="0">
              <a:buNone/>
              <a:defRPr/>
            </a:pPr>
            <a:r>
              <a:rPr lang="en-US" dirty="0">
                <a:solidFill>
                  <a:srgbClr val="232F3E"/>
                </a:solidFill>
                <a:latin typeface="+mn-lt"/>
              </a:rPr>
              <a:t>Autocorrelation</a:t>
            </a:r>
          </a:p>
          <a:p>
            <a:pPr marL="457200" lvl="1" indent="0">
              <a:buNone/>
              <a:defRPr/>
            </a:pPr>
            <a:r>
              <a:rPr lang="en-US" kern="0" dirty="0">
                <a:solidFill>
                  <a:srgbClr val="232F3E"/>
                </a:solidFill>
                <a:latin typeface="Lucida Console" panose="020B0609040504020204" pitchFamily="49" charset="0"/>
              </a:rPr>
              <a:t>dataframe['Quantity'].</a:t>
            </a:r>
            <a:r>
              <a:rPr lang="en-US" kern="0" dirty="0" err="1">
                <a:solidFill>
                  <a:srgbClr val="232F3E"/>
                </a:solidFill>
                <a:latin typeface="Lucida Console" panose="020B0609040504020204" pitchFamily="49" charset="0"/>
              </a:rPr>
              <a:t>autocorr</a:t>
            </a:r>
            <a:r>
              <a:rPr lang="en-US" kern="0" dirty="0">
                <a:solidFill>
                  <a:srgbClr val="232F3E"/>
                </a:solidFill>
                <a:latin typeface="Lucida Console" panose="020B0609040504020204" pitchFamily="49" charset="0"/>
              </a:rPr>
              <a:t>()</a:t>
            </a:r>
          </a:p>
          <a:p>
            <a:pPr>
              <a:defRPr/>
            </a:pPr>
            <a:endParaRPr lang="en-US" kern="0" dirty="0">
              <a:solidFill>
                <a:srgbClr val="232F3E"/>
              </a:solidFill>
              <a:latin typeface="Lucida Console" panose="020B0609040504020204" pitchFamily="49" charset="0"/>
            </a:endParaRPr>
          </a:p>
        </p:txBody>
      </p:sp>
    </p:spTree>
    <p:custDataLst>
      <p:tags r:id="rId1"/>
    </p:custDataLst>
    <p:extLst>
      <p:ext uri="{BB962C8B-B14F-4D97-AF65-F5344CB8AC3E}">
        <p14:creationId xmlns:p14="http://schemas.microsoft.com/office/powerpoint/2010/main" val="31813315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F54A59E-034D-4036-9DDE-F026296C9AE2}"/>
              </a:ext>
            </a:extLst>
          </p:cNvPr>
          <p:cNvSpPr>
            <a:spLocks noGrp="1"/>
          </p:cNvSpPr>
          <p:nvPr>
            <p:ph type="sldNum" idx="97"/>
          </p:nvPr>
        </p:nvSpPr>
        <p:spPr/>
        <p:txBody>
          <a:bodyPr/>
          <a:lstStyle/>
          <a:p>
            <a:fld id="{4037B1B0-0345-4E15-985A-6BECCDBE474F}" type="slidenum">
              <a:rPr lang="en-US" smtClean="0"/>
              <a:pPr/>
              <a:t>17</a:t>
            </a:fld>
            <a:endParaRPr lang="en-US"/>
          </a:p>
        </p:txBody>
      </p:sp>
      <p:sp>
        <p:nvSpPr>
          <p:cNvPr id="3" name="Title 2">
            <a:extLst>
              <a:ext uri="{FF2B5EF4-FFF2-40B4-BE49-F238E27FC236}">
                <a16:creationId xmlns:a16="http://schemas.microsoft.com/office/drawing/2014/main" id="{3BE02FE7-A6FA-4689-A30C-628FCBC12A88}"/>
              </a:ext>
            </a:extLst>
          </p:cNvPr>
          <p:cNvSpPr>
            <a:spLocks noGrp="1"/>
          </p:cNvSpPr>
          <p:nvPr>
            <p:ph type="title" idx="1"/>
          </p:nvPr>
        </p:nvSpPr>
        <p:spPr/>
        <p:txBody>
          <a:bodyPr/>
          <a:lstStyle/>
          <a:p>
            <a:r>
              <a:rPr lang="en-US"/>
              <a:t>Time series algorithms</a:t>
            </a:r>
          </a:p>
        </p:txBody>
      </p:sp>
      <p:sp>
        <p:nvSpPr>
          <p:cNvPr id="7" name="Content Placeholder 2">
            <a:extLst>
              <a:ext uri="{FF2B5EF4-FFF2-40B4-BE49-F238E27FC236}">
                <a16:creationId xmlns:a16="http://schemas.microsoft.com/office/drawing/2014/main" id="{66AD3CF8-E283-4E3E-F43B-0035460869CD}"/>
              </a:ext>
            </a:extLst>
          </p:cNvPr>
          <p:cNvSpPr txBox="1">
            <a:spLocks/>
          </p:cNvSpPr>
          <p:nvPr/>
        </p:nvSpPr>
        <p:spPr>
          <a:xfrm>
            <a:off x="419100" y="1528175"/>
            <a:ext cx="5504688" cy="464878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srgbClr val="232F3E"/>
                </a:solidFill>
                <a:effectLst/>
                <a:uLnTx/>
                <a:uFillTx/>
                <a:latin typeface="+mn-lt"/>
                <a:ea typeface="Amazon Ember Light" panose="020B0403020204020204" pitchFamily="34" charset="0"/>
                <a:cs typeface="Amazon Ember Light" panose="020B0403020204020204" pitchFamily="34" charset="0"/>
              </a:rPr>
              <a:t>Autoregressive Integrated Moving Average (ARIMA) </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srgbClr val="232F3E"/>
                </a:solidFill>
                <a:effectLst/>
                <a:uLnTx/>
                <a:uFillTx/>
                <a:latin typeface="+mn-lt"/>
                <a:ea typeface="Amazon Ember Light" panose="020B0403020204020204" pitchFamily="34" charset="0"/>
                <a:cs typeface="Amazon Ember Light" panose="020B0403020204020204" pitchFamily="34" charset="0"/>
              </a:rPr>
              <a:t>DeepAR+</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srgbClr val="232F3E"/>
                </a:solidFill>
                <a:effectLst/>
                <a:uLnTx/>
                <a:uFillTx/>
                <a:latin typeface="+mn-lt"/>
                <a:ea typeface="Amazon Ember Light" panose="020B0403020204020204" pitchFamily="34" charset="0"/>
                <a:cs typeface="Amazon Ember Light" panose="020B0403020204020204" pitchFamily="34" charset="0"/>
              </a:rPr>
              <a:t>Exponential Smoothing (ETS)</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srgbClr val="232F3E"/>
                </a:solidFill>
                <a:effectLst/>
                <a:uLnTx/>
                <a:uFillTx/>
                <a:latin typeface="+mn-lt"/>
                <a:ea typeface="Amazon Ember Light" panose="020B0403020204020204" pitchFamily="34" charset="0"/>
                <a:cs typeface="Amazon Ember Light" panose="020B0403020204020204" pitchFamily="34" charset="0"/>
              </a:rPr>
              <a:t>Non-Parametric Time Series (NPTS)</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srgbClr val="232F3E"/>
                </a:solidFill>
                <a:effectLst/>
                <a:uLnTx/>
                <a:uFillTx/>
                <a:latin typeface="+mn-lt"/>
                <a:ea typeface="Amazon Ember Light" panose="020B0403020204020204" pitchFamily="34" charset="0"/>
                <a:cs typeface="Amazon Ember Light" panose="020B0403020204020204" pitchFamily="34" charset="0"/>
              </a:rPr>
              <a:t>Prophet</a:t>
            </a:r>
          </a:p>
        </p:txBody>
      </p:sp>
      <p:pic>
        <p:nvPicPr>
          <p:cNvPr id="5" name="Picture 4" descr="Time series algorithms, described in notes.">
            <a:extLst>
              <a:ext uri="{FF2B5EF4-FFF2-40B4-BE49-F238E27FC236}">
                <a16:creationId xmlns:a16="http://schemas.microsoft.com/office/drawing/2014/main" id="{039EB701-6DD7-4648-A0B9-F11719FFAA5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45510" y="1516040"/>
            <a:ext cx="5505165" cy="4657748"/>
          </a:xfrm>
          <a:prstGeom prst="rect">
            <a:avLst/>
          </a:prstGeom>
        </p:spPr>
      </p:pic>
    </p:spTree>
    <p:custDataLst>
      <p:tags r:id="rId1"/>
    </p:custDataLst>
    <p:extLst>
      <p:ext uri="{BB962C8B-B14F-4D97-AF65-F5344CB8AC3E}">
        <p14:creationId xmlns:p14="http://schemas.microsoft.com/office/powerpoint/2010/main" val="7175127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7C306B8-78BA-41DF-9CB8-E2EDD7892C7C}"/>
              </a:ext>
            </a:extLst>
          </p:cNvPr>
          <p:cNvSpPr>
            <a:spLocks noGrp="1"/>
          </p:cNvSpPr>
          <p:nvPr>
            <p:ph type="sldNum" idx="97"/>
          </p:nvPr>
        </p:nvSpPr>
        <p:spPr/>
        <p:txBody>
          <a:bodyPr/>
          <a:lstStyle/>
          <a:p>
            <a:fld id="{930176A1-BCF0-4712-97A6-6B495F55390B}" type="slidenum">
              <a:rPr lang="en-US" smtClean="0"/>
              <a:pPr/>
              <a:t>18</a:t>
            </a:fld>
            <a:endParaRPr lang="en-US"/>
          </a:p>
        </p:txBody>
      </p:sp>
      <p:sp>
        <p:nvSpPr>
          <p:cNvPr id="3" name="Title 2">
            <a:extLst>
              <a:ext uri="{FF2B5EF4-FFF2-40B4-BE49-F238E27FC236}">
                <a16:creationId xmlns:a16="http://schemas.microsoft.com/office/drawing/2014/main" id="{1FEDED09-2D96-4DEB-B2BA-482DB6D419E8}"/>
              </a:ext>
            </a:extLst>
          </p:cNvPr>
          <p:cNvSpPr>
            <a:spLocks noGrp="1"/>
          </p:cNvSpPr>
          <p:nvPr>
            <p:ph type="title" idx="1"/>
          </p:nvPr>
        </p:nvSpPr>
        <p:spPr/>
        <p:txBody>
          <a:bodyPr/>
          <a:lstStyle/>
          <a:p>
            <a:r>
              <a:rPr lang="en-US">
                <a:latin typeface="+mj-lt"/>
              </a:rPr>
              <a:t>Section 2 key takeaways</a:t>
            </a:r>
            <a:endParaRPr lang="en-US"/>
          </a:p>
        </p:txBody>
      </p:sp>
      <p:pic>
        <p:nvPicPr>
          <p:cNvPr id="5" name="Content Placeholder 13">
            <a:extLst>
              <a:ext uri="{FF2B5EF4-FFF2-40B4-BE49-F238E27FC236}">
                <a16:creationId xmlns:a16="http://schemas.microsoft.com/office/drawing/2014/main" id="{0BE67EF3-A3F7-407F-819C-0F6A1858E52D}"/>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68565" y="2892425"/>
            <a:ext cx="2511045" cy="2743200"/>
          </a:xfrm>
          <a:prstGeom prst="rect">
            <a:avLst/>
          </a:prstGeom>
        </p:spPr>
      </p:pic>
      <p:sp>
        <p:nvSpPr>
          <p:cNvPr id="4" name="Text Placeholder 3">
            <a:extLst>
              <a:ext uri="{FF2B5EF4-FFF2-40B4-BE49-F238E27FC236}">
                <a16:creationId xmlns:a16="http://schemas.microsoft.com/office/drawing/2014/main" id="{641F168C-F6FE-4D33-B99F-76543B1E39F8}"/>
              </a:ext>
            </a:extLst>
          </p:cNvPr>
          <p:cNvSpPr>
            <a:spLocks noGrp="1"/>
          </p:cNvSpPr>
          <p:nvPr>
            <p:ph type="body" idx="3"/>
          </p:nvPr>
        </p:nvSpPr>
        <p:spPr/>
        <p:txBody>
          <a:bodyPr/>
          <a:lstStyle/>
          <a:p>
            <a:r>
              <a:rPr lang="en-US" dirty="0">
                <a:latin typeface="+mn-lt"/>
              </a:rPr>
              <a:t>Time series data is sequenced</a:t>
            </a:r>
          </a:p>
          <a:p>
            <a:r>
              <a:rPr lang="en-US" dirty="0">
                <a:latin typeface="+mn-lt"/>
              </a:rPr>
              <a:t>Time challenges – </a:t>
            </a:r>
          </a:p>
          <a:p>
            <a:pPr lvl="1"/>
            <a:r>
              <a:rPr lang="en-US" dirty="0">
                <a:latin typeface="+mn-lt"/>
              </a:rPr>
              <a:t>Different formats</a:t>
            </a:r>
          </a:p>
          <a:p>
            <a:pPr lvl="1"/>
            <a:r>
              <a:rPr lang="en-US" dirty="0">
                <a:latin typeface="+mn-lt"/>
              </a:rPr>
              <a:t>Missing data</a:t>
            </a:r>
          </a:p>
          <a:p>
            <a:pPr lvl="1"/>
            <a:r>
              <a:rPr lang="en-US" dirty="0">
                <a:latin typeface="+mn-lt"/>
              </a:rPr>
              <a:t>Seasonality</a:t>
            </a:r>
          </a:p>
          <a:p>
            <a:pPr lvl="1"/>
            <a:r>
              <a:rPr lang="en-US" dirty="0">
                <a:latin typeface="+mn-lt"/>
              </a:rPr>
              <a:t>Correlations</a:t>
            </a:r>
          </a:p>
          <a:p>
            <a:r>
              <a:rPr lang="en-US" dirty="0">
                <a:latin typeface="+mn-lt"/>
              </a:rPr>
              <a:t>The pandas library offers support for time series data</a:t>
            </a:r>
          </a:p>
        </p:txBody>
      </p:sp>
    </p:spTree>
    <p:custDataLst>
      <p:tags r:id="rId1"/>
    </p:custDataLst>
    <p:extLst>
      <p:ext uri="{BB962C8B-B14F-4D97-AF65-F5344CB8AC3E}">
        <p14:creationId xmlns:p14="http://schemas.microsoft.com/office/powerpoint/2010/main" val="28627349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2577DC0-FC87-4CA4-86FA-B4168515040E}"/>
              </a:ext>
            </a:extLst>
          </p:cNvPr>
          <p:cNvSpPr>
            <a:spLocks noGrp="1"/>
          </p:cNvSpPr>
          <p:nvPr>
            <p:ph type="sldNum" idx="97"/>
          </p:nvPr>
        </p:nvSpPr>
        <p:spPr/>
        <p:txBody>
          <a:bodyPr/>
          <a:lstStyle/>
          <a:p>
            <a:fld id="{4037B1B0-0345-4E15-985A-6BECCDBE474F}" type="slidenum">
              <a:rPr lang="en-US" smtClean="0"/>
              <a:pPr/>
              <a:t>19</a:t>
            </a:fld>
            <a:endParaRPr lang="en-US"/>
          </a:p>
        </p:txBody>
      </p:sp>
      <p:sp>
        <p:nvSpPr>
          <p:cNvPr id="3" name="Title 2">
            <a:extLst>
              <a:ext uri="{FF2B5EF4-FFF2-40B4-BE49-F238E27FC236}">
                <a16:creationId xmlns:a16="http://schemas.microsoft.com/office/drawing/2014/main" id="{C2DC5273-D793-4FB4-A615-4B5FAC4B1E10}"/>
              </a:ext>
            </a:extLst>
          </p:cNvPr>
          <p:cNvSpPr>
            <a:spLocks noGrp="1"/>
          </p:cNvSpPr>
          <p:nvPr>
            <p:ph type="title" idx="1"/>
          </p:nvPr>
        </p:nvSpPr>
        <p:spPr/>
        <p:txBody>
          <a:bodyPr/>
          <a:lstStyle/>
          <a:p>
            <a:r>
              <a:rPr lang="en-US" sz="4800" dirty="0">
                <a:latin typeface="+mj-lt"/>
              </a:rPr>
              <a:t>Section 3: Using Amazon </a:t>
            </a:r>
            <a:r>
              <a:rPr lang="en-US" dirty="0">
                <a:latin typeface="+mj-lt"/>
              </a:rPr>
              <a:t>SageMaker Canvas to create a forecast model</a:t>
            </a:r>
            <a:endParaRPr lang="en-US" dirty="0"/>
          </a:p>
        </p:txBody>
      </p:sp>
      <p:sp>
        <p:nvSpPr>
          <p:cNvPr id="4" name="Subtitle 3">
            <a:extLst>
              <a:ext uri="{FF2B5EF4-FFF2-40B4-BE49-F238E27FC236}">
                <a16:creationId xmlns:a16="http://schemas.microsoft.com/office/drawing/2014/main" id="{65767C99-227C-4E8C-BB69-74D74AE9A794}"/>
              </a:ext>
            </a:extLst>
          </p:cNvPr>
          <p:cNvSpPr>
            <a:spLocks noGrp="1"/>
          </p:cNvSpPr>
          <p:nvPr>
            <p:ph type="subTitle" idx="2"/>
          </p:nvPr>
        </p:nvSpPr>
        <p:spPr/>
        <p:txBody>
          <a:bodyPr/>
          <a:lstStyle/>
          <a:p>
            <a:r>
              <a:rPr lang="en-US"/>
              <a:t>Module 4: Introducing Forecasting</a:t>
            </a:r>
          </a:p>
        </p:txBody>
      </p:sp>
    </p:spTree>
    <p:custDataLst>
      <p:tags r:id="rId1"/>
    </p:custDataLst>
    <p:extLst>
      <p:ext uri="{BB962C8B-B14F-4D97-AF65-F5344CB8AC3E}">
        <p14:creationId xmlns:p14="http://schemas.microsoft.com/office/powerpoint/2010/main" val="26647694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D4E8FA6-69EC-4C5A-ADD5-A0914FDBFDFA}"/>
              </a:ext>
            </a:extLst>
          </p:cNvPr>
          <p:cNvSpPr>
            <a:spLocks noGrp="1"/>
          </p:cNvSpPr>
          <p:nvPr>
            <p:ph type="sldNum" idx="97"/>
          </p:nvPr>
        </p:nvSpPr>
        <p:spPr/>
        <p:txBody>
          <a:bodyPr/>
          <a:lstStyle/>
          <a:p>
            <a:fld id="{4037B1B0-0345-4E15-985A-6BECCDBE474F}" type="slidenum">
              <a:rPr lang="en-US" smtClean="0"/>
              <a:pPr/>
              <a:t>20</a:t>
            </a:fld>
            <a:endParaRPr lang="en-US"/>
          </a:p>
        </p:txBody>
      </p:sp>
      <p:sp>
        <p:nvSpPr>
          <p:cNvPr id="9" name="Title 8">
            <a:extLst>
              <a:ext uri="{FF2B5EF4-FFF2-40B4-BE49-F238E27FC236}">
                <a16:creationId xmlns:a16="http://schemas.microsoft.com/office/drawing/2014/main" id="{1BD845BB-174A-407F-8EF8-CD5613214124}"/>
              </a:ext>
            </a:extLst>
          </p:cNvPr>
          <p:cNvSpPr>
            <a:spLocks noGrp="1"/>
          </p:cNvSpPr>
          <p:nvPr>
            <p:ph type="title" idx="1"/>
          </p:nvPr>
        </p:nvSpPr>
        <p:spPr/>
        <p:txBody>
          <a:bodyPr>
            <a:normAutofit/>
          </a:bodyPr>
          <a:lstStyle/>
          <a:p>
            <a:r>
              <a:rPr lang="en-US"/>
              <a:t>Amazon SageMaker Canvas</a:t>
            </a:r>
            <a:endParaRPr lang="en-US" dirty="0"/>
          </a:p>
        </p:txBody>
      </p:sp>
      <p:sp>
        <p:nvSpPr>
          <p:cNvPr id="5" name="Text Placeholder top">
            <a:extLst>
              <a:ext uri="{FF2B5EF4-FFF2-40B4-BE49-F238E27FC236}">
                <a16:creationId xmlns:a16="http://schemas.microsoft.com/office/drawing/2014/main" id="{51D817C1-5DBF-4147-BDE3-D61FBFA542E2}"/>
              </a:ext>
            </a:extLst>
          </p:cNvPr>
          <p:cNvSpPr>
            <a:spLocks noGrp="1"/>
          </p:cNvSpPr>
          <p:nvPr>
            <p:ph type="body" idx="2"/>
          </p:nvPr>
        </p:nvSpPr>
        <p:spPr>
          <a:xfrm>
            <a:off x="3118104" y="1097280"/>
            <a:ext cx="8714232" cy="745129"/>
          </a:xfrm>
        </p:spPr>
        <p:txBody>
          <a:bodyPr/>
          <a:lstStyle/>
          <a:p>
            <a:r>
              <a:rPr lang="en-US" dirty="0"/>
              <a:t>A no-code visual interface for building ML models</a:t>
            </a:r>
          </a:p>
        </p:txBody>
      </p:sp>
      <p:sp>
        <p:nvSpPr>
          <p:cNvPr id="12" name="Text Placeholder service">
            <a:extLst>
              <a:ext uri="{FF2B5EF4-FFF2-40B4-BE49-F238E27FC236}">
                <a16:creationId xmlns:a16="http://schemas.microsoft.com/office/drawing/2014/main" id="{F1BED21F-5DD1-4FFD-8611-EEFF78840141}"/>
              </a:ext>
            </a:extLst>
          </p:cNvPr>
          <p:cNvSpPr>
            <a:spLocks noGrp="1"/>
          </p:cNvSpPr>
          <p:nvPr>
            <p:ph type="body" idx="4"/>
          </p:nvPr>
        </p:nvSpPr>
        <p:spPr/>
        <p:txBody>
          <a:bodyPr/>
          <a:lstStyle/>
          <a:p>
            <a:r>
              <a:rPr lang="en-US" dirty="0"/>
              <a:t>SageMaker Canvas features</a:t>
            </a:r>
          </a:p>
        </p:txBody>
      </p:sp>
      <p:sp>
        <p:nvSpPr>
          <p:cNvPr id="33" name="Text Placeholder 1">
            <a:extLst>
              <a:ext uri="{FF2B5EF4-FFF2-40B4-BE49-F238E27FC236}">
                <a16:creationId xmlns:a16="http://schemas.microsoft.com/office/drawing/2014/main" id="{B58C9583-36F5-4363-AAC6-2CEC1E3CE01C}"/>
              </a:ext>
            </a:extLst>
          </p:cNvPr>
          <p:cNvSpPr txBox="1">
            <a:spLocks/>
          </p:cNvSpPr>
          <p:nvPr/>
        </p:nvSpPr>
        <p:spPr>
          <a:xfrm>
            <a:off x="3106308" y="4242941"/>
            <a:ext cx="2011680" cy="1371600"/>
          </a:xfrm>
          <a:prstGeom prst="rect">
            <a:avLst/>
          </a:prstGeom>
          <a:solidFill>
            <a:schemeClr val="accent1"/>
          </a:solidFill>
          <a:ln>
            <a:noFill/>
          </a:ln>
        </p:spPr>
        <p:txBody>
          <a:bodyPr vert="horz" lIns="182880" tIns="182880" rIns="91440" bIns="182880" rtlCol="0" anchor="ctr">
            <a:noAutofit/>
          </a:bodyPr>
          <a:lstStyle>
            <a:lvl1pPr marL="60325" indent="0" algn="ctr" defTabSz="914400" rtl="0" eaLnBrk="1" latinLnBrk="0" hangingPunct="1">
              <a:lnSpc>
                <a:spcPct val="90000"/>
              </a:lnSpc>
              <a:spcBef>
                <a:spcPts val="0"/>
              </a:spcBef>
              <a:spcAft>
                <a:spcPts val="0"/>
              </a:spcAft>
              <a:buFont typeface="Amazon Ember Display"/>
              <a:buNone/>
              <a:defRPr lang="en-US" sz="2000" b="0" kern="1200">
                <a:solidFill>
                  <a:srgbClr val="232F3E"/>
                </a:solidFill>
                <a:latin typeface="Amazon Ember Display"/>
              </a:defRPr>
            </a:lvl1pPr>
            <a:lvl2pPr marL="685800" indent="-228600" algn="l" defTabSz="914400" rtl="0" eaLnBrk="1" latinLnBrk="0" hangingPunct="1">
              <a:lnSpc>
                <a:spcPct val="90000"/>
              </a:lnSpc>
              <a:spcBef>
                <a:spcPts val="0"/>
              </a:spcBef>
              <a:spcAft>
                <a:spcPts val="1200"/>
              </a:spcAft>
              <a:buFont typeface="Amazon Ember Display"/>
              <a:buChar char="•"/>
              <a:defRPr lang="en-US" sz="2400" kern="1200" dirty="0">
                <a:solidFill>
                  <a:srgbClr val="232F3E"/>
                </a:solidFill>
                <a:latin typeface="Amazon Ember display"/>
              </a:defRPr>
            </a:lvl2pPr>
            <a:lvl3pPr marL="1143000" indent="-228600" algn="l" defTabSz="914400" rtl="0" eaLnBrk="1" latinLnBrk="0" hangingPunct="1">
              <a:lnSpc>
                <a:spcPct val="90000"/>
              </a:lnSpc>
              <a:spcBef>
                <a:spcPts val="0"/>
              </a:spcBef>
              <a:spcAft>
                <a:spcPts val="1200"/>
              </a:spcAft>
              <a:buFont typeface="Amazon Ember Display"/>
              <a:buChar char="•"/>
              <a:defRPr lang="en-US" sz="2000" kern="1200" dirty="0">
                <a:solidFill>
                  <a:srgbClr val="232F3E"/>
                </a:solidFill>
                <a:latin typeface="Amazon Ember display"/>
              </a:defRPr>
            </a:lvl3pPr>
            <a:lvl4pPr marL="1600200" indent="-228600" algn="l" defTabSz="914400" rtl="0" eaLnBrk="1" latinLnBrk="0" hangingPunct="1">
              <a:lnSpc>
                <a:spcPct val="90000"/>
              </a:lnSpc>
              <a:spcBef>
                <a:spcPts val="0"/>
              </a:spcBef>
              <a:spcAft>
                <a:spcPts val="1200"/>
              </a:spcAft>
              <a:buFont typeface="Amazon Ember Display"/>
              <a:buChar char="•"/>
              <a:defRPr lang="en-US" sz="1800" kern="1200" dirty="0">
                <a:solidFill>
                  <a:srgbClr val="232F3E"/>
                </a:solidFill>
                <a:latin typeface="Amazon Ember display"/>
              </a:defRPr>
            </a:lvl4pPr>
            <a:lvl5pPr marL="2057400" indent="-228600" algn="l" defTabSz="914400" rtl="0" eaLnBrk="1" latinLnBrk="0" hangingPunct="1">
              <a:lnSpc>
                <a:spcPct val="90000"/>
              </a:lnSpc>
              <a:spcBef>
                <a:spcPts val="0"/>
              </a:spcBef>
              <a:spcAft>
                <a:spcPts val="1200"/>
              </a:spcAft>
              <a:buFont typeface="Amazon Ember Display"/>
              <a:buChar char="•"/>
              <a:defRPr lang="en-US" sz="1800" kern="1200" dirty="0">
                <a:solidFill>
                  <a:srgbClr val="232F3E"/>
                </a:solidFill>
                <a:latin typeface="Amazon Ember display"/>
              </a:defRPr>
            </a:lvl5pPr>
            <a:lvl6pPr marL="2514600" indent="-228600" algn="l" defTabSz="914400" rtl="0" eaLnBrk="1" latinLnBrk="0" hangingPunct="1">
              <a:lnSpc>
                <a:spcPct val="90000"/>
              </a:lnSpc>
              <a:spcBef>
                <a:spcPts val="500"/>
              </a:spcBef>
              <a:buFont typeface="Amazon Ember Display"/>
              <a:buChar char="•"/>
              <a:defRPr sz="1800" kern="1200">
                <a:solidFill>
                  <a:schemeClr val="tx1"/>
                </a:solidFill>
                <a:latin typeface="Amazon Ember display"/>
              </a:defRPr>
            </a:lvl6pPr>
            <a:lvl7pPr marL="2971800" indent="-228600" algn="l" defTabSz="914400" rtl="0" eaLnBrk="1" latinLnBrk="0" hangingPunct="1">
              <a:lnSpc>
                <a:spcPct val="90000"/>
              </a:lnSpc>
              <a:spcBef>
                <a:spcPts val="500"/>
              </a:spcBef>
              <a:buFont typeface="Amazon Ember Display"/>
              <a:buChar char="•"/>
              <a:defRPr sz="1800" kern="1200">
                <a:solidFill>
                  <a:schemeClr val="tx1"/>
                </a:solidFill>
                <a:latin typeface="Amazon Ember display"/>
              </a:defRPr>
            </a:lvl7pPr>
            <a:lvl8pPr marL="3429000" indent="-228600" algn="l" defTabSz="914400" rtl="0" eaLnBrk="1" latinLnBrk="0" hangingPunct="1">
              <a:lnSpc>
                <a:spcPct val="90000"/>
              </a:lnSpc>
              <a:spcBef>
                <a:spcPts val="500"/>
              </a:spcBef>
              <a:buFont typeface="Amazon Ember Display"/>
              <a:buChar char="•"/>
              <a:defRPr sz="1800" kern="1200">
                <a:solidFill>
                  <a:schemeClr val="tx1"/>
                </a:solidFill>
                <a:latin typeface="Amazon Ember display"/>
              </a:defRPr>
            </a:lvl8pPr>
            <a:lvl9pPr marL="3886200" indent="-228600" algn="l" defTabSz="914400" rtl="0" eaLnBrk="1" latinLnBrk="0" hangingPunct="1">
              <a:lnSpc>
                <a:spcPct val="90000"/>
              </a:lnSpc>
              <a:spcBef>
                <a:spcPts val="500"/>
              </a:spcBef>
              <a:buFont typeface="Amazon Ember Display"/>
              <a:buChar char="•"/>
              <a:defRPr sz="1800" kern="1200">
                <a:solidFill>
                  <a:schemeClr val="tx1"/>
                </a:solidFill>
                <a:latin typeface="Amazon Ember display"/>
              </a:defRPr>
            </a:lvl9pPr>
          </a:lstStyle>
          <a:p>
            <a:pPr algn="l"/>
            <a:r>
              <a:rPr lang="en-US" sz="1800" dirty="0">
                <a:solidFill>
                  <a:schemeClr val="bg1"/>
                </a:solidFill>
                <a:latin typeface="+mn-lt"/>
              </a:rPr>
              <a:t>Create and import </a:t>
            </a:r>
            <a:r>
              <a:rPr lang="en-US" sz="1800" dirty="0" err="1">
                <a:solidFill>
                  <a:schemeClr val="bg1"/>
                </a:solidFill>
                <a:latin typeface="+mn-lt"/>
              </a:rPr>
              <a:t>SageMaker</a:t>
            </a:r>
            <a:r>
              <a:rPr lang="en-US" sz="1800" dirty="0">
                <a:solidFill>
                  <a:schemeClr val="bg1"/>
                </a:solidFill>
                <a:latin typeface="+mn-lt"/>
              </a:rPr>
              <a:t> Canvas datasets</a:t>
            </a:r>
          </a:p>
        </p:txBody>
      </p:sp>
      <p:sp>
        <p:nvSpPr>
          <p:cNvPr id="13" name="Text Placeholder 2">
            <a:extLst>
              <a:ext uri="{FF2B5EF4-FFF2-40B4-BE49-F238E27FC236}">
                <a16:creationId xmlns:a16="http://schemas.microsoft.com/office/drawing/2014/main" id="{05D7FB08-700A-4F05-8329-EB1E82A61C91}"/>
              </a:ext>
            </a:extLst>
          </p:cNvPr>
          <p:cNvSpPr>
            <a:spLocks noGrp="1"/>
          </p:cNvSpPr>
          <p:nvPr>
            <p:ph type="body" idx="5"/>
          </p:nvPr>
        </p:nvSpPr>
        <p:spPr>
          <a:xfrm>
            <a:off x="5232562" y="4265581"/>
            <a:ext cx="2011680" cy="1371600"/>
          </a:xfrm>
          <a:solidFill>
            <a:schemeClr val="accent1"/>
          </a:solidFill>
        </p:spPr>
        <p:txBody>
          <a:bodyPr lIns="182880" tIns="182880" rIns="91440" bIns="182880" anchor="ctr"/>
          <a:lstStyle/>
          <a:p>
            <a:pPr algn="l"/>
            <a:r>
              <a:rPr lang="en-US" sz="1800" i="0" dirty="0">
                <a:solidFill>
                  <a:schemeClr val="bg1"/>
                </a:solidFill>
                <a:effectLst/>
                <a:latin typeface="+mn-lt"/>
              </a:rPr>
              <a:t>Prepare data with </a:t>
            </a:r>
            <a:r>
              <a:rPr lang="en-US" sz="1800" dirty="0">
                <a:solidFill>
                  <a:schemeClr val="bg1"/>
                </a:solidFill>
                <a:latin typeface="+mn-lt"/>
              </a:rPr>
              <a:t>Amazon</a:t>
            </a:r>
            <a:r>
              <a:rPr lang="en-US" sz="1800" i="0" dirty="0">
                <a:solidFill>
                  <a:schemeClr val="bg1"/>
                </a:solidFill>
                <a:effectLst/>
                <a:latin typeface="+mn-lt"/>
              </a:rPr>
              <a:t> SageMaker Data Wrangler</a:t>
            </a:r>
          </a:p>
        </p:txBody>
      </p:sp>
      <p:sp>
        <p:nvSpPr>
          <p:cNvPr id="14" name="Text Placeholder 3">
            <a:extLst>
              <a:ext uri="{FF2B5EF4-FFF2-40B4-BE49-F238E27FC236}">
                <a16:creationId xmlns:a16="http://schemas.microsoft.com/office/drawing/2014/main" id="{B3AE2F5A-DE7C-4E20-9F4E-14DA55025F96}"/>
              </a:ext>
            </a:extLst>
          </p:cNvPr>
          <p:cNvSpPr>
            <a:spLocks noGrp="1"/>
          </p:cNvSpPr>
          <p:nvPr>
            <p:ph type="body" idx="6"/>
          </p:nvPr>
        </p:nvSpPr>
        <p:spPr>
          <a:xfrm>
            <a:off x="7342606" y="4265581"/>
            <a:ext cx="2011680" cy="1371600"/>
          </a:xfrm>
          <a:solidFill>
            <a:schemeClr val="accent1"/>
          </a:solidFill>
        </p:spPr>
        <p:txBody>
          <a:bodyPr lIns="182880" tIns="182880" bIns="182880" anchor="ctr"/>
          <a:lstStyle/>
          <a:p>
            <a:pPr algn="l"/>
            <a:r>
              <a:rPr lang="en-US" sz="1800" dirty="0">
                <a:solidFill>
                  <a:schemeClr val="bg1"/>
                </a:solidFill>
                <a:latin typeface="+mn-lt"/>
              </a:rPr>
              <a:t>Choose ready-to-use models or build custom models</a:t>
            </a:r>
          </a:p>
        </p:txBody>
      </p:sp>
      <p:sp>
        <p:nvSpPr>
          <p:cNvPr id="15" name="Text Placeholder 4">
            <a:extLst>
              <a:ext uri="{FF2B5EF4-FFF2-40B4-BE49-F238E27FC236}">
                <a16:creationId xmlns:a16="http://schemas.microsoft.com/office/drawing/2014/main" id="{F06ECFBD-003D-4148-BB8C-42CE1BCE07F2}"/>
              </a:ext>
            </a:extLst>
          </p:cNvPr>
          <p:cNvSpPr>
            <a:spLocks noGrp="1"/>
          </p:cNvSpPr>
          <p:nvPr>
            <p:ph type="body" idx="7"/>
          </p:nvPr>
        </p:nvSpPr>
        <p:spPr>
          <a:xfrm>
            <a:off x="9454896" y="4265581"/>
            <a:ext cx="2011680" cy="1371600"/>
          </a:xfrm>
          <a:solidFill>
            <a:schemeClr val="accent1"/>
          </a:solidFill>
        </p:spPr>
        <p:txBody>
          <a:bodyPr lIns="182880" tIns="182880" bIns="182880" anchor="ctr"/>
          <a:lstStyle/>
          <a:p>
            <a:pPr algn="l"/>
            <a:r>
              <a:rPr lang="en-US" sz="1800" dirty="0">
                <a:solidFill>
                  <a:schemeClr val="bg1"/>
                </a:solidFill>
                <a:latin typeface="+mn-lt"/>
              </a:rPr>
              <a:t>Deploy models and integrate with ML operations</a:t>
            </a:r>
          </a:p>
        </p:txBody>
      </p:sp>
      <p:pic>
        <p:nvPicPr>
          <p:cNvPr id="20" name="Picture Placeholder 19">
            <a:extLst>
              <a:ext uri="{FF2B5EF4-FFF2-40B4-BE49-F238E27FC236}">
                <a16:creationId xmlns:a16="http://schemas.microsoft.com/office/drawing/2014/main" id="{EB5E61B1-6146-47BF-B0C7-2A1382BB3AC6}"/>
              </a:ext>
              <a:ext uri="{C183D7F6-B498-43B3-948B-1728B52AA6E4}">
                <adec:decorative xmlns:adec="http://schemas.microsoft.com/office/drawing/2017/decorative" val="1"/>
              </a:ext>
            </a:extLst>
          </p:cNvPr>
          <p:cNvPicPr>
            <a:picLocks noGrp="1" noChangeAspect="1"/>
          </p:cNvPicPr>
          <p:nvPr>
            <p:ph type="pic" idx="3"/>
          </p:nvPr>
        </p:nvPicPr>
        <p:blipFill rotWithShape="1">
          <a:blip r:embed="rId4">
            <a:extLst>
              <a:ext uri="{96DAC541-7B7A-43D3-8B79-37D633B846F1}">
                <asvg:svgBlip xmlns:asvg="http://schemas.microsoft.com/office/drawing/2016/SVG/main" r:embed="rId5"/>
              </a:ext>
            </a:extLst>
          </a:blip>
          <a:srcRect/>
          <a:stretch/>
        </p:blipFill>
        <p:spPr>
          <a:prstGeom prst="rect">
            <a:avLst/>
          </a:prstGeom>
        </p:spPr>
      </p:pic>
      <p:pic>
        <p:nvPicPr>
          <p:cNvPr id="32" name="Picture Placeholder 1">
            <a:extLst>
              <a:ext uri="{FF2B5EF4-FFF2-40B4-BE49-F238E27FC236}">
                <a16:creationId xmlns:a16="http://schemas.microsoft.com/office/drawing/2014/main" id="{1CCCD8B3-B9B7-4EF0-945E-F69776E544F9}"/>
              </a:ext>
              <a:ext uri="{C183D7F6-B498-43B3-948B-1728B52AA6E4}">
                <adec:decorative xmlns:adec="http://schemas.microsoft.com/office/drawing/2017/decorative" val="1"/>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a:stretch/>
        </p:blipFill>
        <p:spPr>
          <a:xfrm>
            <a:off x="3243468" y="2411577"/>
            <a:ext cx="1737360" cy="1737360"/>
          </a:xfrm>
          <a:prstGeom prst="rect">
            <a:avLst/>
          </a:prstGeom>
        </p:spPr>
      </p:pic>
      <p:pic>
        <p:nvPicPr>
          <p:cNvPr id="22" name="Picture Placeholder 2">
            <a:extLst>
              <a:ext uri="{FF2B5EF4-FFF2-40B4-BE49-F238E27FC236}">
                <a16:creationId xmlns:a16="http://schemas.microsoft.com/office/drawing/2014/main" id="{32F70710-A375-4991-8F1D-EA41C65070DF}"/>
              </a:ext>
              <a:ext uri="{C183D7F6-B498-43B3-948B-1728B52AA6E4}">
                <adec:decorative xmlns:adec="http://schemas.microsoft.com/office/drawing/2017/decorative" val="1"/>
              </a:ext>
            </a:extLst>
          </p:cNvPr>
          <p:cNvPicPr>
            <a:picLocks noGrp="1" noChangeAspect="1"/>
          </p:cNvPicPr>
          <p:nvPr>
            <p:ph type="pic" idx="8"/>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a:stretch/>
        </p:blipFill>
        <p:spPr>
          <a:xfrm>
            <a:off x="5369722" y="2411577"/>
            <a:ext cx="1737360" cy="1737360"/>
          </a:xfrm>
          <a:prstGeom prst="rect">
            <a:avLst/>
          </a:prstGeom>
        </p:spPr>
      </p:pic>
      <p:pic>
        <p:nvPicPr>
          <p:cNvPr id="25" name="Picture Placeholder 3">
            <a:extLst>
              <a:ext uri="{FF2B5EF4-FFF2-40B4-BE49-F238E27FC236}">
                <a16:creationId xmlns:a16="http://schemas.microsoft.com/office/drawing/2014/main" id="{FC199826-8356-4D90-BE22-C6AF9EF634B1}"/>
              </a:ext>
              <a:ext uri="{C183D7F6-B498-43B3-948B-1728B52AA6E4}">
                <adec:decorative xmlns:adec="http://schemas.microsoft.com/office/drawing/2017/decorative" val="1"/>
              </a:ext>
            </a:extLst>
          </p:cNvPr>
          <p:cNvPicPr>
            <a:picLocks noGrp="1" noChangeAspect="1"/>
          </p:cNvPicPr>
          <p:nvPr>
            <p:ph type="pic" idx="9"/>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a:stretch/>
        </p:blipFill>
        <p:spPr>
          <a:xfrm>
            <a:off x="7479766" y="2411577"/>
            <a:ext cx="1737360" cy="1737360"/>
          </a:xfrm>
          <a:prstGeom prst="rect">
            <a:avLst/>
          </a:prstGeom>
        </p:spPr>
      </p:pic>
      <p:pic>
        <p:nvPicPr>
          <p:cNvPr id="26" name="Picture Placeholder 4">
            <a:extLst>
              <a:ext uri="{FF2B5EF4-FFF2-40B4-BE49-F238E27FC236}">
                <a16:creationId xmlns:a16="http://schemas.microsoft.com/office/drawing/2014/main" id="{EAEB1104-430C-4CF8-8013-4D107D7B56A3}"/>
              </a:ext>
              <a:ext uri="{C183D7F6-B498-43B3-948B-1728B52AA6E4}">
                <adec:decorative xmlns:adec="http://schemas.microsoft.com/office/drawing/2017/decorative" val="1"/>
              </a:ext>
            </a:extLst>
          </p:cNvPr>
          <p:cNvPicPr>
            <a:picLocks noGrp="1" noChangeAspect="1"/>
          </p:cNvPicPr>
          <p:nvPr>
            <p:ph type="pic" idx="10"/>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a:stretch/>
        </p:blipFill>
        <p:spPr>
          <a:xfrm>
            <a:off x="9498348" y="2411577"/>
            <a:ext cx="1737360" cy="1737360"/>
          </a:xfrm>
          <a:prstGeom prst="rect">
            <a:avLst/>
          </a:prstGeom>
        </p:spPr>
      </p:pic>
    </p:spTree>
    <p:custDataLst>
      <p:tags r:id="rId1"/>
    </p:custDataLst>
    <p:extLst>
      <p:ext uri="{BB962C8B-B14F-4D97-AF65-F5344CB8AC3E}">
        <p14:creationId xmlns:p14="http://schemas.microsoft.com/office/powerpoint/2010/main" val="11539302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27B0856-A018-42DD-9A2A-AE4E9BEDA664}"/>
              </a:ext>
            </a:extLst>
          </p:cNvPr>
          <p:cNvSpPr>
            <a:spLocks noGrp="1"/>
          </p:cNvSpPr>
          <p:nvPr>
            <p:ph type="sldNum" idx="97"/>
          </p:nvPr>
        </p:nvSpPr>
        <p:spPr/>
        <p:txBody>
          <a:bodyPr/>
          <a:lstStyle/>
          <a:p>
            <a:fld id="{4037B1B0-0345-4E15-985A-6BECCDBE474F}" type="slidenum">
              <a:rPr lang="en-US" smtClean="0"/>
              <a:pPr/>
              <a:t>21</a:t>
            </a:fld>
            <a:endParaRPr lang="en-US"/>
          </a:p>
        </p:txBody>
      </p:sp>
      <p:sp>
        <p:nvSpPr>
          <p:cNvPr id="4" name="Title 3">
            <a:extLst>
              <a:ext uri="{FF2B5EF4-FFF2-40B4-BE49-F238E27FC236}">
                <a16:creationId xmlns:a16="http://schemas.microsoft.com/office/drawing/2014/main" id="{D0B9654C-1E04-4111-85FD-045F2364A639}"/>
              </a:ext>
            </a:extLst>
          </p:cNvPr>
          <p:cNvSpPr>
            <a:spLocks noGrp="1"/>
          </p:cNvSpPr>
          <p:nvPr>
            <p:ph type="title" idx="1"/>
          </p:nvPr>
        </p:nvSpPr>
        <p:spPr/>
        <p:txBody>
          <a:bodyPr/>
          <a:lstStyle/>
          <a:p>
            <a:r>
              <a:rPr lang="en-US" dirty="0"/>
              <a:t>SageMaker Canvas custom model types</a:t>
            </a:r>
          </a:p>
        </p:txBody>
      </p:sp>
      <p:sp>
        <p:nvSpPr>
          <p:cNvPr id="7" name="Text Placeholder 6">
            <a:extLst>
              <a:ext uri="{FF2B5EF4-FFF2-40B4-BE49-F238E27FC236}">
                <a16:creationId xmlns:a16="http://schemas.microsoft.com/office/drawing/2014/main" id="{63570105-2DA1-4212-88BA-5EDC70CD9FDC}"/>
              </a:ext>
            </a:extLst>
          </p:cNvPr>
          <p:cNvSpPr>
            <a:spLocks noGrp="1"/>
          </p:cNvSpPr>
          <p:nvPr>
            <p:ph type="body" idx="2"/>
          </p:nvPr>
        </p:nvSpPr>
        <p:spPr>
          <a:xfrm>
            <a:off x="830580" y="3043202"/>
            <a:ext cx="3200400" cy="570859"/>
          </a:xfrm>
        </p:spPr>
        <p:txBody>
          <a:bodyPr/>
          <a:lstStyle/>
          <a:p>
            <a:r>
              <a:rPr lang="en-US" b="1" dirty="0"/>
              <a:t>Numeric prediction</a:t>
            </a:r>
          </a:p>
        </p:txBody>
      </p:sp>
      <p:sp>
        <p:nvSpPr>
          <p:cNvPr id="20" name="Rectangle 19">
            <a:extLst>
              <a:ext uri="{FF2B5EF4-FFF2-40B4-BE49-F238E27FC236}">
                <a16:creationId xmlns:a16="http://schemas.microsoft.com/office/drawing/2014/main" id="{364C27E3-0E55-4281-9649-EB32366EE127}"/>
              </a:ext>
            </a:extLst>
          </p:cNvPr>
          <p:cNvSpPr/>
          <p:nvPr/>
        </p:nvSpPr>
        <p:spPr>
          <a:xfrm>
            <a:off x="1196340" y="1305305"/>
            <a:ext cx="2468880" cy="164592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What is the predicted price of a 2000 square foot house? </a:t>
            </a:r>
          </a:p>
        </p:txBody>
      </p:sp>
      <p:sp>
        <p:nvSpPr>
          <p:cNvPr id="8" name="Text Placeholder 7">
            <a:extLst>
              <a:ext uri="{FF2B5EF4-FFF2-40B4-BE49-F238E27FC236}">
                <a16:creationId xmlns:a16="http://schemas.microsoft.com/office/drawing/2014/main" id="{E48BE180-792B-419B-B04A-E9813B5F1CDE}"/>
              </a:ext>
            </a:extLst>
          </p:cNvPr>
          <p:cNvSpPr>
            <a:spLocks noGrp="1"/>
          </p:cNvSpPr>
          <p:nvPr>
            <p:ph type="body" idx="3"/>
          </p:nvPr>
        </p:nvSpPr>
        <p:spPr>
          <a:xfrm>
            <a:off x="4495800" y="3043202"/>
            <a:ext cx="3200400" cy="570859"/>
          </a:xfrm>
        </p:spPr>
        <p:txBody>
          <a:bodyPr/>
          <a:lstStyle/>
          <a:p>
            <a:r>
              <a:rPr lang="en-US" b="1" dirty="0"/>
              <a:t>Categorical prediction</a:t>
            </a:r>
          </a:p>
          <a:p>
            <a:r>
              <a:rPr lang="en-US" b="1" dirty="0"/>
              <a:t>(Two categories) </a:t>
            </a:r>
          </a:p>
        </p:txBody>
      </p:sp>
      <p:sp>
        <p:nvSpPr>
          <p:cNvPr id="21" name="Rectangle 20">
            <a:extLst>
              <a:ext uri="{FF2B5EF4-FFF2-40B4-BE49-F238E27FC236}">
                <a16:creationId xmlns:a16="http://schemas.microsoft.com/office/drawing/2014/main" id="{BFAB8180-87CB-4C45-A6B7-0A5E50EF0834}"/>
              </a:ext>
            </a:extLst>
          </p:cNvPr>
          <p:cNvSpPr/>
          <p:nvPr/>
        </p:nvSpPr>
        <p:spPr>
          <a:xfrm>
            <a:off x="4861560" y="1298471"/>
            <a:ext cx="2468880" cy="164592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Yes or no?</a:t>
            </a:r>
          </a:p>
        </p:txBody>
      </p:sp>
      <p:sp>
        <p:nvSpPr>
          <p:cNvPr id="9" name="Text Placeholder 8">
            <a:extLst>
              <a:ext uri="{FF2B5EF4-FFF2-40B4-BE49-F238E27FC236}">
                <a16:creationId xmlns:a16="http://schemas.microsoft.com/office/drawing/2014/main" id="{AB19E82F-5B6A-43E8-B168-3F80C7F1D4B6}"/>
              </a:ext>
            </a:extLst>
          </p:cNvPr>
          <p:cNvSpPr>
            <a:spLocks noGrp="1"/>
          </p:cNvSpPr>
          <p:nvPr>
            <p:ph type="body" idx="4"/>
          </p:nvPr>
        </p:nvSpPr>
        <p:spPr>
          <a:xfrm>
            <a:off x="8033733" y="3043202"/>
            <a:ext cx="3467165" cy="570859"/>
          </a:xfrm>
        </p:spPr>
        <p:txBody>
          <a:bodyPr/>
          <a:lstStyle/>
          <a:p>
            <a:r>
              <a:rPr lang="en-US" b="1" dirty="0"/>
              <a:t>Categorical prediction</a:t>
            </a:r>
          </a:p>
          <a:p>
            <a:r>
              <a:rPr lang="en-US" b="1" dirty="0"/>
              <a:t>(Three or more categories) </a:t>
            </a:r>
          </a:p>
        </p:txBody>
      </p:sp>
      <p:sp>
        <p:nvSpPr>
          <p:cNvPr id="22" name="Rectangle 21">
            <a:extLst>
              <a:ext uri="{FF2B5EF4-FFF2-40B4-BE49-F238E27FC236}">
                <a16:creationId xmlns:a16="http://schemas.microsoft.com/office/drawing/2014/main" id="{AB9C4FE2-21EF-4477-AC2E-ECB07D611944}"/>
              </a:ext>
            </a:extLst>
          </p:cNvPr>
          <p:cNvSpPr/>
          <p:nvPr/>
        </p:nvSpPr>
        <p:spPr>
          <a:xfrm>
            <a:off x="8532876" y="1298471"/>
            <a:ext cx="2468880" cy="164592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Is the user a platinum, gold, or silver user? </a:t>
            </a:r>
          </a:p>
        </p:txBody>
      </p:sp>
      <p:sp>
        <p:nvSpPr>
          <p:cNvPr id="10" name="Text Placeholder 9">
            <a:extLst>
              <a:ext uri="{FF2B5EF4-FFF2-40B4-BE49-F238E27FC236}">
                <a16:creationId xmlns:a16="http://schemas.microsoft.com/office/drawing/2014/main" id="{1237B432-9F78-4452-97DF-7557C9BD7953}"/>
              </a:ext>
            </a:extLst>
          </p:cNvPr>
          <p:cNvSpPr>
            <a:spLocks noGrp="1"/>
          </p:cNvSpPr>
          <p:nvPr>
            <p:ph type="body" idx="5"/>
          </p:nvPr>
        </p:nvSpPr>
        <p:spPr>
          <a:xfrm>
            <a:off x="830580" y="5704771"/>
            <a:ext cx="3200400" cy="570859"/>
          </a:xfrm>
        </p:spPr>
        <p:txBody>
          <a:bodyPr/>
          <a:lstStyle/>
          <a:p>
            <a:r>
              <a:rPr lang="en-US" b="1" i="0" dirty="0">
                <a:solidFill>
                  <a:srgbClr val="000716"/>
                </a:solidFill>
                <a:effectLst/>
                <a:latin typeface="Amazon Ember" panose="020B0603020204020204" pitchFamily="34" charset="0"/>
              </a:rPr>
              <a:t>Time series forecasting</a:t>
            </a:r>
            <a:endParaRPr lang="en-US" dirty="0"/>
          </a:p>
        </p:txBody>
      </p:sp>
      <p:sp>
        <p:nvSpPr>
          <p:cNvPr id="23" name="Rectangle 22">
            <a:extLst>
              <a:ext uri="{FF2B5EF4-FFF2-40B4-BE49-F238E27FC236}">
                <a16:creationId xmlns:a16="http://schemas.microsoft.com/office/drawing/2014/main" id="{A1C3EB92-219A-4BBF-9C6C-E616772AD146}"/>
              </a:ext>
            </a:extLst>
          </p:cNvPr>
          <p:cNvSpPr/>
          <p:nvPr/>
        </p:nvSpPr>
        <p:spPr>
          <a:xfrm>
            <a:off x="1196340" y="4043948"/>
            <a:ext cx="2468880" cy="164592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0" lang="en-US" b="0" i="0" u="none" strike="noStrike" kern="1200" cap="none" spc="0" normalizeH="0" baseline="0" noProof="0" dirty="0">
                <a:ln>
                  <a:noFill/>
                </a:ln>
                <a:solidFill>
                  <a:schemeClr val="bg1"/>
                </a:solidFill>
                <a:effectLst/>
                <a:uLnTx/>
                <a:uFillTx/>
                <a:latin typeface="+mn-lt"/>
                <a:ea typeface="Amazon Ember Light" panose="020B0403020204020204" pitchFamily="34" charset="0"/>
                <a:cs typeface="Amazon Ember Light" panose="020B0403020204020204" pitchFamily="34" charset="0"/>
              </a:rPr>
              <a:t>Will the company be able to fulfill shoe orders next quarter? </a:t>
            </a:r>
            <a:endParaRPr lang="en-US" dirty="0">
              <a:solidFill>
                <a:schemeClr val="bg1"/>
              </a:solidFill>
            </a:endParaRPr>
          </a:p>
        </p:txBody>
      </p:sp>
      <p:sp>
        <p:nvSpPr>
          <p:cNvPr id="11" name="Text Placeholder 10">
            <a:extLst>
              <a:ext uri="{FF2B5EF4-FFF2-40B4-BE49-F238E27FC236}">
                <a16:creationId xmlns:a16="http://schemas.microsoft.com/office/drawing/2014/main" id="{2CB54E26-3132-4F6F-A4F9-A5C6585D5F0B}"/>
              </a:ext>
            </a:extLst>
          </p:cNvPr>
          <p:cNvSpPr>
            <a:spLocks noGrp="1"/>
          </p:cNvSpPr>
          <p:nvPr>
            <p:ph type="body" idx="6"/>
          </p:nvPr>
        </p:nvSpPr>
        <p:spPr>
          <a:xfrm>
            <a:off x="4495800" y="5704771"/>
            <a:ext cx="3200400" cy="570859"/>
          </a:xfrm>
        </p:spPr>
        <p:txBody>
          <a:bodyPr/>
          <a:lstStyle/>
          <a:p>
            <a:r>
              <a:rPr lang="en-US" b="1" i="0" dirty="0">
                <a:solidFill>
                  <a:srgbClr val="000716"/>
                </a:solidFill>
                <a:effectLst/>
                <a:latin typeface="Amazon Ember" panose="020B0603020204020204" pitchFamily="34" charset="0"/>
              </a:rPr>
              <a:t>Image prediction</a:t>
            </a:r>
            <a:endParaRPr lang="en-US" dirty="0"/>
          </a:p>
        </p:txBody>
      </p:sp>
      <p:sp>
        <p:nvSpPr>
          <p:cNvPr id="24" name="Rectangle 23">
            <a:extLst>
              <a:ext uri="{FF2B5EF4-FFF2-40B4-BE49-F238E27FC236}">
                <a16:creationId xmlns:a16="http://schemas.microsoft.com/office/drawing/2014/main" id="{E922FEFE-2737-4A05-866F-F234E0D000E3}"/>
              </a:ext>
            </a:extLst>
          </p:cNvPr>
          <p:cNvSpPr/>
          <p:nvPr/>
        </p:nvSpPr>
        <p:spPr>
          <a:xfrm>
            <a:off x="4861560" y="4046740"/>
            <a:ext cx="2468880" cy="164592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0" lang="en-US" b="0" i="0" u="none" strike="noStrike" kern="1200" cap="none" spc="0" normalizeH="0" baseline="0" noProof="0" dirty="0">
                <a:ln>
                  <a:noFill/>
                </a:ln>
                <a:solidFill>
                  <a:schemeClr val="bg1"/>
                </a:solidFill>
                <a:effectLst/>
                <a:uLnTx/>
                <a:uFillTx/>
                <a:latin typeface="+mn-lt"/>
                <a:ea typeface="Amazon Ember Light" panose="020B0403020204020204" pitchFamily="34" charset="0"/>
                <a:cs typeface="Amazon Ember Light" panose="020B0403020204020204" pitchFamily="34" charset="0"/>
              </a:rPr>
              <a:t>Is this image an eggplant, a tomato, or a zucchini</a:t>
            </a:r>
            <a:r>
              <a:rPr lang="en-US" dirty="0">
                <a:solidFill>
                  <a:schemeClr val="bg1"/>
                </a:solidFill>
                <a:ea typeface="Amazon Ember Light" panose="020B0403020204020204" pitchFamily="34" charset="0"/>
                <a:cs typeface="Amazon Ember Light" panose="020B0403020204020204" pitchFamily="34" charset="0"/>
              </a:rPr>
              <a:t>?</a:t>
            </a:r>
            <a:endParaRPr lang="en-US" dirty="0">
              <a:solidFill>
                <a:schemeClr val="bg1"/>
              </a:solidFill>
            </a:endParaRPr>
          </a:p>
        </p:txBody>
      </p:sp>
      <p:sp>
        <p:nvSpPr>
          <p:cNvPr id="12" name="Text Placeholder 11">
            <a:extLst>
              <a:ext uri="{FF2B5EF4-FFF2-40B4-BE49-F238E27FC236}">
                <a16:creationId xmlns:a16="http://schemas.microsoft.com/office/drawing/2014/main" id="{4152360E-9077-48E1-B600-13DC0E1EF2AC}"/>
              </a:ext>
            </a:extLst>
          </p:cNvPr>
          <p:cNvSpPr>
            <a:spLocks noGrp="1"/>
          </p:cNvSpPr>
          <p:nvPr>
            <p:ph type="body" idx="7"/>
          </p:nvPr>
        </p:nvSpPr>
        <p:spPr>
          <a:xfrm>
            <a:off x="8167116" y="5704771"/>
            <a:ext cx="3200400" cy="570859"/>
          </a:xfrm>
        </p:spPr>
        <p:txBody>
          <a:bodyPr/>
          <a:lstStyle/>
          <a:p>
            <a:r>
              <a:rPr lang="en-US" b="1" i="0" dirty="0">
                <a:solidFill>
                  <a:srgbClr val="000716"/>
                </a:solidFill>
                <a:effectLst/>
                <a:latin typeface="Amazon Ember" panose="020B0603020204020204" pitchFamily="34" charset="0"/>
              </a:rPr>
              <a:t>Text prediction</a:t>
            </a:r>
            <a:endParaRPr lang="en-US" dirty="0"/>
          </a:p>
        </p:txBody>
      </p:sp>
      <p:sp>
        <p:nvSpPr>
          <p:cNvPr id="25" name="Rectangle 24">
            <a:extLst>
              <a:ext uri="{FF2B5EF4-FFF2-40B4-BE49-F238E27FC236}">
                <a16:creationId xmlns:a16="http://schemas.microsoft.com/office/drawing/2014/main" id="{CFBA410E-2CFF-4FEA-BB39-5D249C9506B2}"/>
              </a:ext>
            </a:extLst>
          </p:cNvPr>
          <p:cNvSpPr/>
          <p:nvPr/>
        </p:nvSpPr>
        <p:spPr>
          <a:xfrm>
            <a:off x="8532876" y="4043948"/>
            <a:ext cx="2468880" cy="164592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0" lang="en-US" b="0" i="0" u="none" strike="noStrike" kern="1200" cap="none" spc="0" normalizeH="0" baseline="0" noProof="0" dirty="0">
                <a:ln>
                  <a:noFill/>
                </a:ln>
                <a:solidFill>
                  <a:schemeClr val="bg1"/>
                </a:solidFill>
                <a:effectLst/>
                <a:uLnTx/>
                <a:uFillTx/>
                <a:latin typeface="+mn-lt"/>
                <a:ea typeface="Amazon Ember Light" panose="020B0403020204020204" pitchFamily="34" charset="0"/>
                <a:cs typeface="Amazon Ember Light" panose="020B0403020204020204" pitchFamily="34" charset="0"/>
              </a:rPr>
              <a:t>Is this text positive, </a:t>
            </a:r>
            <a:r>
              <a:rPr kumimoji="0" lang="en-US" b="0" i="0" u="none" strike="noStrike" kern="1200" cap="none" spc="0" normalizeH="0" baseline="0" noProof="0" dirty="0">
                <a:ln>
                  <a:noFill/>
                </a:ln>
                <a:solidFill>
                  <a:schemeClr val="bg1"/>
                </a:solidFill>
                <a:uLnTx/>
                <a:uFillTx/>
                <a:latin typeface="Calibri" panose="020F0502020204030204" pitchFamily="34" charset="0"/>
                <a:ea typeface="Amazon Ember Light" panose="020B0403020204020204" pitchFamily="34" charset="0"/>
                <a:cs typeface="Times New Roman" panose="02020603050405020304" pitchFamily="18" charset="0"/>
              </a:rPr>
              <a:t>neutral</a:t>
            </a:r>
            <a:r>
              <a:rPr lang="en-US" dirty="0">
                <a:solidFill>
                  <a:schemeClr val="bg1"/>
                </a:solidFill>
                <a:ea typeface="Amazon Ember Light" panose="020B0403020204020204" pitchFamily="34" charset="0"/>
                <a:cs typeface="Amazon Ember Light" panose="020B0403020204020204" pitchFamily="34" charset="0"/>
              </a:rPr>
              <a:t>, or negative?</a:t>
            </a:r>
            <a:endParaRPr lang="en-US" dirty="0">
              <a:solidFill>
                <a:schemeClr val="bg1"/>
              </a:solidFill>
            </a:endParaRPr>
          </a:p>
        </p:txBody>
      </p:sp>
    </p:spTree>
    <p:custDataLst>
      <p:tags r:id="rId1"/>
    </p:custDataLst>
    <p:extLst>
      <p:ext uri="{BB962C8B-B14F-4D97-AF65-F5344CB8AC3E}">
        <p14:creationId xmlns:p14="http://schemas.microsoft.com/office/powerpoint/2010/main" val="2458105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AB11B2A-BAE8-4BA7-8B8C-4F0F827143D9}"/>
              </a:ext>
            </a:extLst>
          </p:cNvPr>
          <p:cNvSpPr>
            <a:spLocks noGrp="1"/>
          </p:cNvSpPr>
          <p:nvPr>
            <p:ph type="sldNum" idx="97"/>
          </p:nvPr>
        </p:nvSpPr>
        <p:spPr>
          <a:xfrm>
            <a:off x="11370564" y="6446520"/>
            <a:ext cx="484632" cy="228600"/>
          </a:xfrm>
        </p:spPr>
        <p:txBody>
          <a:bodyPr/>
          <a:lstStyle/>
          <a:p>
            <a:fld id="{930176A1-BCF0-4712-97A6-6B495F55390B}" type="slidenum">
              <a:rPr lang="en-US" smtClean="0"/>
              <a:pPr/>
              <a:t>22</a:t>
            </a:fld>
            <a:endParaRPr lang="en-US"/>
          </a:p>
        </p:txBody>
      </p:sp>
      <p:sp>
        <p:nvSpPr>
          <p:cNvPr id="15" name="Title 14">
            <a:extLst>
              <a:ext uri="{FF2B5EF4-FFF2-40B4-BE49-F238E27FC236}">
                <a16:creationId xmlns:a16="http://schemas.microsoft.com/office/drawing/2014/main" id="{51BB3421-AD4D-4142-AC82-6B7357777282}"/>
              </a:ext>
            </a:extLst>
          </p:cNvPr>
          <p:cNvSpPr>
            <a:spLocks noGrp="1"/>
          </p:cNvSpPr>
          <p:nvPr>
            <p:ph type="title" idx="1"/>
          </p:nvPr>
        </p:nvSpPr>
        <p:spPr>
          <a:xfrm>
            <a:off x="289560" y="84557"/>
            <a:ext cx="11466576" cy="504560"/>
          </a:xfrm>
        </p:spPr>
        <p:txBody>
          <a:bodyPr/>
          <a:lstStyle/>
          <a:p>
            <a:r>
              <a:rPr lang="en-US" sz="3200" dirty="0"/>
              <a:t>Building a custom forecasting model</a:t>
            </a:r>
          </a:p>
        </p:txBody>
      </p:sp>
      <p:pic>
        <p:nvPicPr>
          <p:cNvPr id="5" name="Picture 4" descr="A flow illustrating the steps to building a custom forecasting model in SageMaker Canvas. See details in notes. ">
            <a:extLst>
              <a:ext uri="{FF2B5EF4-FFF2-40B4-BE49-F238E27FC236}">
                <a16:creationId xmlns:a16="http://schemas.microsoft.com/office/drawing/2014/main" id="{8A48B633-7180-4651-B674-286B527CDF79}"/>
              </a:ext>
            </a:extLst>
          </p:cNvPr>
          <p:cNvPicPr>
            <a:picLocks noChangeAspect="1"/>
          </p:cNvPicPr>
          <p:nvPr/>
        </p:nvPicPr>
        <p:blipFill>
          <a:blip r:embed="rId4"/>
          <a:stretch>
            <a:fillRect/>
          </a:stretch>
        </p:blipFill>
        <p:spPr>
          <a:xfrm>
            <a:off x="0" y="918882"/>
            <a:ext cx="12192000" cy="5020235"/>
          </a:xfrm>
          <a:prstGeom prst="rect">
            <a:avLst/>
          </a:prstGeom>
        </p:spPr>
      </p:pic>
    </p:spTree>
    <p:custDataLst>
      <p:tags r:id="rId1"/>
    </p:custDataLst>
    <p:extLst>
      <p:ext uri="{BB962C8B-B14F-4D97-AF65-F5344CB8AC3E}">
        <p14:creationId xmlns:p14="http://schemas.microsoft.com/office/powerpoint/2010/main" val="14672623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F54A59E-034D-4036-9DDE-F026296C9AE2}"/>
              </a:ext>
            </a:extLst>
          </p:cNvPr>
          <p:cNvSpPr>
            <a:spLocks noGrp="1"/>
          </p:cNvSpPr>
          <p:nvPr>
            <p:ph type="sldNum" idx="97"/>
          </p:nvPr>
        </p:nvSpPr>
        <p:spPr/>
        <p:txBody>
          <a:bodyPr/>
          <a:lstStyle/>
          <a:p>
            <a:fld id="{4037B1B0-0345-4E15-985A-6BECCDBE474F}" type="slidenum">
              <a:rPr lang="en-US" smtClean="0"/>
              <a:pPr/>
              <a:t>23</a:t>
            </a:fld>
            <a:endParaRPr lang="en-US"/>
          </a:p>
        </p:txBody>
      </p:sp>
      <p:sp>
        <p:nvSpPr>
          <p:cNvPr id="3" name="Title 2">
            <a:extLst>
              <a:ext uri="{FF2B5EF4-FFF2-40B4-BE49-F238E27FC236}">
                <a16:creationId xmlns:a16="http://schemas.microsoft.com/office/drawing/2014/main" id="{3BE02FE7-A6FA-4689-A30C-628FCBC12A88}"/>
              </a:ext>
            </a:extLst>
          </p:cNvPr>
          <p:cNvSpPr>
            <a:spLocks noGrp="1"/>
          </p:cNvSpPr>
          <p:nvPr>
            <p:ph type="title" idx="1"/>
          </p:nvPr>
        </p:nvSpPr>
        <p:spPr/>
        <p:txBody>
          <a:bodyPr/>
          <a:lstStyle/>
          <a:p>
            <a:r>
              <a:rPr lang="en-US" dirty="0"/>
              <a:t>Model evaluation metric: wQL</a:t>
            </a:r>
          </a:p>
        </p:txBody>
      </p:sp>
      <p:sp>
        <p:nvSpPr>
          <p:cNvPr id="8" name="Content Placeholder 7">
            <a:extLst>
              <a:ext uri="{FF2B5EF4-FFF2-40B4-BE49-F238E27FC236}">
                <a16:creationId xmlns:a16="http://schemas.microsoft.com/office/drawing/2014/main" id="{C1559CA8-91AF-4E4C-A8AC-367EEB2745B8}"/>
              </a:ext>
            </a:extLst>
          </p:cNvPr>
          <p:cNvSpPr>
            <a:spLocks noGrp="1"/>
          </p:cNvSpPr>
          <p:nvPr>
            <p:ph idx="2"/>
          </p:nvPr>
        </p:nvSpPr>
        <p:spPr/>
        <p:txBody>
          <a:bodyPr/>
          <a:lstStyle/>
          <a:p>
            <a:r>
              <a:rPr lang="en-US" dirty="0"/>
              <a:t>Quantiles are determined for 10, 50, and 90 percent quantiles.</a:t>
            </a:r>
          </a:p>
          <a:p>
            <a:r>
              <a:rPr lang="en-US" dirty="0" err="1"/>
              <a:t>wQL</a:t>
            </a:r>
            <a:r>
              <a:rPr lang="en-US" dirty="0"/>
              <a:t> is the average error for each quantile in a set. </a:t>
            </a:r>
          </a:p>
          <a:p>
            <a:pPr lvl="1"/>
            <a:r>
              <a:rPr lang="en-US" dirty="0" err="1"/>
              <a:t>wQL</a:t>
            </a:r>
            <a:r>
              <a:rPr lang="en-US" dirty="0"/>
              <a:t> works best for models with greater variability in the errors.</a:t>
            </a:r>
          </a:p>
        </p:txBody>
      </p:sp>
      <p:pic>
        <p:nvPicPr>
          <p:cNvPr id="4" name="Picture 3" descr="Line graphs of data and forecasts from wQuantileLoss for three quantiles.">
            <a:extLst>
              <a:ext uri="{FF2B5EF4-FFF2-40B4-BE49-F238E27FC236}">
                <a16:creationId xmlns:a16="http://schemas.microsoft.com/office/drawing/2014/main" id="{252E3A15-9C67-4993-9715-49FDBCD71D01}"/>
              </a:ext>
            </a:extLst>
          </p:cNvPr>
          <p:cNvPicPr>
            <a:picLocks noChangeAspect="1"/>
          </p:cNvPicPr>
          <p:nvPr/>
        </p:nvPicPr>
        <p:blipFill>
          <a:blip r:embed="rId4"/>
          <a:stretch>
            <a:fillRect/>
          </a:stretch>
        </p:blipFill>
        <p:spPr>
          <a:xfrm>
            <a:off x="848164" y="2828926"/>
            <a:ext cx="9904852" cy="3443287"/>
          </a:xfrm>
          <a:prstGeom prst="rect">
            <a:avLst/>
          </a:prstGeom>
        </p:spPr>
      </p:pic>
    </p:spTree>
    <p:custDataLst>
      <p:tags r:id="rId1"/>
    </p:custDataLst>
    <p:extLst>
      <p:ext uri="{BB962C8B-B14F-4D97-AF65-F5344CB8AC3E}">
        <p14:creationId xmlns:p14="http://schemas.microsoft.com/office/powerpoint/2010/main" val="32470755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F54A59E-034D-4036-9DDE-F026296C9AE2}"/>
              </a:ext>
            </a:extLst>
          </p:cNvPr>
          <p:cNvSpPr>
            <a:spLocks noGrp="1"/>
          </p:cNvSpPr>
          <p:nvPr>
            <p:ph type="sldNum" idx="97"/>
          </p:nvPr>
        </p:nvSpPr>
        <p:spPr/>
        <p:txBody>
          <a:bodyPr/>
          <a:lstStyle/>
          <a:p>
            <a:fld id="{4037B1B0-0345-4E15-985A-6BECCDBE474F}" type="slidenum">
              <a:rPr lang="en-US" smtClean="0"/>
              <a:pPr/>
              <a:t>24</a:t>
            </a:fld>
            <a:endParaRPr lang="en-US" dirty="0"/>
          </a:p>
        </p:txBody>
      </p:sp>
      <p:sp>
        <p:nvSpPr>
          <p:cNvPr id="3" name="Title 2">
            <a:extLst>
              <a:ext uri="{FF2B5EF4-FFF2-40B4-BE49-F238E27FC236}">
                <a16:creationId xmlns:a16="http://schemas.microsoft.com/office/drawing/2014/main" id="{3BE02FE7-A6FA-4689-A30C-628FCBC12A88}"/>
              </a:ext>
            </a:extLst>
          </p:cNvPr>
          <p:cNvSpPr>
            <a:spLocks noGrp="1"/>
          </p:cNvSpPr>
          <p:nvPr>
            <p:ph type="title" idx="1"/>
          </p:nvPr>
        </p:nvSpPr>
        <p:spPr/>
        <p:txBody>
          <a:bodyPr/>
          <a:lstStyle/>
          <a:p>
            <a:r>
              <a:rPr lang="en-US" dirty="0"/>
              <a:t>Model forecasting example</a:t>
            </a:r>
          </a:p>
        </p:txBody>
      </p:sp>
      <p:sp>
        <p:nvSpPr>
          <p:cNvPr id="7" name="Content Placeholder 2">
            <a:extLst>
              <a:ext uri="{FF2B5EF4-FFF2-40B4-BE49-F238E27FC236}">
                <a16:creationId xmlns:a16="http://schemas.microsoft.com/office/drawing/2014/main" id="{7FD0A892-26B9-2262-EF71-E23A32D9A15E}"/>
              </a:ext>
            </a:extLst>
          </p:cNvPr>
          <p:cNvSpPr txBox="1">
            <a:spLocks/>
          </p:cNvSpPr>
          <p:nvPr/>
        </p:nvSpPr>
        <p:spPr>
          <a:xfrm>
            <a:off x="419099" y="1528175"/>
            <a:ext cx="10767061" cy="464878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800" b="0" i="0" u="none" strike="noStrike" kern="1200" cap="none" spc="0" normalizeH="0" baseline="0" noProof="0" dirty="0">
                <a:ln>
                  <a:noFill/>
                </a:ln>
                <a:solidFill>
                  <a:srgbClr val="232F3E"/>
                </a:solidFill>
                <a:effectLst/>
                <a:uLnTx/>
                <a:uFillTx/>
                <a:latin typeface="+mn-lt"/>
                <a:ea typeface="Amazon Ember Light" panose="020B0403020204020204" pitchFamily="34" charset="0"/>
                <a:cs typeface="Amazon Ember Light" panose="020B0403020204020204" pitchFamily="34" charset="0"/>
              </a:rPr>
              <a:t>A web retailer of shoes wants to predict how often it will be unable to fill orders for AnyCompany brand shoes.</a:t>
            </a:r>
          </a:p>
          <a:p>
            <a:pPr marL="0" marR="0" lvl="0" indent="0" algn="l" defTabSz="914400" rtl="0" eaLnBrk="1" fontAlgn="auto" latinLnBrk="0" hangingPunct="1">
              <a:lnSpc>
                <a:spcPct val="90000"/>
              </a:lnSpc>
              <a:spcBef>
                <a:spcPts val="1000"/>
              </a:spcBef>
              <a:spcAft>
                <a:spcPts val="0"/>
              </a:spcAft>
              <a:buClrTx/>
              <a:buSzTx/>
              <a:buNone/>
              <a:tabLst/>
              <a:defRPr/>
            </a:pPr>
            <a:endParaRPr kumimoji="0" lang="en-US" sz="2800" b="0" i="0" u="none" strike="noStrike" kern="1200" cap="none" spc="0" normalizeH="0" baseline="0" noProof="0" dirty="0">
              <a:ln>
                <a:noFill/>
              </a:ln>
              <a:solidFill>
                <a:srgbClr val="232F3E"/>
              </a:solidFill>
              <a:effectLst/>
              <a:uLnTx/>
              <a:uFillTx/>
              <a:latin typeface="+mn-lt"/>
              <a:ea typeface="Amazon Ember Light" panose="020B0403020204020204" pitchFamily="34" charset="0"/>
              <a:cs typeface="Amazon Ember Light" panose="020B0403020204020204" pitchFamily="34" charset="0"/>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800" b="0" i="0" u="none" strike="noStrike" kern="1200" cap="none" spc="0" normalizeH="0" baseline="0" noProof="0" dirty="0">
              <a:ln>
                <a:noFill/>
              </a:ln>
              <a:solidFill>
                <a:srgbClr val="232F3E"/>
              </a:solidFill>
              <a:effectLst/>
              <a:uLnTx/>
              <a:uFillTx/>
              <a:latin typeface="+mn-lt"/>
              <a:ea typeface="Amazon Ember Light" panose="020B0403020204020204" pitchFamily="34" charset="0"/>
              <a:cs typeface="Amazon Ember Light" panose="020B0403020204020204" pitchFamily="34" charset="0"/>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solidFill>
                <a:srgbClr val="232F3E"/>
              </a:solidFill>
              <a:latin typeface="+mn-lt"/>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800" b="0" i="0" u="none" strike="noStrike" kern="1200" cap="none" spc="0" normalizeH="0" baseline="0" noProof="0" dirty="0">
                <a:ln>
                  <a:noFill/>
                </a:ln>
                <a:solidFill>
                  <a:srgbClr val="232F3E"/>
                </a:solidFill>
                <a:effectLst/>
                <a:uLnTx/>
                <a:uFillTx/>
                <a:latin typeface="+mn-lt"/>
                <a:ea typeface="Amazon Ember Light" panose="020B0403020204020204" pitchFamily="34" charset="0"/>
                <a:cs typeface="Amazon Ember Light" panose="020B0403020204020204" pitchFamily="34" charset="0"/>
              </a:rPr>
              <a:t>SageMaker Canvas predicts a demand of 1,000 pairs per month:</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b="0" i="0" u="none" strike="noStrike" kern="1200" cap="none" spc="0" normalizeH="0" baseline="0" noProof="0" dirty="0">
                <a:ln>
                  <a:noFill/>
                </a:ln>
                <a:solidFill>
                  <a:srgbClr val="232F3E"/>
                </a:solidFill>
                <a:effectLst/>
                <a:uLnTx/>
                <a:uFillTx/>
                <a:latin typeface="+mn-lt"/>
                <a:ea typeface="Amazon Ember Light" panose="020B0403020204020204" pitchFamily="34" charset="0"/>
                <a:cs typeface="Amazon Ember Light" panose="020B0403020204020204" pitchFamily="34" charset="0"/>
              </a:rPr>
              <a:t>P10: Ten percent of the time, fewer than 880 pairs will be ordered.</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b="0" i="0" u="none" strike="noStrike" kern="1200" cap="none" spc="0" normalizeH="0" baseline="0" noProof="0" dirty="0">
                <a:ln>
                  <a:noFill/>
                </a:ln>
                <a:solidFill>
                  <a:srgbClr val="232F3E"/>
                </a:solidFill>
                <a:effectLst/>
                <a:uLnTx/>
                <a:uFillTx/>
                <a:latin typeface="+mn-lt"/>
                <a:ea typeface="Amazon Ember Light" panose="020B0403020204020204" pitchFamily="34" charset="0"/>
                <a:cs typeface="Amazon Ember Light" panose="020B0403020204020204" pitchFamily="34" charset="0"/>
              </a:rPr>
              <a:t>P50: </a:t>
            </a:r>
            <a:r>
              <a:rPr lang="en-US" dirty="0">
                <a:solidFill>
                  <a:srgbClr val="232F3E"/>
                </a:solidFill>
                <a:latin typeface="+mn-lt"/>
              </a:rPr>
              <a:t>Fifty</a:t>
            </a:r>
            <a:r>
              <a:rPr kumimoji="0" lang="en-US" b="0" i="0" u="none" strike="noStrike" kern="1200" cap="none" spc="0" normalizeH="0" baseline="0" noProof="0" dirty="0">
                <a:ln>
                  <a:noFill/>
                </a:ln>
                <a:solidFill>
                  <a:srgbClr val="232F3E"/>
                </a:solidFill>
                <a:effectLst/>
                <a:uLnTx/>
                <a:uFillTx/>
                <a:latin typeface="+mn-lt"/>
                <a:ea typeface="Amazon Ember Light" panose="020B0403020204020204" pitchFamily="34" charset="0"/>
                <a:cs typeface="Amazon Ember Light" panose="020B0403020204020204" pitchFamily="34" charset="0"/>
              </a:rPr>
              <a:t> percent of the time, fewer than 1,050 pairs will be ordered.</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b="0" i="0" u="none" strike="noStrike" kern="1200" cap="none" spc="0" normalizeH="0" baseline="0" noProof="0" dirty="0">
                <a:ln>
                  <a:noFill/>
                </a:ln>
                <a:solidFill>
                  <a:srgbClr val="232F3E"/>
                </a:solidFill>
                <a:effectLst/>
                <a:uLnTx/>
                <a:uFillTx/>
                <a:latin typeface="+mn-lt"/>
                <a:ea typeface="Amazon Ember Light" panose="020B0403020204020204" pitchFamily="34" charset="0"/>
                <a:cs typeface="Amazon Ember Light" panose="020B0403020204020204" pitchFamily="34" charset="0"/>
              </a:rPr>
              <a:t>P90: Ninety percent of the time, fewer than 1,200 pairs will be ordered.</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endParaRPr kumimoji="0" lang="en-US" sz="2400" b="0" i="0" u="none" strike="noStrike" kern="1200" cap="none" spc="0" normalizeH="0" baseline="0" noProof="0" dirty="0">
              <a:ln>
                <a:noFill/>
              </a:ln>
              <a:solidFill>
                <a:srgbClr val="232F3E"/>
              </a:solidFill>
              <a:effectLst/>
              <a:uLnTx/>
              <a:uFillTx/>
              <a:latin typeface="+mn-lt"/>
              <a:ea typeface="Amazon Ember Light" panose="020B0403020204020204" pitchFamily="34" charset="0"/>
              <a:cs typeface="Amazon Ember Light" panose="020B0403020204020204" pitchFamily="34" charset="0"/>
            </a:endParaRPr>
          </a:p>
        </p:txBody>
      </p:sp>
      <p:pic>
        <p:nvPicPr>
          <p:cNvPr id="10" name="Picture 9">
            <a:extLst>
              <a:ext uri="{FF2B5EF4-FFF2-40B4-BE49-F238E27FC236}">
                <a16:creationId xmlns:a16="http://schemas.microsoft.com/office/drawing/2014/main" id="{2B6EEAF8-7C8A-4995-9357-0CB170784CFB}"/>
              </a:ext>
              <a:ext uri="{C183D7F6-B498-43B3-948B-1728B52AA6E4}">
                <adec:decorative xmlns:adec="http://schemas.microsoft.com/office/drawing/2017/decorative" val="1"/>
              </a:ext>
            </a:extLst>
          </p:cNvPr>
          <p:cNvPicPr>
            <a:picLocks noChangeAspect="1"/>
          </p:cNvPicPr>
          <p:nvPr/>
        </p:nvPicPr>
        <p:blipFill>
          <a:blip r:embed="rId4">
            <a:duotone>
              <a:prstClr val="black"/>
              <a:schemeClr val="accent4">
                <a:tint val="45000"/>
                <a:satMod val="400000"/>
              </a:schemeClr>
            </a:duotone>
          </a:blip>
          <a:stretch>
            <a:fillRect/>
          </a:stretch>
        </p:blipFill>
        <p:spPr>
          <a:xfrm>
            <a:off x="2250142" y="2540717"/>
            <a:ext cx="7451407" cy="1199077"/>
          </a:xfrm>
          <a:prstGeom prst="rect">
            <a:avLst/>
          </a:prstGeom>
          <a:ln>
            <a:noFill/>
          </a:ln>
          <a:effectLst>
            <a:outerShdw blurRad="292100" dist="139700" dir="2700000" algn="tl" rotWithShape="0">
              <a:srgbClr val="333333">
                <a:alpha val="65000"/>
              </a:srgbClr>
            </a:outerShdw>
          </a:effectLst>
        </p:spPr>
      </p:pic>
    </p:spTree>
    <p:custDataLst>
      <p:tags r:id="rId1"/>
    </p:custDataLst>
    <p:extLst>
      <p:ext uri="{BB962C8B-B14F-4D97-AF65-F5344CB8AC3E}">
        <p14:creationId xmlns:p14="http://schemas.microsoft.com/office/powerpoint/2010/main" val="42890911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F54A59E-034D-4036-9DDE-F026296C9AE2}"/>
              </a:ext>
            </a:extLst>
          </p:cNvPr>
          <p:cNvSpPr>
            <a:spLocks noGrp="1"/>
          </p:cNvSpPr>
          <p:nvPr>
            <p:ph type="sldNum" idx="97"/>
          </p:nvPr>
        </p:nvSpPr>
        <p:spPr/>
        <p:txBody>
          <a:bodyPr/>
          <a:lstStyle/>
          <a:p>
            <a:fld id="{4037B1B0-0345-4E15-985A-6BECCDBE474F}" type="slidenum">
              <a:rPr lang="en-US" smtClean="0"/>
              <a:pPr/>
              <a:t>25</a:t>
            </a:fld>
            <a:endParaRPr lang="en-US" dirty="0"/>
          </a:p>
        </p:txBody>
      </p:sp>
      <p:sp>
        <p:nvSpPr>
          <p:cNvPr id="3" name="Title 2">
            <a:extLst>
              <a:ext uri="{FF2B5EF4-FFF2-40B4-BE49-F238E27FC236}">
                <a16:creationId xmlns:a16="http://schemas.microsoft.com/office/drawing/2014/main" id="{3BE02FE7-A6FA-4689-A30C-628FCBC12A88}"/>
              </a:ext>
            </a:extLst>
          </p:cNvPr>
          <p:cNvSpPr>
            <a:spLocks noGrp="1"/>
          </p:cNvSpPr>
          <p:nvPr>
            <p:ph type="title" idx="1"/>
          </p:nvPr>
        </p:nvSpPr>
        <p:spPr/>
        <p:txBody>
          <a:bodyPr>
            <a:normAutofit/>
          </a:bodyPr>
          <a:lstStyle/>
          <a:p>
            <a:r>
              <a:rPr lang="en-US" dirty="0"/>
              <a:t>Model evaluation metric: RMSE</a:t>
            </a:r>
          </a:p>
        </p:txBody>
      </p:sp>
      <p:sp>
        <p:nvSpPr>
          <p:cNvPr id="10" name="Rectangle 9">
            <a:extLst>
              <a:ext uri="{FF2B5EF4-FFF2-40B4-BE49-F238E27FC236}">
                <a16:creationId xmlns:a16="http://schemas.microsoft.com/office/drawing/2014/main" id="{0C463550-8759-54B1-52BC-A54D62188424}"/>
              </a:ext>
              <a:ext uri="{C183D7F6-B498-43B3-948B-1728B52AA6E4}">
                <adec:decorative xmlns:adec="http://schemas.microsoft.com/office/drawing/2017/decorative" val="0"/>
              </a:ext>
            </a:extLst>
          </p:cNvPr>
          <p:cNvSpPr/>
          <p:nvPr/>
        </p:nvSpPr>
        <p:spPr>
          <a:xfrm>
            <a:off x="544748" y="1280831"/>
            <a:ext cx="10802955" cy="1569660"/>
          </a:xfrm>
          <a:prstGeom prst="rect">
            <a:avLst/>
          </a:prstGeom>
        </p:spPr>
        <p:txBody>
          <a:bodyPr wrap="square">
            <a:spAutoFit/>
          </a:bodyPr>
          <a:lstStyle/>
          <a:p>
            <a:pPr algn="ctr"/>
            <a:r>
              <a:rPr lang="en-US" sz="2400" b="1" dirty="0">
                <a:solidFill>
                  <a:schemeClr val="accent1"/>
                </a:solidFill>
                <a:ea typeface="Amazon Ember" panose="02000000000000000000" pitchFamily="2" charset="0"/>
              </a:rPr>
              <a:t>Root mean square error (RMSE) </a:t>
            </a:r>
            <a:r>
              <a:rPr lang="en-US" sz="2400" dirty="0">
                <a:solidFill>
                  <a:srgbClr val="232F3E"/>
                </a:solidFill>
              </a:rPr>
              <a:t>is the root square of prediction errors. </a:t>
            </a:r>
          </a:p>
          <a:p>
            <a:pPr algn="ctr"/>
            <a:r>
              <a:rPr lang="en-US" sz="2400" dirty="0">
                <a:ea typeface="Amazon Ember" panose="02000000000000000000" pitchFamily="2" charset="0"/>
                <a:cs typeface="Amazon Ember Light" panose="020B0403020204020204" pitchFamily="34" charset="0"/>
              </a:rPr>
              <a:t>The RMSE is the difference between the actual target value and the predicted value.</a:t>
            </a:r>
          </a:p>
          <a:p>
            <a:endParaRPr lang="en-US" sz="2400" dirty="0">
              <a:solidFill>
                <a:srgbClr val="232F3E"/>
              </a:solidFill>
            </a:endParaRPr>
          </a:p>
        </p:txBody>
      </p:sp>
      <p:graphicFrame>
        <p:nvGraphicFramePr>
          <p:cNvPr id="8" name="Table 7">
            <a:extLst>
              <a:ext uri="{FF2B5EF4-FFF2-40B4-BE49-F238E27FC236}">
                <a16:creationId xmlns:a16="http://schemas.microsoft.com/office/drawing/2014/main" id="{AB1CC990-235A-7EE5-EFC6-C249B396B62D}"/>
              </a:ext>
            </a:extLst>
          </p:cNvPr>
          <p:cNvGraphicFramePr>
            <a:graphicFrameLocks noGrp="1"/>
          </p:cNvGraphicFramePr>
          <p:nvPr>
            <p:extLst>
              <p:ext uri="{D42A27DB-BD31-4B8C-83A1-F6EECF244321}">
                <p14:modId xmlns:p14="http://schemas.microsoft.com/office/powerpoint/2010/main" val="2606513450"/>
              </p:ext>
            </p:extLst>
          </p:nvPr>
        </p:nvGraphicFramePr>
        <p:xfrm>
          <a:off x="3241833" y="2702326"/>
          <a:ext cx="6182947" cy="2447601"/>
        </p:xfrm>
        <a:graphic>
          <a:graphicData uri="http://schemas.openxmlformats.org/drawingml/2006/table">
            <a:tbl>
              <a:tblPr firstRow="1">
                <a:tableStyleId>{69012ECD-51FC-41F1-AA8D-1B2483CD663E}</a:tableStyleId>
              </a:tblPr>
              <a:tblGrid>
                <a:gridCol w="973375">
                  <a:extLst>
                    <a:ext uri="{9D8B030D-6E8A-4147-A177-3AD203B41FA5}">
                      <a16:colId xmlns:a16="http://schemas.microsoft.com/office/drawing/2014/main" val="1765425942"/>
                    </a:ext>
                  </a:extLst>
                </a:gridCol>
                <a:gridCol w="1183935">
                  <a:extLst>
                    <a:ext uri="{9D8B030D-6E8A-4147-A177-3AD203B41FA5}">
                      <a16:colId xmlns:a16="http://schemas.microsoft.com/office/drawing/2014/main" val="2385895246"/>
                    </a:ext>
                  </a:extLst>
                </a:gridCol>
                <a:gridCol w="1345315">
                  <a:extLst>
                    <a:ext uri="{9D8B030D-6E8A-4147-A177-3AD203B41FA5}">
                      <a16:colId xmlns:a16="http://schemas.microsoft.com/office/drawing/2014/main" val="4257459727"/>
                    </a:ext>
                  </a:extLst>
                </a:gridCol>
                <a:gridCol w="1340161">
                  <a:extLst>
                    <a:ext uri="{9D8B030D-6E8A-4147-A177-3AD203B41FA5}">
                      <a16:colId xmlns:a16="http://schemas.microsoft.com/office/drawing/2014/main" val="3237998490"/>
                    </a:ext>
                  </a:extLst>
                </a:gridCol>
                <a:gridCol w="1340161">
                  <a:extLst>
                    <a:ext uri="{9D8B030D-6E8A-4147-A177-3AD203B41FA5}">
                      <a16:colId xmlns:a16="http://schemas.microsoft.com/office/drawing/2014/main" val="1318710275"/>
                    </a:ext>
                  </a:extLst>
                </a:gridCol>
              </a:tblGrid>
              <a:tr h="818181">
                <a:tc>
                  <a:txBody>
                    <a:bodyPr/>
                    <a:lstStyle/>
                    <a:p>
                      <a:pPr algn="ctr" fontAlgn="b"/>
                      <a:r>
                        <a:rPr lang="en-US" sz="2000" u="none" strike="noStrike" dirty="0">
                          <a:effectLst/>
                        </a:rPr>
                        <a:t>Test </a:t>
                      </a:r>
                      <a:endParaRPr lang="en-US" sz="2000" b="1" i="0" u="none" strike="noStrike" dirty="0">
                        <a:solidFill>
                          <a:srgbClr val="000000"/>
                        </a:solidFill>
                        <a:effectLst/>
                        <a:latin typeface="+mn-lt"/>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2000" u="none" strike="noStrike" dirty="0">
                          <a:effectLst/>
                        </a:rPr>
                        <a:t>Actual Result</a:t>
                      </a:r>
                      <a:endParaRPr lang="en-US" sz="2000" b="1" i="0" u="none" strike="noStrike" dirty="0">
                        <a:solidFill>
                          <a:srgbClr val="000000"/>
                        </a:solidFill>
                        <a:effectLst/>
                        <a:latin typeface="+mn-lt"/>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2000" u="none" strike="noStrike" dirty="0">
                          <a:effectLst/>
                        </a:rPr>
                        <a:t>Prediction</a:t>
                      </a:r>
                      <a:endParaRPr lang="en-US" sz="2000" b="1" i="0" u="none" strike="noStrike" dirty="0">
                        <a:solidFill>
                          <a:srgbClr val="000000"/>
                        </a:solidFill>
                        <a:effectLst/>
                        <a:latin typeface="+mn-lt"/>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2000" u="none" strike="noStrike" dirty="0">
                          <a:effectLst/>
                        </a:rPr>
                        <a:t>Difference</a:t>
                      </a:r>
                      <a:endParaRPr lang="en-US" sz="2000" b="1" i="0" u="none" strike="noStrike" dirty="0">
                        <a:solidFill>
                          <a:srgbClr val="000000"/>
                        </a:solidFill>
                        <a:effectLst/>
                        <a:latin typeface="+mn-lt"/>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2000" b="1" i="0" u="none" strike="noStrike" dirty="0">
                          <a:solidFill>
                            <a:schemeClr val="bg1"/>
                          </a:solidFill>
                          <a:effectLst/>
                          <a:latin typeface="+mn-lt"/>
                        </a:rPr>
                        <a:t>Difference Squared</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30192890"/>
                  </a:ext>
                </a:extLst>
              </a:tr>
              <a:tr h="407355">
                <a:tc>
                  <a:txBody>
                    <a:bodyPr/>
                    <a:lstStyle/>
                    <a:p>
                      <a:pPr algn="ctr" fontAlgn="b"/>
                      <a:r>
                        <a:rPr lang="en-US" sz="1800" u="none" strike="noStrike" dirty="0">
                          <a:effectLst/>
                        </a:rPr>
                        <a:t>1</a:t>
                      </a:r>
                      <a:endParaRPr lang="en-US" sz="1800" b="0" i="0" u="none" strike="noStrike" dirty="0">
                        <a:solidFill>
                          <a:srgbClr val="000000"/>
                        </a:solidFill>
                        <a:effectLst/>
                        <a:latin typeface="+mn-lt"/>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800" u="none" strike="noStrike" dirty="0">
                          <a:effectLst/>
                        </a:rPr>
                        <a:t>2</a:t>
                      </a:r>
                      <a:endParaRPr lang="en-US" sz="1800" b="0" i="0" u="none" strike="noStrike" dirty="0">
                        <a:solidFill>
                          <a:srgbClr val="000000"/>
                        </a:solidFill>
                        <a:effectLst/>
                        <a:latin typeface="+mn-lt"/>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800" u="none" strike="noStrike" dirty="0">
                          <a:effectLst/>
                        </a:rPr>
                        <a:t>4</a:t>
                      </a:r>
                      <a:endParaRPr lang="en-US" sz="1800" b="0" i="0" u="none" strike="noStrike" dirty="0">
                        <a:solidFill>
                          <a:srgbClr val="000000"/>
                        </a:solidFill>
                        <a:effectLst/>
                        <a:latin typeface="+mn-lt"/>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800" u="none" strike="noStrike" dirty="0">
                          <a:effectLst/>
                        </a:rPr>
                        <a:t>2</a:t>
                      </a:r>
                      <a:endParaRPr lang="en-US" sz="1800" b="0" i="0" u="none" strike="noStrike" dirty="0">
                        <a:solidFill>
                          <a:srgbClr val="000000"/>
                        </a:solidFill>
                        <a:effectLst/>
                        <a:latin typeface="+mn-lt"/>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800" b="0" i="0" u="none" strike="noStrike" dirty="0">
                          <a:solidFill>
                            <a:srgbClr val="000000"/>
                          </a:solidFill>
                          <a:effectLst/>
                          <a:latin typeface="+mn-lt"/>
                        </a:rPr>
                        <a:t>4</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36835116"/>
                  </a:ext>
                </a:extLst>
              </a:tr>
              <a:tr h="407355">
                <a:tc>
                  <a:txBody>
                    <a:bodyPr/>
                    <a:lstStyle/>
                    <a:p>
                      <a:pPr algn="ctr" fontAlgn="b"/>
                      <a:r>
                        <a:rPr lang="en-US" sz="1800" u="none" strike="noStrike" dirty="0">
                          <a:effectLst/>
                        </a:rPr>
                        <a:t>2</a:t>
                      </a:r>
                      <a:endParaRPr lang="en-US" sz="1800" b="0" i="0" u="none" strike="noStrike" dirty="0">
                        <a:solidFill>
                          <a:srgbClr val="000000"/>
                        </a:solidFill>
                        <a:effectLst/>
                        <a:latin typeface="+mn-lt"/>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800" u="none" strike="noStrike" dirty="0">
                          <a:effectLst/>
                        </a:rPr>
                        <a:t>4</a:t>
                      </a:r>
                      <a:endParaRPr lang="en-US" sz="1800" b="0" i="0" u="none" strike="noStrike" dirty="0">
                        <a:solidFill>
                          <a:srgbClr val="000000"/>
                        </a:solidFill>
                        <a:effectLst/>
                        <a:latin typeface="+mn-lt"/>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800" u="none" strike="noStrike" dirty="0">
                          <a:effectLst/>
                        </a:rPr>
                        <a:t>8</a:t>
                      </a:r>
                      <a:endParaRPr lang="en-US" sz="1800" b="0" i="0" u="none" strike="noStrike" dirty="0">
                        <a:solidFill>
                          <a:srgbClr val="000000"/>
                        </a:solidFill>
                        <a:effectLst/>
                        <a:latin typeface="+mn-lt"/>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800" u="none" strike="noStrike" dirty="0">
                          <a:effectLst/>
                        </a:rPr>
                        <a:t>4</a:t>
                      </a:r>
                      <a:endParaRPr lang="en-US" sz="1800" b="0" i="0" u="none" strike="noStrike" dirty="0">
                        <a:solidFill>
                          <a:srgbClr val="000000"/>
                        </a:solidFill>
                        <a:effectLst/>
                        <a:latin typeface="+mn-lt"/>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800" b="0" i="0" u="none" strike="noStrike" dirty="0">
                          <a:solidFill>
                            <a:srgbClr val="000000"/>
                          </a:solidFill>
                          <a:effectLst/>
                          <a:latin typeface="+mn-lt"/>
                        </a:rPr>
                        <a:t>16</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66894314"/>
                  </a:ext>
                </a:extLst>
              </a:tr>
              <a:tr h="407355">
                <a:tc>
                  <a:txBody>
                    <a:bodyPr/>
                    <a:lstStyle/>
                    <a:p>
                      <a:pPr algn="ctr" fontAlgn="b"/>
                      <a:r>
                        <a:rPr lang="en-US" sz="1800" u="none" strike="noStrike" dirty="0">
                          <a:effectLst/>
                        </a:rPr>
                        <a:t>3</a:t>
                      </a:r>
                      <a:endParaRPr lang="en-US" sz="1800" b="0" i="0" u="none" strike="noStrike" dirty="0">
                        <a:solidFill>
                          <a:srgbClr val="000000"/>
                        </a:solidFill>
                        <a:effectLst/>
                        <a:latin typeface="+mn-lt"/>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800" u="none" strike="noStrike" dirty="0">
                          <a:effectLst/>
                        </a:rPr>
                        <a:t>8</a:t>
                      </a:r>
                      <a:endParaRPr lang="en-US" sz="1800" b="0" i="0" u="none" strike="noStrike" dirty="0">
                        <a:solidFill>
                          <a:srgbClr val="000000"/>
                        </a:solidFill>
                        <a:effectLst/>
                        <a:latin typeface="+mn-lt"/>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800" u="none" strike="noStrike" dirty="0">
                          <a:effectLst/>
                        </a:rPr>
                        <a:t>13</a:t>
                      </a:r>
                      <a:endParaRPr lang="en-US" sz="1800" b="0" i="0" u="none" strike="noStrike" dirty="0">
                        <a:solidFill>
                          <a:srgbClr val="000000"/>
                        </a:solidFill>
                        <a:effectLst/>
                        <a:latin typeface="+mn-lt"/>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800" u="none" strike="noStrike" dirty="0">
                          <a:effectLst/>
                        </a:rPr>
                        <a:t>5</a:t>
                      </a:r>
                      <a:endParaRPr lang="en-US" sz="1800" b="0" i="0" u="none" strike="noStrike" dirty="0">
                        <a:solidFill>
                          <a:srgbClr val="000000"/>
                        </a:solidFill>
                        <a:effectLst/>
                        <a:latin typeface="+mn-lt"/>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800" b="0" i="0" u="none" strike="noStrike" dirty="0">
                          <a:solidFill>
                            <a:srgbClr val="000000"/>
                          </a:solidFill>
                          <a:effectLst/>
                          <a:latin typeface="+mn-lt"/>
                        </a:rPr>
                        <a:t>25</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29828304"/>
                  </a:ext>
                </a:extLst>
              </a:tr>
              <a:tr h="407355">
                <a:tc>
                  <a:txBody>
                    <a:bodyPr/>
                    <a:lstStyle/>
                    <a:p>
                      <a:pPr algn="ctr" fontAlgn="b"/>
                      <a:r>
                        <a:rPr lang="en-US" sz="1800" u="none" strike="noStrike" dirty="0">
                          <a:effectLst/>
                        </a:rPr>
                        <a:t>4</a:t>
                      </a:r>
                      <a:endParaRPr lang="en-US" sz="1800" b="0" i="0" u="none" strike="noStrike" dirty="0">
                        <a:solidFill>
                          <a:srgbClr val="000000"/>
                        </a:solidFill>
                        <a:effectLst/>
                        <a:latin typeface="+mn-lt"/>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800" u="none" strike="noStrike" dirty="0">
                          <a:effectLst/>
                        </a:rPr>
                        <a:t>5</a:t>
                      </a:r>
                      <a:endParaRPr lang="en-US" sz="1800" b="0" i="0" u="none" strike="noStrike" dirty="0">
                        <a:solidFill>
                          <a:srgbClr val="000000"/>
                        </a:solidFill>
                        <a:effectLst/>
                        <a:latin typeface="+mn-lt"/>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800" u="none" strike="noStrike" dirty="0">
                          <a:effectLst/>
                        </a:rPr>
                        <a:t>9</a:t>
                      </a:r>
                      <a:endParaRPr lang="en-US" sz="1800" b="0" i="0" u="none" strike="noStrike" dirty="0">
                        <a:solidFill>
                          <a:srgbClr val="000000"/>
                        </a:solidFill>
                        <a:effectLst/>
                        <a:latin typeface="+mn-lt"/>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800" u="none" strike="noStrike" dirty="0">
                          <a:effectLst/>
                        </a:rPr>
                        <a:t>4</a:t>
                      </a:r>
                      <a:endParaRPr lang="en-US" sz="1800" b="0" i="0" u="none" strike="noStrike" dirty="0">
                        <a:solidFill>
                          <a:srgbClr val="000000"/>
                        </a:solidFill>
                        <a:effectLst/>
                        <a:latin typeface="+mn-lt"/>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800" b="0" i="0" u="none" strike="noStrike" dirty="0">
                          <a:solidFill>
                            <a:srgbClr val="000000"/>
                          </a:solidFill>
                          <a:effectLst/>
                          <a:latin typeface="+mn-lt"/>
                        </a:rPr>
                        <a:t>16</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53009412"/>
                  </a:ext>
                </a:extLst>
              </a:tr>
            </a:tbl>
          </a:graphicData>
        </a:graphic>
      </p:graphicFrame>
      <p:sp>
        <p:nvSpPr>
          <p:cNvPr id="5" name="TextBox 4">
            <a:extLst>
              <a:ext uri="{FF2B5EF4-FFF2-40B4-BE49-F238E27FC236}">
                <a16:creationId xmlns:a16="http://schemas.microsoft.com/office/drawing/2014/main" id="{DB526A7D-FFD1-48D4-B6BA-AA58529960EB}"/>
              </a:ext>
            </a:extLst>
          </p:cNvPr>
          <p:cNvSpPr txBox="1"/>
          <p:nvPr/>
        </p:nvSpPr>
        <p:spPr>
          <a:xfrm>
            <a:off x="1245784" y="5246191"/>
            <a:ext cx="10437169" cy="1200329"/>
          </a:xfrm>
          <a:prstGeom prst="rect">
            <a:avLst/>
          </a:prstGeom>
          <a:noFill/>
        </p:spPr>
        <p:txBody>
          <a:bodyPr wrap="square" rtlCol="0">
            <a:spAutoFit/>
          </a:bodyPr>
          <a:lstStyle/>
          <a:p>
            <a:pPr marL="0" rtl="0" eaLnBrk="1" fontAlgn="b" latinLnBrk="0" hangingPunct="1">
              <a:spcBef>
                <a:spcPts val="0"/>
              </a:spcBef>
              <a:spcAft>
                <a:spcPts val="0"/>
              </a:spcAft>
            </a:pPr>
            <a:r>
              <a:rPr lang="en-US" sz="2400" b="1" i="0" u="none" strike="noStrike" kern="1200" dirty="0">
                <a:solidFill>
                  <a:schemeClr val="accent1"/>
                </a:solidFill>
                <a:effectLst/>
              </a:rPr>
              <a:t>RMSE = roo</a:t>
            </a:r>
            <a:r>
              <a:rPr lang="en-US" sz="2400" b="1" dirty="0">
                <a:solidFill>
                  <a:schemeClr val="accent1"/>
                </a:solidFill>
              </a:rPr>
              <a:t>t (( sum of squared differences) /  number of predictions)</a:t>
            </a:r>
          </a:p>
          <a:p>
            <a:pPr marL="0" rtl="0" eaLnBrk="1" fontAlgn="b" latinLnBrk="0" hangingPunct="1">
              <a:spcBef>
                <a:spcPts val="0"/>
              </a:spcBef>
              <a:spcAft>
                <a:spcPts val="0"/>
              </a:spcAft>
            </a:pPr>
            <a:r>
              <a:rPr lang="en-US" sz="2400" b="1" dirty="0">
                <a:solidFill>
                  <a:schemeClr val="accent1"/>
                </a:solidFill>
              </a:rPr>
              <a:t>           = </a:t>
            </a:r>
            <a:r>
              <a:rPr lang="en-US" sz="2400" b="1" i="0" u="none" strike="noStrike" kern="1200" dirty="0">
                <a:solidFill>
                  <a:schemeClr val="accent1"/>
                </a:solidFill>
                <a:effectLst/>
              </a:rPr>
              <a:t>root ((4 + 16 + 25 +</a:t>
            </a:r>
            <a:r>
              <a:rPr lang="en-US" sz="2400" b="1" dirty="0">
                <a:solidFill>
                  <a:schemeClr val="accent1"/>
                </a:solidFill>
              </a:rPr>
              <a:t> 16</a:t>
            </a:r>
            <a:r>
              <a:rPr lang="en-US" sz="2400" b="1" i="0" u="none" strike="noStrike" kern="1200" dirty="0">
                <a:solidFill>
                  <a:schemeClr val="accent1"/>
                </a:solidFill>
                <a:effectLst/>
              </a:rPr>
              <a:t>) / 4)  </a:t>
            </a:r>
          </a:p>
          <a:p>
            <a:pPr marL="0" rtl="0" eaLnBrk="1" fontAlgn="b" latinLnBrk="0" hangingPunct="1">
              <a:spcBef>
                <a:spcPts val="0"/>
              </a:spcBef>
              <a:spcAft>
                <a:spcPts val="0"/>
              </a:spcAft>
            </a:pPr>
            <a:r>
              <a:rPr lang="en-US" sz="2400" b="1" dirty="0">
                <a:solidFill>
                  <a:schemeClr val="accent1"/>
                </a:solidFill>
              </a:rPr>
              <a:t>           </a:t>
            </a:r>
            <a:r>
              <a:rPr lang="en-US" sz="2400" b="1" i="0" u="none" strike="noStrike" kern="1200" dirty="0">
                <a:solidFill>
                  <a:schemeClr val="accent1"/>
                </a:solidFill>
                <a:effectLst/>
              </a:rPr>
              <a:t>= root (61 / 4)  = root (15.25 ) = 3.905</a:t>
            </a:r>
            <a:endParaRPr lang="en-US" dirty="0"/>
          </a:p>
        </p:txBody>
      </p:sp>
    </p:spTree>
    <p:custDataLst>
      <p:tags r:id="rId1"/>
    </p:custDataLst>
    <p:extLst>
      <p:ext uri="{BB962C8B-B14F-4D97-AF65-F5344CB8AC3E}">
        <p14:creationId xmlns:p14="http://schemas.microsoft.com/office/powerpoint/2010/main" val="426527121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B256308-6796-4071-8E0D-8003C1972387}"/>
              </a:ext>
            </a:extLst>
          </p:cNvPr>
          <p:cNvSpPr>
            <a:spLocks noGrp="1"/>
          </p:cNvSpPr>
          <p:nvPr>
            <p:ph type="sldNum" idx="97"/>
          </p:nvPr>
        </p:nvSpPr>
        <p:spPr/>
        <p:txBody>
          <a:bodyPr/>
          <a:lstStyle/>
          <a:p>
            <a:fld id="{4037B1B0-0345-4E15-985A-6BECCDBE474F}" type="slidenum">
              <a:rPr lang="en-US" smtClean="0"/>
              <a:pPr/>
              <a:t>26</a:t>
            </a:fld>
            <a:endParaRPr lang="en-US" dirty="0"/>
          </a:p>
        </p:txBody>
      </p:sp>
      <p:sp>
        <p:nvSpPr>
          <p:cNvPr id="5" name="Title 4">
            <a:extLst>
              <a:ext uri="{FF2B5EF4-FFF2-40B4-BE49-F238E27FC236}">
                <a16:creationId xmlns:a16="http://schemas.microsoft.com/office/drawing/2014/main" id="{D17B1D1E-8934-4DDA-A846-61D18C87CE67}"/>
              </a:ext>
            </a:extLst>
          </p:cNvPr>
          <p:cNvSpPr>
            <a:spLocks noGrp="1"/>
          </p:cNvSpPr>
          <p:nvPr>
            <p:ph type="title" idx="1"/>
          </p:nvPr>
        </p:nvSpPr>
        <p:spPr/>
        <p:txBody>
          <a:bodyPr/>
          <a:lstStyle/>
          <a:p>
            <a:r>
              <a:rPr lang="en-US" dirty="0"/>
              <a:t>Other evaluation metrics for forecasting models </a:t>
            </a:r>
          </a:p>
        </p:txBody>
      </p:sp>
      <p:sp>
        <p:nvSpPr>
          <p:cNvPr id="13" name="Rectangle: Rounded Corners 12">
            <a:extLst>
              <a:ext uri="{FF2B5EF4-FFF2-40B4-BE49-F238E27FC236}">
                <a16:creationId xmlns:a16="http://schemas.microsoft.com/office/drawing/2014/main" id="{2B55D1F9-FB91-4830-BFEE-077E58AC2832}"/>
              </a:ext>
            </a:extLst>
          </p:cNvPr>
          <p:cNvSpPr/>
          <p:nvPr/>
        </p:nvSpPr>
        <p:spPr>
          <a:xfrm>
            <a:off x="1530531" y="2749090"/>
            <a:ext cx="1828800" cy="18288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MAPE</a:t>
            </a:r>
          </a:p>
        </p:txBody>
      </p:sp>
      <p:sp>
        <p:nvSpPr>
          <p:cNvPr id="16" name="Rectangle: Rounded Corners 15">
            <a:extLst>
              <a:ext uri="{FF2B5EF4-FFF2-40B4-BE49-F238E27FC236}">
                <a16:creationId xmlns:a16="http://schemas.microsoft.com/office/drawing/2014/main" id="{DBF90237-B8FF-4870-AADC-2F783F783DB4}"/>
              </a:ext>
            </a:extLst>
          </p:cNvPr>
          <p:cNvSpPr/>
          <p:nvPr/>
        </p:nvSpPr>
        <p:spPr>
          <a:xfrm>
            <a:off x="4024384" y="2749090"/>
            <a:ext cx="1828800" cy="1828800"/>
          </a:xfrm>
          <a:prstGeom prst="roundRect">
            <a:avLst/>
          </a:prstGeom>
          <a:solidFill>
            <a:srgbClr val="B5335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WAPE</a:t>
            </a:r>
          </a:p>
        </p:txBody>
      </p:sp>
      <p:sp>
        <p:nvSpPr>
          <p:cNvPr id="18" name="Rectangle: Rounded Corners 17">
            <a:extLst>
              <a:ext uri="{FF2B5EF4-FFF2-40B4-BE49-F238E27FC236}">
                <a16:creationId xmlns:a16="http://schemas.microsoft.com/office/drawing/2014/main" id="{36634689-F66D-4E39-9B63-336234E06995}"/>
              </a:ext>
            </a:extLst>
          </p:cNvPr>
          <p:cNvSpPr/>
          <p:nvPr/>
        </p:nvSpPr>
        <p:spPr>
          <a:xfrm>
            <a:off x="6518237" y="2749090"/>
            <a:ext cx="1828800" cy="1828800"/>
          </a:xfrm>
          <a:prstGeom prst="roundRect">
            <a:avLst/>
          </a:prstGeom>
          <a:solidFill>
            <a:srgbClr val="BE4E2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MASE</a:t>
            </a:r>
          </a:p>
        </p:txBody>
      </p:sp>
      <p:sp>
        <p:nvSpPr>
          <p:cNvPr id="21" name="Rectangle: Rounded Corners 20">
            <a:extLst>
              <a:ext uri="{FF2B5EF4-FFF2-40B4-BE49-F238E27FC236}">
                <a16:creationId xmlns:a16="http://schemas.microsoft.com/office/drawing/2014/main" id="{3576E12C-1A2D-4932-9AB5-674989099A7F}"/>
              </a:ext>
            </a:extLst>
          </p:cNvPr>
          <p:cNvSpPr/>
          <p:nvPr/>
        </p:nvSpPr>
        <p:spPr>
          <a:xfrm>
            <a:off x="9012090" y="2749090"/>
            <a:ext cx="1828800" cy="1828800"/>
          </a:xfrm>
          <a:prstGeom prst="roundRect">
            <a:avLst/>
          </a:prstGeom>
          <a:solidFill>
            <a:srgbClr val="19594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Column impact</a:t>
            </a:r>
          </a:p>
        </p:txBody>
      </p:sp>
    </p:spTree>
    <p:custDataLst>
      <p:tags r:id="rId1"/>
    </p:custDataLst>
    <p:extLst>
      <p:ext uri="{BB962C8B-B14F-4D97-AF65-F5344CB8AC3E}">
        <p14:creationId xmlns:p14="http://schemas.microsoft.com/office/powerpoint/2010/main" val="289670069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064347C-82EE-4883-B047-27FBAF5688E4}"/>
              </a:ext>
            </a:extLst>
          </p:cNvPr>
          <p:cNvSpPr>
            <a:spLocks noGrp="1"/>
          </p:cNvSpPr>
          <p:nvPr>
            <p:ph type="sldNum" idx="97"/>
          </p:nvPr>
        </p:nvSpPr>
        <p:spPr/>
        <p:txBody>
          <a:bodyPr/>
          <a:lstStyle/>
          <a:p>
            <a:fld id="{4037B1B0-0345-4E15-985A-6BECCDBE474F}" type="slidenum">
              <a:rPr lang="en-US" smtClean="0"/>
              <a:pPr/>
              <a:t>27</a:t>
            </a:fld>
            <a:endParaRPr lang="en-US" dirty="0"/>
          </a:p>
        </p:txBody>
      </p:sp>
      <p:sp>
        <p:nvSpPr>
          <p:cNvPr id="10" name="Title 9">
            <a:extLst>
              <a:ext uri="{FF2B5EF4-FFF2-40B4-BE49-F238E27FC236}">
                <a16:creationId xmlns:a16="http://schemas.microsoft.com/office/drawing/2014/main" id="{74CBBFEC-85C7-495C-9D26-3BFAC3FA2A4E}"/>
              </a:ext>
            </a:extLst>
          </p:cNvPr>
          <p:cNvSpPr>
            <a:spLocks noGrp="1"/>
          </p:cNvSpPr>
          <p:nvPr>
            <p:ph type="title" idx="1"/>
          </p:nvPr>
        </p:nvSpPr>
        <p:spPr/>
        <p:txBody>
          <a:bodyPr>
            <a:normAutofit/>
          </a:bodyPr>
          <a:lstStyle/>
          <a:p>
            <a:r>
              <a:rPr lang="en-US" dirty="0"/>
              <a:t>Python example of invoking a time series model</a:t>
            </a:r>
          </a:p>
        </p:txBody>
      </p:sp>
      <p:sp>
        <p:nvSpPr>
          <p:cNvPr id="11" name="Text Placeholder 10">
            <a:extLst>
              <a:ext uri="{FF2B5EF4-FFF2-40B4-BE49-F238E27FC236}">
                <a16:creationId xmlns:a16="http://schemas.microsoft.com/office/drawing/2014/main" id="{6A67705C-67BC-4726-A5F8-AECEBF6C4894}"/>
              </a:ext>
            </a:extLst>
          </p:cNvPr>
          <p:cNvSpPr>
            <a:spLocks noGrp="1"/>
          </p:cNvSpPr>
          <p:nvPr>
            <p:ph type="body" idx="2"/>
          </p:nvPr>
        </p:nvSpPr>
        <p:spPr>
          <a:solidFill>
            <a:schemeClr val="tx1"/>
          </a:solidFill>
        </p:spPr>
        <p:txBody>
          <a:bodyPr/>
          <a:lstStyle/>
          <a:p>
            <a:r>
              <a:rPr lang="en-US" sz="2000" dirty="0">
                <a:solidFill>
                  <a:srgbClr val="FFFF00"/>
                </a:solidFill>
              </a:rPr>
              <a:t>import</a:t>
            </a:r>
            <a:r>
              <a:rPr lang="en-US" sz="2000" dirty="0">
                <a:solidFill>
                  <a:schemeClr val="bg1"/>
                </a:solidFill>
              </a:rPr>
              <a:t> boto3</a:t>
            </a:r>
          </a:p>
          <a:p>
            <a:r>
              <a:rPr lang="en-US" sz="2000" dirty="0">
                <a:solidFill>
                  <a:srgbClr val="FFFF00"/>
                </a:solidFill>
              </a:rPr>
              <a:t>import</a:t>
            </a:r>
            <a:r>
              <a:rPr lang="en-US" sz="2000" dirty="0">
                <a:solidFill>
                  <a:schemeClr val="bg1"/>
                </a:solidFill>
              </a:rPr>
              <a:t> pandas </a:t>
            </a:r>
            <a:r>
              <a:rPr lang="en-US" sz="2000" dirty="0">
                <a:solidFill>
                  <a:srgbClr val="FFFF00"/>
                </a:solidFill>
              </a:rPr>
              <a:t>as</a:t>
            </a:r>
            <a:r>
              <a:rPr lang="en-US" sz="2000" dirty="0">
                <a:solidFill>
                  <a:schemeClr val="bg1"/>
                </a:solidFill>
              </a:rPr>
              <a:t> pd</a:t>
            </a:r>
          </a:p>
          <a:p>
            <a:endParaRPr lang="en-US" sz="2000" dirty="0">
              <a:solidFill>
                <a:schemeClr val="bg1"/>
              </a:solidFill>
            </a:endParaRPr>
          </a:p>
          <a:p>
            <a:r>
              <a:rPr lang="en-US" sz="2000" dirty="0">
                <a:solidFill>
                  <a:schemeClr val="bg1"/>
                </a:solidFill>
              </a:rPr>
              <a:t>csv_path = </a:t>
            </a:r>
            <a:r>
              <a:rPr lang="en-US" sz="2000" dirty="0">
                <a:solidFill>
                  <a:srgbClr val="9FFCEA"/>
                </a:solidFill>
              </a:rPr>
              <a:t>'./real-time-payload.csv'</a:t>
            </a:r>
          </a:p>
          <a:p>
            <a:r>
              <a:rPr lang="en-US" sz="2000" dirty="0">
                <a:solidFill>
                  <a:schemeClr val="bg1"/>
                </a:solidFill>
              </a:rPr>
              <a:t>data = pd.read_csv(csv_path)</a:t>
            </a:r>
          </a:p>
          <a:p>
            <a:endParaRPr lang="en-US" sz="2000" dirty="0">
              <a:solidFill>
                <a:schemeClr val="bg1"/>
              </a:solidFill>
            </a:endParaRPr>
          </a:p>
          <a:p>
            <a:r>
              <a:rPr lang="en-US" sz="2000" dirty="0">
                <a:solidFill>
                  <a:schemeClr val="bg1"/>
                </a:solidFill>
              </a:rPr>
              <a:t>client = boto3.client(</a:t>
            </a:r>
            <a:r>
              <a:rPr lang="en-US" sz="2000" dirty="0">
                <a:solidFill>
                  <a:srgbClr val="9FFCEA"/>
                </a:solidFill>
              </a:rPr>
              <a:t>"runtime.sagemaker"</a:t>
            </a:r>
            <a:r>
              <a:rPr lang="en-US" sz="2000" dirty="0">
                <a:solidFill>
                  <a:schemeClr val="bg1"/>
                </a:solidFill>
              </a:rPr>
              <a:t>)</a:t>
            </a:r>
          </a:p>
          <a:p>
            <a:endParaRPr lang="en-US" sz="2000" dirty="0">
              <a:solidFill>
                <a:schemeClr val="bg1"/>
              </a:solidFill>
            </a:endParaRPr>
          </a:p>
          <a:p>
            <a:r>
              <a:rPr lang="en-US" sz="2000" dirty="0">
                <a:solidFill>
                  <a:schemeClr val="bg1"/>
                </a:solidFill>
              </a:rPr>
              <a:t>body = data.to_csv(index=</a:t>
            </a:r>
            <a:r>
              <a:rPr lang="en-US" sz="2000" dirty="0">
                <a:solidFill>
                  <a:srgbClr val="FF9900"/>
                </a:solidFill>
              </a:rPr>
              <a:t>False</a:t>
            </a:r>
            <a:r>
              <a:rPr lang="en-US" sz="2000" dirty="0">
                <a:solidFill>
                  <a:schemeClr val="bg1"/>
                </a:solidFill>
              </a:rPr>
              <a:t>).encode(</a:t>
            </a:r>
            <a:r>
              <a:rPr lang="en-US" sz="2000" dirty="0">
                <a:solidFill>
                  <a:srgbClr val="9FFCEA"/>
                </a:solidFill>
              </a:rPr>
              <a:t>"utf-8"</a:t>
            </a:r>
            <a:r>
              <a:rPr lang="en-US" sz="2000" dirty="0">
                <a:solidFill>
                  <a:schemeClr val="bg1"/>
                </a:solidFill>
              </a:rPr>
              <a:t>)</a:t>
            </a:r>
          </a:p>
          <a:p>
            <a:r>
              <a:rPr lang="en-US" sz="2000" dirty="0">
                <a:solidFill>
                  <a:schemeClr val="bg1"/>
                </a:solidFill>
              </a:rPr>
              <a:t>    </a:t>
            </a:r>
          </a:p>
          <a:p>
            <a:r>
              <a:rPr lang="en-US" sz="2000" dirty="0">
                <a:solidFill>
                  <a:schemeClr val="bg1"/>
                </a:solidFill>
              </a:rPr>
              <a:t>response = client.invoke_endpoint(</a:t>
            </a:r>
          </a:p>
          <a:p>
            <a:r>
              <a:rPr lang="en-US" sz="2000" dirty="0">
                <a:solidFill>
                  <a:schemeClr val="bg1"/>
                </a:solidFill>
              </a:rPr>
              <a:t>    EndpointName = </a:t>
            </a:r>
            <a:r>
              <a:rPr lang="en-US" sz="2000" dirty="0">
                <a:solidFill>
                  <a:srgbClr val="9FFCEA"/>
                </a:solidFill>
              </a:rPr>
              <a:t>"endpoint_name"</a:t>
            </a:r>
            <a:r>
              <a:rPr lang="en-US" sz="2000" dirty="0">
                <a:solidFill>
                  <a:schemeClr val="bg1"/>
                </a:solidFill>
              </a:rPr>
              <a:t>,</a:t>
            </a:r>
          </a:p>
          <a:p>
            <a:r>
              <a:rPr lang="en-US" sz="2000" dirty="0">
                <a:solidFill>
                  <a:schemeClr val="bg1"/>
                </a:solidFill>
              </a:rPr>
              <a:t>    ContentType = "</a:t>
            </a:r>
            <a:r>
              <a:rPr lang="en-US" sz="2000" dirty="0">
                <a:solidFill>
                  <a:srgbClr val="9FFCEA"/>
                </a:solidFill>
              </a:rPr>
              <a:t>text/csv"</a:t>
            </a:r>
            <a:r>
              <a:rPr lang="en-US" sz="2000" dirty="0">
                <a:solidFill>
                  <a:schemeClr val="bg1"/>
                </a:solidFill>
              </a:rPr>
              <a:t>,</a:t>
            </a:r>
          </a:p>
          <a:p>
            <a:r>
              <a:rPr lang="en-US" sz="2000" dirty="0">
                <a:solidFill>
                  <a:schemeClr val="bg1"/>
                </a:solidFill>
              </a:rPr>
              <a:t>    Body=body,</a:t>
            </a:r>
          </a:p>
          <a:p>
            <a:r>
              <a:rPr lang="en-US" sz="2000" dirty="0">
                <a:solidFill>
                  <a:schemeClr val="bg1"/>
                </a:solidFill>
              </a:rPr>
              <a:t>    Accept = </a:t>
            </a:r>
            <a:r>
              <a:rPr lang="en-US" sz="2000" dirty="0">
                <a:solidFill>
                  <a:srgbClr val="9FFCEA"/>
                </a:solidFill>
              </a:rPr>
              <a:t>"application/json"</a:t>
            </a:r>
          </a:p>
          <a:p>
            <a:r>
              <a:rPr lang="en-US" sz="2000" dirty="0">
                <a:solidFill>
                  <a:schemeClr val="bg1"/>
                </a:solidFill>
              </a:rPr>
              <a:t>)</a:t>
            </a:r>
          </a:p>
        </p:txBody>
      </p:sp>
    </p:spTree>
    <p:extLst>
      <p:ext uri="{BB962C8B-B14F-4D97-AF65-F5344CB8AC3E}">
        <p14:creationId xmlns:p14="http://schemas.microsoft.com/office/powerpoint/2010/main" val="167799421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13DD291-AEAB-40C0-B556-EA95435477DE}"/>
              </a:ext>
            </a:extLst>
          </p:cNvPr>
          <p:cNvSpPr>
            <a:spLocks noGrp="1"/>
          </p:cNvSpPr>
          <p:nvPr>
            <p:ph type="sldNum" idx="97"/>
          </p:nvPr>
        </p:nvSpPr>
        <p:spPr>
          <a:xfrm>
            <a:off x="11347704" y="6446520"/>
            <a:ext cx="484632" cy="228600"/>
          </a:xfrm>
        </p:spPr>
        <p:txBody>
          <a:bodyPr/>
          <a:lstStyle/>
          <a:p>
            <a:fld id="{4037B1B0-0345-4E15-985A-6BECCDBE474F}" type="slidenum">
              <a:rPr lang="en-US" smtClean="0"/>
              <a:pPr/>
              <a:t>28</a:t>
            </a:fld>
            <a:endParaRPr lang="en-US" dirty="0"/>
          </a:p>
        </p:txBody>
      </p:sp>
      <p:sp>
        <p:nvSpPr>
          <p:cNvPr id="5" name="Title 4">
            <a:extLst>
              <a:ext uri="{FF2B5EF4-FFF2-40B4-BE49-F238E27FC236}">
                <a16:creationId xmlns:a16="http://schemas.microsoft.com/office/drawing/2014/main" id="{C0DD394C-4217-4863-A7B4-8959F60A90CA}"/>
              </a:ext>
            </a:extLst>
          </p:cNvPr>
          <p:cNvSpPr>
            <a:spLocks noGrp="1"/>
          </p:cNvSpPr>
          <p:nvPr>
            <p:ph type="title" idx="1"/>
          </p:nvPr>
        </p:nvSpPr>
        <p:spPr>
          <a:xfrm>
            <a:off x="365761" y="301752"/>
            <a:ext cx="11466576" cy="731318"/>
          </a:xfrm>
        </p:spPr>
        <p:txBody>
          <a:bodyPr/>
          <a:lstStyle/>
          <a:p>
            <a:r>
              <a:rPr lang="en-US"/>
              <a:t>Additional options for forecasting insights</a:t>
            </a:r>
            <a:endParaRPr lang="en-US" dirty="0"/>
          </a:p>
        </p:txBody>
      </p:sp>
      <p:pic>
        <p:nvPicPr>
          <p:cNvPr id="21" name="Picture Placeholder 20">
            <a:extLst>
              <a:ext uri="{FF2B5EF4-FFF2-40B4-BE49-F238E27FC236}">
                <a16:creationId xmlns:a16="http://schemas.microsoft.com/office/drawing/2014/main" id="{DDD1F121-F8B9-421C-BD1C-2E0D0CB16E50}"/>
              </a:ext>
              <a:ext uri="{C183D7F6-B498-43B3-948B-1728B52AA6E4}">
                <adec:decorative xmlns:adec="http://schemas.microsoft.com/office/drawing/2017/decorative" val="1"/>
              </a:ext>
            </a:extLst>
          </p:cNvPr>
          <p:cNvPicPr>
            <a:picLocks noGrp="1" noChangeAspect="1"/>
          </p:cNvPicPr>
          <p:nvPr>
            <p:ph type="pic" idx="22"/>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1097280" y="1097280"/>
            <a:ext cx="2286000" cy="2286000"/>
          </a:xfrm>
        </p:spPr>
      </p:pic>
      <p:sp>
        <p:nvSpPr>
          <p:cNvPr id="14" name="Text Placeholder 13">
            <a:extLst>
              <a:ext uri="{FF2B5EF4-FFF2-40B4-BE49-F238E27FC236}">
                <a16:creationId xmlns:a16="http://schemas.microsoft.com/office/drawing/2014/main" id="{C063F6C6-6D00-42CE-AC37-E36E5FDB4F6F}"/>
              </a:ext>
            </a:extLst>
          </p:cNvPr>
          <p:cNvSpPr>
            <a:spLocks noGrp="1"/>
          </p:cNvSpPr>
          <p:nvPr>
            <p:ph type="body" idx="12"/>
          </p:nvPr>
        </p:nvSpPr>
        <p:spPr>
          <a:xfrm>
            <a:off x="365760" y="3429000"/>
            <a:ext cx="3749040" cy="440329"/>
          </a:xfrm>
          <a:solidFill>
            <a:schemeClr val="accent1"/>
          </a:solidFill>
        </p:spPr>
        <p:txBody>
          <a:bodyPr/>
          <a:lstStyle/>
          <a:p>
            <a:r>
              <a:rPr lang="en-US"/>
              <a:t>Group column</a:t>
            </a:r>
            <a:endParaRPr lang="en-US" dirty="0"/>
          </a:p>
        </p:txBody>
      </p:sp>
      <p:sp>
        <p:nvSpPr>
          <p:cNvPr id="6" name="Text Placeholder 5">
            <a:extLst>
              <a:ext uri="{FF2B5EF4-FFF2-40B4-BE49-F238E27FC236}">
                <a16:creationId xmlns:a16="http://schemas.microsoft.com/office/drawing/2014/main" id="{B744779A-CFFE-40DF-9954-1EB860D8B4C0}"/>
              </a:ext>
            </a:extLst>
          </p:cNvPr>
          <p:cNvSpPr>
            <a:spLocks noGrp="1"/>
          </p:cNvSpPr>
          <p:nvPr>
            <p:ph type="body" idx="2"/>
          </p:nvPr>
        </p:nvSpPr>
        <p:spPr>
          <a:xfrm>
            <a:off x="365760" y="3895344"/>
            <a:ext cx="3749040" cy="2539399"/>
          </a:xfrm>
        </p:spPr>
        <p:txBody>
          <a:bodyPr/>
          <a:lstStyle/>
          <a:p>
            <a:endParaRPr lang="en-US" dirty="0"/>
          </a:p>
          <a:p>
            <a:r>
              <a:rPr lang="en-US" dirty="0"/>
              <a:t>Group the forecast by each value in the column.</a:t>
            </a:r>
          </a:p>
        </p:txBody>
      </p:sp>
      <p:pic>
        <p:nvPicPr>
          <p:cNvPr id="22" name="Picture Placeholder 21">
            <a:extLst>
              <a:ext uri="{FF2B5EF4-FFF2-40B4-BE49-F238E27FC236}">
                <a16:creationId xmlns:a16="http://schemas.microsoft.com/office/drawing/2014/main" id="{4F6DF9AC-9F3A-4655-BFD6-CE7808A62D2D}"/>
              </a:ext>
              <a:ext uri="{C183D7F6-B498-43B3-948B-1728B52AA6E4}">
                <adec:decorative xmlns:adec="http://schemas.microsoft.com/office/drawing/2017/decorative" val="1"/>
              </a:ext>
            </a:extLst>
          </p:cNvPr>
          <p:cNvPicPr>
            <a:picLocks noGrp="1" noChangeAspect="1"/>
          </p:cNvPicPr>
          <p:nvPr>
            <p:ph type="pic" idx="23"/>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a:stretch/>
        </p:blipFill>
        <p:spPr>
          <a:xfrm>
            <a:off x="4956048" y="1097280"/>
            <a:ext cx="2286000" cy="2286000"/>
          </a:xfrm>
        </p:spPr>
      </p:pic>
      <p:sp>
        <p:nvSpPr>
          <p:cNvPr id="15" name="Text Placeholder 14">
            <a:extLst>
              <a:ext uri="{FF2B5EF4-FFF2-40B4-BE49-F238E27FC236}">
                <a16:creationId xmlns:a16="http://schemas.microsoft.com/office/drawing/2014/main" id="{42A3EDE6-9CDD-47A3-9461-9128366FAD91}"/>
              </a:ext>
            </a:extLst>
          </p:cNvPr>
          <p:cNvSpPr>
            <a:spLocks noGrp="1"/>
          </p:cNvSpPr>
          <p:nvPr>
            <p:ph type="body" idx="13"/>
          </p:nvPr>
        </p:nvSpPr>
        <p:spPr>
          <a:xfrm>
            <a:off x="4224528" y="3429000"/>
            <a:ext cx="3749040" cy="440329"/>
          </a:xfrm>
          <a:solidFill>
            <a:schemeClr val="accent1"/>
          </a:solidFill>
        </p:spPr>
        <p:txBody>
          <a:bodyPr/>
          <a:lstStyle/>
          <a:p>
            <a:r>
              <a:rPr lang="en-US"/>
              <a:t>Holiday schedule</a:t>
            </a:r>
            <a:endParaRPr lang="en-US" dirty="0"/>
          </a:p>
        </p:txBody>
      </p:sp>
      <p:sp>
        <p:nvSpPr>
          <p:cNvPr id="12" name="Text Placeholder 11">
            <a:extLst>
              <a:ext uri="{FF2B5EF4-FFF2-40B4-BE49-F238E27FC236}">
                <a16:creationId xmlns:a16="http://schemas.microsoft.com/office/drawing/2014/main" id="{8F16EB94-8BC0-4A3D-99D4-7B657F295271}"/>
              </a:ext>
            </a:extLst>
          </p:cNvPr>
          <p:cNvSpPr>
            <a:spLocks noGrp="1"/>
          </p:cNvSpPr>
          <p:nvPr>
            <p:ph type="body" idx="3"/>
          </p:nvPr>
        </p:nvSpPr>
        <p:spPr>
          <a:xfrm>
            <a:off x="4224528" y="3895344"/>
            <a:ext cx="3749040" cy="2539399"/>
          </a:xfrm>
        </p:spPr>
        <p:txBody>
          <a:bodyPr/>
          <a:lstStyle/>
          <a:p>
            <a:endParaRPr lang="en-US" dirty="0"/>
          </a:p>
          <a:p>
            <a:r>
              <a:rPr lang="en-US" dirty="0"/>
              <a:t>Add holiday schedules to improve sales forecasting.</a:t>
            </a:r>
          </a:p>
        </p:txBody>
      </p:sp>
      <p:pic>
        <p:nvPicPr>
          <p:cNvPr id="27" name="Picture Placeholder 26">
            <a:extLst>
              <a:ext uri="{FF2B5EF4-FFF2-40B4-BE49-F238E27FC236}">
                <a16:creationId xmlns:a16="http://schemas.microsoft.com/office/drawing/2014/main" id="{C144D837-0DF3-4994-9894-D8A3DA925746}"/>
              </a:ext>
              <a:ext uri="{C183D7F6-B498-43B3-948B-1728B52AA6E4}">
                <adec:decorative xmlns:adec="http://schemas.microsoft.com/office/drawing/2017/decorative" val="1"/>
              </a:ext>
            </a:extLst>
          </p:cNvPr>
          <p:cNvPicPr>
            <a:picLocks noGrp="1" noChangeAspect="1"/>
          </p:cNvPicPr>
          <p:nvPr>
            <p:ph type="pic" idx="24"/>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a:stretch/>
        </p:blipFill>
        <p:spPr>
          <a:xfrm>
            <a:off x="8814816" y="1097280"/>
            <a:ext cx="2286000" cy="2286000"/>
          </a:xfrm>
        </p:spPr>
      </p:pic>
      <p:sp>
        <p:nvSpPr>
          <p:cNvPr id="16" name="Text Placeholder 15">
            <a:extLst>
              <a:ext uri="{FF2B5EF4-FFF2-40B4-BE49-F238E27FC236}">
                <a16:creationId xmlns:a16="http://schemas.microsoft.com/office/drawing/2014/main" id="{D87CF78B-2BF2-4AC6-98AA-EA6AE9346111}"/>
              </a:ext>
            </a:extLst>
          </p:cNvPr>
          <p:cNvSpPr>
            <a:spLocks noGrp="1"/>
          </p:cNvSpPr>
          <p:nvPr>
            <p:ph type="body" idx="14"/>
          </p:nvPr>
        </p:nvSpPr>
        <p:spPr>
          <a:xfrm>
            <a:off x="8080481" y="3429000"/>
            <a:ext cx="3749040" cy="440329"/>
          </a:xfrm>
          <a:solidFill>
            <a:schemeClr val="accent1"/>
          </a:solidFill>
        </p:spPr>
        <p:txBody>
          <a:bodyPr/>
          <a:lstStyle/>
          <a:p>
            <a:r>
              <a:rPr lang="en-US" dirty="0"/>
              <a:t>What-if scenario</a:t>
            </a:r>
          </a:p>
        </p:txBody>
      </p:sp>
      <p:sp>
        <p:nvSpPr>
          <p:cNvPr id="13" name="Text Placeholder 12">
            <a:extLst>
              <a:ext uri="{FF2B5EF4-FFF2-40B4-BE49-F238E27FC236}">
                <a16:creationId xmlns:a16="http://schemas.microsoft.com/office/drawing/2014/main" id="{A7342BFB-39C3-4D25-9C58-9754676C4C3A}"/>
              </a:ext>
            </a:extLst>
          </p:cNvPr>
          <p:cNvSpPr>
            <a:spLocks noGrp="1"/>
          </p:cNvSpPr>
          <p:nvPr>
            <p:ph type="body" idx="4"/>
          </p:nvPr>
        </p:nvSpPr>
        <p:spPr>
          <a:xfrm>
            <a:off x="8083296" y="3895344"/>
            <a:ext cx="3749040" cy="2539399"/>
          </a:xfrm>
        </p:spPr>
        <p:txBody>
          <a:bodyPr/>
          <a:lstStyle/>
          <a:p>
            <a:endParaRPr lang="en-US" dirty="0"/>
          </a:p>
          <a:p>
            <a:r>
              <a:rPr lang="en-US" dirty="0"/>
              <a:t>Change values in the data to see how it affects the forecast.</a:t>
            </a:r>
          </a:p>
          <a:p>
            <a:endParaRPr lang="en-US" dirty="0"/>
          </a:p>
        </p:txBody>
      </p:sp>
    </p:spTree>
    <p:custDataLst>
      <p:tags r:id="rId1"/>
    </p:custDataLst>
    <p:extLst>
      <p:ext uri="{BB962C8B-B14F-4D97-AF65-F5344CB8AC3E}">
        <p14:creationId xmlns:p14="http://schemas.microsoft.com/office/powerpoint/2010/main" val="316199266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CBC8133-D3B6-4C9A-9650-7CD73BCCEACF}"/>
              </a:ext>
            </a:extLst>
          </p:cNvPr>
          <p:cNvSpPr>
            <a:spLocks noGrp="1"/>
          </p:cNvSpPr>
          <p:nvPr>
            <p:ph type="sldNum" idx="97"/>
          </p:nvPr>
        </p:nvSpPr>
        <p:spPr>
          <a:xfrm>
            <a:off x="11347704" y="6436246"/>
            <a:ext cx="484632" cy="228600"/>
          </a:xfrm>
        </p:spPr>
        <p:txBody>
          <a:bodyPr/>
          <a:lstStyle/>
          <a:p>
            <a:fld id="{4037B1B0-0345-4E15-985A-6BECCDBE474F}" type="slidenum">
              <a:rPr lang="en-US" smtClean="0"/>
              <a:pPr/>
              <a:t>29</a:t>
            </a:fld>
            <a:endParaRPr lang="en-US" dirty="0"/>
          </a:p>
        </p:txBody>
      </p:sp>
      <p:sp>
        <p:nvSpPr>
          <p:cNvPr id="15" name="Title 14">
            <a:extLst>
              <a:ext uri="{FF2B5EF4-FFF2-40B4-BE49-F238E27FC236}">
                <a16:creationId xmlns:a16="http://schemas.microsoft.com/office/drawing/2014/main" id="{2A5D4BF7-F8EF-4485-8655-B860F5B36CC6}"/>
              </a:ext>
            </a:extLst>
          </p:cNvPr>
          <p:cNvSpPr>
            <a:spLocks noGrp="1"/>
          </p:cNvSpPr>
          <p:nvPr>
            <p:ph type="title" idx="1"/>
          </p:nvPr>
        </p:nvSpPr>
        <p:spPr/>
        <p:txBody>
          <a:bodyPr/>
          <a:lstStyle/>
          <a:p>
            <a:r>
              <a:rPr lang="en-US" dirty="0"/>
              <a:t>Updating your model</a:t>
            </a:r>
          </a:p>
        </p:txBody>
      </p:sp>
      <p:sp>
        <p:nvSpPr>
          <p:cNvPr id="22" name="Freeform: Shape 21">
            <a:extLst>
              <a:ext uri="{FF2B5EF4-FFF2-40B4-BE49-F238E27FC236}">
                <a16:creationId xmlns:a16="http://schemas.microsoft.com/office/drawing/2014/main" id="{85965C54-6B8B-4040-A106-52136F1366DA}"/>
              </a:ext>
            </a:extLst>
          </p:cNvPr>
          <p:cNvSpPr/>
          <p:nvPr/>
        </p:nvSpPr>
        <p:spPr>
          <a:xfrm>
            <a:off x="788496" y="1902000"/>
            <a:ext cx="2542032" cy="1024128"/>
          </a:xfrm>
          <a:custGeom>
            <a:avLst/>
            <a:gdLst>
              <a:gd name="connsiteX0" fmla="*/ 0 w 2164954"/>
              <a:gd name="connsiteY0" fmla="*/ 159648 h 957868"/>
              <a:gd name="connsiteX1" fmla="*/ 159648 w 2164954"/>
              <a:gd name="connsiteY1" fmla="*/ 0 h 957868"/>
              <a:gd name="connsiteX2" fmla="*/ 2005306 w 2164954"/>
              <a:gd name="connsiteY2" fmla="*/ 0 h 957868"/>
              <a:gd name="connsiteX3" fmla="*/ 2164954 w 2164954"/>
              <a:gd name="connsiteY3" fmla="*/ 159648 h 957868"/>
              <a:gd name="connsiteX4" fmla="*/ 2164954 w 2164954"/>
              <a:gd name="connsiteY4" fmla="*/ 798220 h 957868"/>
              <a:gd name="connsiteX5" fmla="*/ 2005306 w 2164954"/>
              <a:gd name="connsiteY5" fmla="*/ 957868 h 957868"/>
              <a:gd name="connsiteX6" fmla="*/ 159648 w 2164954"/>
              <a:gd name="connsiteY6" fmla="*/ 957868 h 957868"/>
              <a:gd name="connsiteX7" fmla="*/ 0 w 2164954"/>
              <a:gd name="connsiteY7" fmla="*/ 798220 h 957868"/>
              <a:gd name="connsiteX8" fmla="*/ 0 w 2164954"/>
              <a:gd name="connsiteY8" fmla="*/ 159648 h 957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64954" h="957868">
                <a:moveTo>
                  <a:pt x="0" y="159648"/>
                </a:moveTo>
                <a:cubicBezTo>
                  <a:pt x="0" y="71477"/>
                  <a:pt x="71477" y="0"/>
                  <a:pt x="159648" y="0"/>
                </a:cubicBezTo>
                <a:lnTo>
                  <a:pt x="2005306" y="0"/>
                </a:lnTo>
                <a:cubicBezTo>
                  <a:pt x="2093477" y="0"/>
                  <a:pt x="2164954" y="71477"/>
                  <a:pt x="2164954" y="159648"/>
                </a:cubicBezTo>
                <a:lnTo>
                  <a:pt x="2164954" y="798220"/>
                </a:lnTo>
                <a:cubicBezTo>
                  <a:pt x="2164954" y="886391"/>
                  <a:pt x="2093477" y="957868"/>
                  <a:pt x="2005306" y="957868"/>
                </a:cubicBezTo>
                <a:lnTo>
                  <a:pt x="159648" y="957868"/>
                </a:lnTo>
                <a:cubicBezTo>
                  <a:pt x="71477" y="957868"/>
                  <a:pt x="0" y="886391"/>
                  <a:pt x="0" y="798220"/>
                </a:cubicBezTo>
                <a:lnTo>
                  <a:pt x="0" y="159648"/>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64869" tIns="164869" rIns="164869" bIns="164869" numCol="1" spcCol="1270" anchor="ctr" anchorCtr="0">
            <a:noAutofit/>
          </a:bodyPr>
          <a:lstStyle/>
          <a:p>
            <a:pPr marL="0" lvl="0" indent="0" algn="ctr" defTabSz="1377950">
              <a:lnSpc>
                <a:spcPct val="90000"/>
              </a:lnSpc>
              <a:spcBef>
                <a:spcPct val="0"/>
              </a:spcBef>
              <a:spcAft>
                <a:spcPct val="35000"/>
              </a:spcAft>
              <a:buNone/>
            </a:pPr>
            <a:r>
              <a:rPr lang="en-US" sz="3100" kern="1200" dirty="0"/>
              <a:t>First build</a:t>
            </a:r>
          </a:p>
        </p:txBody>
      </p:sp>
      <p:sp>
        <p:nvSpPr>
          <p:cNvPr id="23" name="Freeform: Shape 22">
            <a:extLst>
              <a:ext uri="{FF2B5EF4-FFF2-40B4-BE49-F238E27FC236}">
                <a16:creationId xmlns:a16="http://schemas.microsoft.com/office/drawing/2014/main" id="{A7A85C1A-EE76-496E-9A4A-6CDE4A9EB39C}"/>
              </a:ext>
            </a:extLst>
          </p:cNvPr>
          <p:cNvSpPr/>
          <p:nvPr/>
        </p:nvSpPr>
        <p:spPr>
          <a:xfrm>
            <a:off x="8765608" y="1889135"/>
            <a:ext cx="2543236" cy="1024128"/>
          </a:xfrm>
          <a:custGeom>
            <a:avLst/>
            <a:gdLst>
              <a:gd name="connsiteX0" fmla="*/ 0 w 2164954"/>
              <a:gd name="connsiteY0" fmla="*/ 159648 h 957868"/>
              <a:gd name="connsiteX1" fmla="*/ 159648 w 2164954"/>
              <a:gd name="connsiteY1" fmla="*/ 0 h 957868"/>
              <a:gd name="connsiteX2" fmla="*/ 2005306 w 2164954"/>
              <a:gd name="connsiteY2" fmla="*/ 0 h 957868"/>
              <a:gd name="connsiteX3" fmla="*/ 2164954 w 2164954"/>
              <a:gd name="connsiteY3" fmla="*/ 159648 h 957868"/>
              <a:gd name="connsiteX4" fmla="*/ 2164954 w 2164954"/>
              <a:gd name="connsiteY4" fmla="*/ 798220 h 957868"/>
              <a:gd name="connsiteX5" fmla="*/ 2005306 w 2164954"/>
              <a:gd name="connsiteY5" fmla="*/ 957868 h 957868"/>
              <a:gd name="connsiteX6" fmla="*/ 159648 w 2164954"/>
              <a:gd name="connsiteY6" fmla="*/ 957868 h 957868"/>
              <a:gd name="connsiteX7" fmla="*/ 0 w 2164954"/>
              <a:gd name="connsiteY7" fmla="*/ 798220 h 957868"/>
              <a:gd name="connsiteX8" fmla="*/ 0 w 2164954"/>
              <a:gd name="connsiteY8" fmla="*/ 159648 h 957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64954" h="957868">
                <a:moveTo>
                  <a:pt x="0" y="159648"/>
                </a:moveTo>
                <a:cubicBezTo>
                  <a:pt x="0" y="71477"/>
                  <a:pt x="71477" y="0"/>
                  <a:pt x="159648" y="0"/>
                </a:cubicBezTo>
                <a:lnTo>
                  <a:pt x="2005306" y="0"/>
                </a:lnTo>
                <a:cubicBezTo>
                  <a:pt x="2093477" y="0"/>
                  <a:pt x="2164954" y="71477"/>
                  <a:pt x="2164954" y="159648"/>
                </a:cubicBezTo>
                <a:lnTo>
                  <a:pt x="2164954" y="798220"/>
                </a:lnTo>
                <a:cubicBezTo>
                  <a:pt x="2164954" y="886391"/>
                  <a:pt x="2093477" y="957868"/>
                  <a:pt x="2005306" y="957868"/>
                </a:cubicBezTo>
                <a:lnTo>
                  <a:pt x="159648" y="957868"/>
                </a:lnTo>
                <a:cubicBezTo>
                  <a:pt x="71477" y="957868"/>
                  <a:pt x="0" y="886391"/>
                  <a:pt x="0" y="798220"/>
                </a:cubicBezTo>
                <a:lnTo>
                  <a:pt x="0" y="159648"/>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64869" tIns="164869" rIns="164869" bIns="164869" numCol="1" spcCol="1270" anchor="ctr" anchorCtr="0">
            <a:noAutofit/>
          </a:bodyPr>
          <a:lstStyle/>
          <a:p>
            <a:pPr marL="0" lvl="0" indent="0" algn="ctr" defTabSz="1377950">
              <a:lnSpc>
                <a:spcPct val="90000"/>
              </a:lnSpc>
              <a:spcBef>
                <a:spcPct val="0"/>
              </a:spcBef>
              <a:spcAft>
                <a:spcPct val="35000"/>
              </a:spcAft>
              <a:buNone/>
            </a:pPr>
            <a:r>
              <a:rPr lang="en-US" sz="3100" kern="1200" dirty="0"/>
              <a:t>Version 1</a:t>
            </a:r>
          </a:p>
        </p:txBody>
      </p:sp>
      <p:sp>
        <p:nvSpPr>
          <p:cNvPr id="26" name="Freeform: Shape 25">
            <a:extLst>
              <a:ext uri="{FF2B5EF4-FFF2-40B4-BE49-F238E27FC236}">
                <a16:creationId xmlns:a16="http://schemas.microsoft.com/office/drawing/2014/main" id="{8C1E9DAC-ABB3-4A41-83E5-0A9A3885DB3F}"/>
              </a:ext>
            </a:extLst>
          </p:cNvPr>
          <p:cNvSpPr/>
          <p:nvPr/>
        </p:nvSpPr>
        <p:spPr>
          <a:xfrm>
            <a:off x="786701" y="3426987"/>
            <a:ext cx="2545622" cy="1025004"/>
          </a:xfrm>
          <a:custGeom>
            <a:avLst/>
            <a:gdLst>
              <a:gd name="connsiteX0" fmla="*/ 0 w 2545622"/>
              <a:gd name="connsiteY0" fmla="*/ 170837 h 1025004"/>
              <a:gd name="connsiteX1" fmla="*/ 170837 w 2545622"/>
              <a:gd name="connsiteY1" fmla="*/ 0 h 1025004"/>
              <a:gd name="connsiteX2" fmla="*/ 2374785 w 2545622"/>
              <a:gd name="connsiteY2" fmla="*/ 0 h 1025004"/>
              <a:gd name="connsiteX3" fmla="*/ 2545622 w 2545622"/>
              <a:gd name="connsiteY3" fmla="*/ 170837 h 1025004"/>
              <a:gd name="connsiteX4" fmla="*/ 2545622 w 2545622"/>
              <a:gd name="connsiteY4" fmla="*/ 854167 h 1025004"/>
              <a:gd name="connsiteX5" fmla="*/ 2374785 w 2545622"/>
              <a:gd name="connsiteY5" fmla="*/ 1025004 h 1025004"/>
              <a:gd name="connsiteX6" fmla="*/ 170837 w 2545622"/>
              <a:gd name="connsiteY6" fmla="*/ 1025004 h 1025004"/>
              <a:gd name="connsiteX7" fmla="*/ 0 w 2545622"/>
              <a:gd name="connsiteY7" fmla="*/ 854167 h 1025004"/>
              <a:gd name="connsiteX8" fmla="*/ 0 w 2545622"/>
              <a:gd name="connsiteY8" fmla="*/ 170837 h 1025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45622" h="1025004">
                <a:moveTo>
                  <a:pt x="0" y="170837"/>
                </a:moveTo>
                <a:cubicBezTo>
                  <a:pt x="0" y="76486"/>
                  <a:pt x="76486" y="0"/>
                  <a:pt x="170837" y="0"/>
                </a:cubicBezTo>
                <a:lnTo>
                  <a:pt x="2374785" y="0"/>
                </a:lnTo>
                <a:cubicBezTo>
                  <a:pt x="2469136" y="0"/>
                  <a:pt x="2545622" y="76486"/>
                  <a:pt x="2545622" y="170837"/>
                </a:cubicBezTo>
                <a:lnTo>
                  <a:pt x="2545622" y="854167"/>
                </a:lnTo>
                <a:cubicBezTo>
                  <a:pt x="2545622" y="948518"/>
                  <a:pt x="2469136" y="1025004"/>
                  <a:pt x="2374785" y="1025004"/>
                </a:cubicBezTo>
                <a:lnTo>
                  <a:pt x="170837" y="1025004"/>
                </a:lnTo>
                <a:cubicBezTo>
                  <a:pt x="76486" y="1025004"/>
                  <a:pt x="0" y="948518"/>
                  <a:pt x="0" y="854167"/>
                </a:cubicBezTo>
                <a:lnTo>
                  <a:pt x="0" y="170837"/>
                </a:lnTo>
                <a:close/>
              </a:path>
            </a:pathLst>
          </a:custGeom>
          <a:solidFill>
            <a:schemeClr val="accent6"/>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60527" tIns="160527" rIns="160527" bIns="160527" numCol="1" spcCol="1270" anchor="ctr" anchorCtr="0">
            <a:noAutofit/>
          </a:bodyPr>
          <a:lstStyle/>
          <a:p>
            <a:pPr marL="0" lvl="0" indent="0" algn="ctr" defTabSz="1289050">
              <a:lnSpc>
                <a:spcPct val="90000"/>
              </a:lnSpc>
              <a:spcBef>
                <a:spcPct val="0"/>
              </a:spcBef>
              <a:spcAft>
                <a:spcPct val="35000"/>
              </a:spcAft>
              <a:buNone/>
            </a:pPr>
            <a:r>
              <a:rPr lang="en-US" sz="2900" kern="1200" dirty="0"/>
              <a:t>Second build</a:t>
            </a:r>
          </a:p>
        </p:txBody>
      </p:sp>
      <p:sp>
        <p:nvSpPr>
          <p:cNvPr id="27" name="Freeform: Shape 26">
            <a:extLst>
              <a:ext uri="{FF2B5EF4-FFF2-40B4-BE49-F238E27FC236}">
                <a16:creationId xmlns:a16="http://schemas.microsoft.com/office/drawing/2014/main" id="{7C44DCF3-7548-4FEC-BD82-B38F1890C29D}"/>
              </a:ext>
            </a:extLst>
          </p:cNvPr>
          <p:cNvSpPr/>
          <p:nvPr/>
        </p:nvSpPr>
        <p:spPr>
          <a:xfrm>
            <a:off x="8761977" y="3484919"/>
            <a:ext cx="2545622" cy="1025004"/>
          </a:xfrm>
          <a:custGeom>
            <a:avLst/>
            <a:gdLst>
              <a:gd name="connsiteX0" fmla="*/ 0 w 2545622"/>
              <a:gd name="connsiteY0" fmla="*/ 170837 h 1025004"/>
              <a:gd name="connsiteX1" fmla="*/ 170837 w 2545622"/>
              <a:gd name="connsiteY1" fmla="*/ 0 h 1025004"/>
              <a:gd name="connsiteX2" fmla="*/ 2374785 w 2545622"/>
              <a:gd name="connsiteY2" fmla="*/ 0 h 1025004"/>
              <a:gd name="connsiteX3" fmla="*/ 2545622 w 2545622"/>
              <a:gd name="connsiteY3" fmla="*/ 170837 h 1025004"/>
              <a:gd name="connsiteX4" fmla="*/ 2545622 w 2545622"/>
              <a:gd name="connsiteY4" fmla="*/ 854167 h 1025004"/>
              <a:gd name="connsiteX5" fmla="*/ 2374785 w 2545622"/>
              <a:gd name="connsiteY5" fmla="*/ 1025004 h 1025004"/>
              <a:gd name="connsiteX6" fmla="*/ 170837 w 2545622"/>
              <a:gd name="connsiteY6" fmla="*/ 1025004 h 1025004"/>
              <a:gd name="connsiteX7" fmla="*/ 0 w 2545622"/>
              <a:gd name="connsiteY7" fmla="*/ 854167 h 1025004"/>
              <a:gd name="connsiteX8" fmla="*/ 0 w 2545622"/>
              <a:gd name="connsiteY8" fmla="*/ 170837 h 1025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45622" h="1025004">
                <a:moveTo>
                  <a:pt x="0" y="170837"/>
                </a:moveTo>
                <a:cubicBezTo>
                  <a:pt x="0" y="76486"/>
                  <a:pt x="76486" y="0"/>
                  <a:pt x="170837" y="0"/>
                </a:cubicBezTo>
                <a:lnTo>
                  <a:pt x="2374785" y="0"/>
                </a:lnTo>
                <a:cubicBezTo>
                  <a:pt x="2469136" y="0"/>
                  <a:pt x="2545622" y="76486"/>
                  <a:pt x="2545622" y="170837"/>
                </a:cubicBezTo>
                <a:lnTo>
                  <a:pt x="2545622" y="854167"/>
                </a:lnTo>
                <a:cubicBezTo>
                  <a:pt x="2545622" y="948518"/>
                  <a:pt x="2469136" y="1025004"/>
                  <a:pt x="2374785" y="1025004"/>
                </a:cubicBezTo>
                <a:lnTo>
                  <a:pt x="170837" y="1025004"/>
                </a:lnTo>
                <a:cubicBezTo>
                  <a:pt x="76486" y="1025004"/>
                  <a:pt x="0" y="948518"/>
                  <a:pt x="0" y="854167"/>
                </a:cubicBezTo>
                <a:lnTo>
                  <a:pt x="0" y="170837"/>
                </a:lnTo>
                <a:close/>
              </a:path>
            </a:pathLst>
          </a:custGeom>
          <a:solidFill>
            <a:schemeClr val="accent6"/>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60527" tIns="160527" rIns="160527" bIns="160527" numCol="1" spcCol="1270" anchor="ctr" anchorCtr="0">
            <a:noAutofit/>
          </a:bodyPr>
          <a:lstStyle/>
          <a:p>
            <a:pPr marL="0" lvl="0" indent="0" algn="ctr" defTabSz="1289050">
              <a:lnSpc>
                <a:spcPct val="90000"/>
              </a:lnSpc>
              <a:spcBef>
                <a:spcPct val="0"/>
              </a:spcBef>
              <a:spcAft>
                <a:spcPct val="35000"/>
              </a:spcAft>
              <a:buNone/>
            </a:pPr>
            <a:r>
              <a:rPr lang="en-US" sz="2900" kern="1200" dirty="0"/>
              <a:t>Version 2</a:t>
            </a:r>
          </a:p>
        </p:txBody>
      </p:sp>
      <p:sp>
        <p:nvSpPr>
          <p:cNvPr id="30" name="Freeform: Shape 29">
            <a:extLst>
              <a:ext uri="{FF2B5EF4-FFF2-40B4-BE49-F238E27FC236}">
                <a16:creationId xmlns:a16="http://schemas.microsoft.com/office/drawing/2014/main" id="{CD212957-6F86-444D-97BE-7795ACAE6B1C}"/>
              </a:ext>
            </a:extLst>
          </p:cNvPr>
          <p:cNvSpPr/>
          <p:nvPr/>
        </p:nvSpPr>
        <p:spPr>
          <a:xfrm>
            <a:off x="786701" y="5071188"/>
            <a:ext cx="2545622" cy="1025004"/>
          </a:xfrm>
          <a:custGeom>
            <a:avLst/>
            <a:gdLst>
              <a:gd name="connsiteX0" fmla="*/ 0 w 2545622"/>
              <a:gd name="connsiteY0" fmla="*/ 170837 h 1025004"/>
              <a:gd name="connsiteX1" fmla="*/ 170837 w 2545622"/>
              <a:gd name="connsiteY1" fmla="*/ 0 h 1025004"/>
              <a:gd name="connsiteX2" fmla="*/ 2374785 w 2545622"/>
              <a:gd name="connsiteY2" fmla="*/ 0 h 1025004"/>
              <a:gd name="connsiteX3" fmla="*/ 2545622 w 2545622"/>
              <a:gd name="connsiteY3" fmla="*/ 170837 h 1025004"/>
              <a:gd name="connsiteX4" fmla="*/ 2545622 w 2545622"/>
              <a:gd name="connsiteY4" fmla="*/ 854167 h 1025004"/>
              <a:gd name="connsiteX5" fmla="*/ 2374785 w 2545622"/>
              <a:gd name="connsiteY5" fmla="*/ 1025004 h 1025004"/>
              <a:gd name="connsiteX6" fmla="*/ 170837 w 2545622"/>
              <a:gd name="connsiteY6" fmla="*/ 1025004 h 1025004"/>
              <a:gd name="connsiteX7" fmla="*/ 0 w 2545622"/>
              <a:gd name="connsiteY7" fmla="*/ 854167 h 1025004"/>
              <a:gd name="connsiteX8" fmla="*/ 0 w 2545622"/>
              <a:gd name="connsiteY8" fmla="*/ 170837 h 1025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45622" h="1025004">
                <a:moveTo>
                  <a:pt x="0" y="170837"/>
                </a:moveTo>
                <a:cubicBezTo>
                  <a:pt x="0" y="76486"/>
                  <a:pt x="76486" y="0"/>
                  <a:pt x="170837" y="0"/>
                </a:cubicBezTo>
                <a:lnTo>
                  <a:pt x="2374785" y="0"/>
                </a:lnTo>
                <a:cubicBezTo>
                  <a:pt x="2469136" y="0"/>
                  <a:pt x="2545622" y="76486"/>
                  <a:pt x="2545622" y="170837"/>
                </a:cubicBezTo>
                <a:lnTo>
                  <a:pt x="2545622" y="854167"/>
                </a:lnTo>
                <a:cubicBezTo>
                  <a:pt x="2545622" y="948518"/>
                  <a:pt x="2469136" y="1025004"/>
                  <a:pt x="2374785" y="1025004"/>
                </a:cubicBezTo>
                <a:lnTo>
                  <a:pt x="170837" y="1025004"/>
                </a:lnTo>
                <a:cubicBezTo>
                  <a:pt x="76486" y="1025004"/>
                  <a:pt x="0" y="948518"/>
                  <a:pt x="0" y="854167"/>
                </a:cubicBezTo>
                <a:lnTo>
                  <a:pt x="0" y="170837"/>
                </a:lnTo>
                <a:close/>
              </a:path>
            </a:pathLst>
          </a:custGeom>
          <a:solidFill>
            <a:srgbClr val="563377"/>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60527" tIns="160527" rIns="160527" bIns="160527" numCol="1" spcCol="1270" anchor="ctr" anchorCtr="0">
            <a:noAutofit/>
          </a:bodyPr>
          <a:lstStyle/>
          <a:p>
            <a:pPr marL="0" lvl="0" indent="0" algn="ctr" defTabSz="1289050">
              <a:lnSpc>
                <a:spcPct val="90000"/>
              </a:lnSpc>
              <a:spcBef>
                <a:spcPct val="0"/>
              </a:spcBef>
              <a:spcAft>
                <a:spcPct val="35000"/>
              </a:spcAft>
              <a:buNone/>
            </a:pPr>
            <a:r>
              <a:rPr lang="en-US" sz="2900" kern="1200" dirty="0"/>
              <a:t>Third build</a:t>
            </a:r>
          </a:p>
        </p:txBody>
      </p:sp>
      <p:sp>
        <p:nvSpPr>
          <p:cNvPr id="31" name="Freeform: Shape 30">
            <a:extLst>
              <a:ext uri="{FF2B5EF4-FFF2-40B4-BE49-F238E27FC236}">
                <a16:creationId xmlns:a16="http://schemas.microsoft.com/office/drawing/2014/main" id="{7CD66970-3762-41A1-A78E-7A3F112755DA}"/>
              </a:ext>
            </a:extLst>
          </p:cNvPr>
          <p:cNvSpPr/>
          <p:nvPr/>
        </p:nvSpPr>
        <p:spPr>
          <a:xfrm>
            <a:off x="8761977" y="5092705"/>
            <a:ext cx="2545622" cy="1025004"/>
          </a:xfrm>
          <a:custGeom>
            <a:avLst/>
            <a:gdLst>
              <a:gd name="connsiteX0" fmla="*/ 0 w 2545622"/>
              <a:gd name="connsiteY0" fmla="*/ 170837 h 1025004"/>
              <a:gd name="connsiteX1" fmla="*/ 170837 w 2545622"/>
              <a:gd name="connsiteY1" fmla="*/ 0 h 1025004"/>
              <a:gd name="connsiteX2" fmla="*/ 2374785 w 2545622"/>
              <a:gd name="connsiteY2" fmla="*/ 0 h 1025004"/>
              <a:gd name="connsiteX3" fmla="*/ 2545622 w 2545622"/>
              <a:gd name="connsiteY3" fmla="*/ 170837 h 1025004"/>
              <a:gd name="connsiteX4" fmla="*/ 2545622 w 2545622"/>
              <a:gd name="connsiteY4" fmla="*/ 854167 h 1025004"/>
              <a:gd name="connsiteX5" fmla="*/ 2374785 w 2545622"/>
              <a:gd name="connsiteY5" fmla="*/ 1025004 h 1025004"/>
              <a:gd name="connsiteX6" fmla="*/ 170837 w 2545622"/>
              <a:gd name="connsiteY6" fmla="*/ 1025004 h 1025004"/>
              <a:gd name="connsiteX7" fmla="*/ 0 w 2545622"/>
              <a:gd name="connsiteY7" fmla="*/ 854167 h 1025004"/>
              <a:gd name="connsiteX8" fmla="*/ 0 w 2545622"/>
              <a:gd name="connsiteY8" fmla="*/ 170837 h 1025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45622" h="1025004">
                <a:moveTo>
                  <a:pt x="0" y="170837"/>
                </a:moveTo>
                <a:cubicBezTo>
                  <a:pt x="0" y="76486"/>
                  <a:pt x="76486" y="0"/>
                  <a:pt x="170837" y="0"/>
                </a:cubicBezTo>
                <a:lnTo>
                  <a:pt x="2374785" y="0"/>
                </a:lnTo>
                <a:cubicBezTo>
                  <a:pt x="2469136" y="0"/>
                  <a:pt x="2545622" y="76486"/>
                  <a:pt x="2545622" y="170837"/>
                </a:cubicBezTo>
                <a:lnTo>
                  <a:pt x="2545622" y="854167"/>
                </a:lnTo>
                <a:cubicBezTo>
                  <a:pt x="2545622" y="948518"/>
                  <a:pt x="2469136" y="1025004"/>
                  <a:pt x="2374785" y="1025004"/>
                </a:cubicBezTo>
                <a:lnTo>
                  <a:pt x="170837" y="1025004"/>
                </a:lnTo>
                <a:cubicBezTo>
                  <a:pt x="76486" y="1025004"/>
                  <a:pt x="0" y="948518"/>
                  <a:pt x="0" y="854167"/>
                </a:cubicBezTo>
                <a:lnTo>
                  <a:pt x="0" y="170837"/>
                </a:lnTo>
                <a:close/>
              </a:path>
            </a:pathLst>
          </a:custGeom>
          <a:solidFill>
            <a:srgbClr val="563377"/>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60527" tIns="160527" rIns="160527" bIns="160527" numCol="1" spcCol="1270" anchor="ctr" anchorCtr="0">
            <a:noAutofit/>
          </a:bodyPr>
          <a:lstStyle/>
          <a:p>
            <a:pPr marL="0" lvl="0" indent="0" algn="ctr" defTabSz="1289050">
              <a:lnSpc>
                <a:spcPct val="90000"/>
              </a:lnSpc>
              <a:spcBef>
                <a:spcPct val="0"/>
              </a:spcBef>
              <a:spcAft>
                <a:spcPct val="35000"/>
              </a:spcAft>
              <a:buNone/>
            </a:pPr>
            <a:r>
              <a:rPr lang="en-US" sz="2900" kern="1200" dirty="0"/>
              <a:t>Version 3</a:t>
            </a:r>
          </a:p>
        </p:txBody>
      </p:sp>
      <p:sp>
        <p:nvSpPr>
          <p:cNvPr id="28" name="Arrow: Right 27">
            <a:extLst>
              <a:ext uri="{FF2B5EF4-FFF2-40B4-BE49-F238E27FC236}">
                <a16:creationId xmlns:a16="http://schemas.microsoft.com/office/drawing/2014/main" id="{AC87D252-334B-45D1-AC5A-C9FCDFBB2B69}"/>
              </a:ext>
              <a:ext uri="{C183D7F6-B498-43B3-948B-1728B52AA6E4}">
                <adec:decorative xmlns:adec="http://schemas.microsoft.com/office/drawing/2017/decorative" val="1"/>
              </a:ext>
            </a:extLst>
          </p:cNvPr>
          <p:cNvSpPr/>
          <p:nvPr/>
        </p:nvSpPr>
        <p:spPr>
          <a:xfrm>
            <a:off x="4533763" y="1629915"/>
            <a:ext cx="3026774" cy="1545072"/>
          </a:xfrm>
          <a:prstGeom prst="rightArrow">
            <a:avLst/>
          </a:prstGeom>
          <a:solidFill>
            <a:schemeClr val="accent1"/>
          </a:solidFill>
        </p:spPr>
        <p:style>
          <a:lnRef idx="0">
            <a:schemeClr val="accent1">
              <a:hueOff val="0"/>
              <a:satOff val="0"/>
              <a:lumOff val="0"/>
              <a:alphaOff val="0"/>
            </a:schemeClr>
          </a:lnRef>
          <a:fillRef idx="1">
            <a:schemeClr val="accent1">
              <a:tint val="40000"/>
              <a:hueOff val="0"/>
              <a:satOff val="0"/>
              <a:lumOff val="0"/>
              <a:alphaOff val="0"/>
            </a:schemeClr>
          </a:fillRef>
          <a:effectRef idx="0">
            <a:schemeClr val="accent1">
              <a:tint val="40000"/>
              <a:hueOff val="0"/>
              <a:satOff val="0"/>
              <a:lumOff val="0"/>
              <a:alphaOff val="0"/>
            </a:schemeClr>
          </a:effectRef>
          <a:fontRef idx="minor">
            <a:schemeClr val="dk1">
              <a:hueOff val="0"/>
              <a:satOff val="0"/>
              <a:lumOff val="0"/>
              <a:alphaOff val="0"/>
            </a:schemeClr>
          </a:fontRef>
        </p:style>
      </p:sp>
      <p:sp>
        <p:nvSpPr>
          <p:cNvPr id="29" name="Arrow: Right 28">
            <a:extLst>
              <a:ext uri="{FF2B5EF4-FFF2-40B4-BE49-F238E27FC236}">
                <a16:creationId xmlns:a16="http://schemas.microsoft.com/office/drawing/2014/main" id="{8FB268B0-9898-4060-BA66-8E246B5993CF}"/>
              </a:ext>
              <a:ext uri="{C183D7F6-B498-43B3-948B-1728B52AA6E4}">
                <adec:decorative xmlns:adec="http://schemas.microsoft.com/office/drawing/2017/decorative" val="1"/>
              </a:ext>
            </a:extLst>
          </p:cNvPr>
          <p:cNvSpPr/>
          <p:nvPr/>
        </p:nvSpPr>
        <p:spPr>
          <a:xfrm>
            <a:off x="4533763" y="3239102"/>
            <a:ext cx="3026774" cy="1545072"/>
          </a:xfrm>
          <a:prstGeom prst="rightArrow">
            <a:avLst/>
          </a:prstGeom>
          <a:solidFill>
            <a:schemeClr val="accent6"/>
          </a:solidFill>
        </p:spPr>
        <p:style>
          <a:lnRef idx="0">
            <a:schemeClr val="accent1">
              <a:hueOff val="0"/>
              <a:satOff val="0"/>
              <a:lumOff val="0"/>
              <a:alphaOff val="0"/>
            </a:schemeClr>
          </a:lnRef>
          <a:fillRef idx="1">
            <a:schemeClr val="accent1">
              <a:tint val="40000"/>
              <a:hueOff val="0"/>
              <a:satOff val="0"/>
              <a:lumOff val="0"/>
              <a:alphaOff val="0"/>
            </a:schemeClr>
          </a:fillRef>
          <a:effectRef idx="0">
            <a:schemeClr val="accent1">
              <a:tint val="40000"/>
              <a:hueOff val="0"/>
              <a:satOff val="0"/>
              <a:lumOff val="0"/>
              <a:alphaOff val="0"/>
            </a:schemeClr>
          </a:effectRef>
          <a:fontRef idx="minor">
            <a:schemeClr val="dk1">
              <a:hueOff val="0"/>
              <a:satOff val="0"/>
              <a:lumOff val="0"/>
              <a:alphaOff val="0"/>
            </a:schemeClr>
          </a:fontRef>
        </p:style>
      </p:sp>
      <p:sp>
        <p:nvSpPr>
          <p:cNvPr id="32" name="Arrow: Right 31">
            <a:extLst>
              <a:ext uri="{FF2B5EF4-FFF2-40B4-BE49-F238E27FC236}">
                <a16:creationId xmlns:a16="http://schemas.microsoft.com/office/drawing/2014/main" id="{254F99BA-D46E-48DD-B1BC-AAF3A4852EC9}"/>
              </a:ext>
              <a:ext uri="{C183D7F6-B498-43B3-948B-1728B52AA6E4}">
                <adec:decorative xmlns:adec="http://schemas.microsoft.com/office/drawing/2017/decorative" val="1"/>
              </a:ext>
            </a:extLst>
          </p:cNvPr>
          <p:cNvSpPr/>
          <p:nvPr/>
        </p:nvSpPr>
        <p:spPr>
          <a:xfrm>
            <a:off x="4533763" y="4832671"/>
            <a:ext cx="3026774" cy="1545072"/>
          </a:xfrm>
          <a:prstGeom prst="rightArrow">
            <a:avLst/>
          </a:prstGeom>
          <a:solidFill>
            <a:srgbClr val="563377"/>
          </a:solidFill>
        </p:spPr>
        <p:style>
          <a:lnRef idx="0">
            <a:schemeClr val="accent1">
              <a:hueOff val="0"/>
              <a:satOff val="0"/>
              <a:lumOff val="0"/>
              <a:alphaOff val="0"/>
            </a:schemeClr>
          </a:lnRef>
          <a:fillRef idx="1">
            <a:schemeClr val="accent1">
              <a:tint val="40000"/>
              <a:hueOff val="0"/>
              <a:satOff val="0"/>
              <a:lumOff val="0"/>
              <a:alphaOff val="0"/>
            </a:schemeClr>
          </a:fillRef>
          <a:effectRef idx="0">
            <a:schemeClr val="accent1">
              <a:tint val="40000"/>
              <a:hueOff val="0"/>
              <a:satOff val="0"/>
              <a:lumOff val="0"/>
              <a:alphaOff val="0"/>
            </a:schemeClr>
          </a:effectRef>
          <a:fontRef idx="minor">
            <a:schemeClr val="dk1">
              <a:hueOff val="0"/>
              <a:satOff val="0"/>
              <a:lumOff val="0"/>
              <a:alphaOff val="0"/>
            </a:schemeClr>
          </a:fontRef>
        </p:style>
      </p:sp>
    </p:spTree>
    <p:custDataLst>
      <p:tags r:id="rId1"/>
    </p:custDataLst>
    <p:extLst>
      <p:ext uri="{BB962C8B-B14F-4D97-AF65-F5344CB8AC3E}">
        <p14:creationId xmlns:p14="http://schemas.microsoft.com/office/powerpoint/2010/main" val="14609055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7C306B8-78BA-41DF-9CB8-E2EDD7892C7C}"/>
              </a:ext>
            </a:extLst>
          </p:cNvPr>
          <p:cNvSpPr>
            <a:spLocks noGrp="1"/>
          </p:cNvSpPr>
          <p:nvPr>
            <p:ph type="sldNum" idx="97"/>
          </p:nvPr>
        </p:nvSpPr>
        <p:spPr/>
        <p:txBody>
          <a:bodyPr/>
          <a:lstStyle/>
          <a:p>
            <a:fld id="{930176A1-BCF0-4712-97A6-6B495F55390B}" type="slidenum">
              <a:rPr lang="en-US" smtClean="0"/>
              <a:pPr/>
              <a:t>30</a:t>
            </a:fld>
            <a:endParaRPr lang="en-US" dirty="0"/>
          </a:p>
        </p:txBody>
      </p:sp>
      <p:sp>
        <p:nvSpPr>
          <p:cNvPr id="3" name="Title 2">
            <a:extLst>
              <a:ext uri="{FF2B5EF4-FFF2-40B4-BE49-F238E27FC236}">
                <a16:creationId xmlns:a16="http://schemas.microsoft.com/office/drawing/2014/main" id="{1FEDED09-2D96-4DEB-B2BA-482DB6D419E8}"/>
              </a:ext>
            </a:extLst>
          </p:cNvPr>
          <p:cNvSpPr>
            <a:spLocks noGrp="1"/>
          </p:cNvSpPr>
          <p:nvPr>
            <p:ph type="title" idx="1"/>
          </p:nvPr>
        </p:nvSpPr>
        <p:spPr/>
        <p:txBody>
          <a:bodyPr/>
          <a:lstStyle/>
          <a:p>
            <a:r>
              <a:rPr lang="en-US" dirty="0">
                <a:latin typeface="+mj-lt"/>
              </a:rPr>
              <a:t>Section 3 key takeaways</a:t>
            </a:r>
            <a:endParaRPr lang="en-US" dirty="0"/>
          </a:p>
        </p:txBody>
      </p:sp>
      <p:pic>
        <p:nvPicPr>
          <p:cNvPr id="5" name="Content Placeholder 13">
            <a:extLst>
              <a:ext uri="{FF2B5EF4-FFF2-40B4-BE49-F238E27FC236}">
                <a16:creationId xmlns:a16="http://schemas.microsoft.com/office/drawing/2014/main" id="{0BE67EF3-A3F7-407F-819C-0F6A1858E52D}"/>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68565" y="2892425"/>
            <a:ext cx="2511045" cy="2743200"/>
          </a:xfrm>
          <a:prstGeom prst="rect">
            <a:avLst/>
          </a:prstGeom>
        </p:spPr>
      </p:pic>
      <p:sp>
        <p:nvSpPr>
          <p:cNvPr id="4" name="Text Placeholder 3">
            <a:extLst>
              <a:ext uri="{FF2B5EF4-FFF2-40B4-BE49-F238E27FC236}">
                <a16:creationId xmlns:a16="http://schemas.microsoft.com/office/drawing/2014/main" id="{641F168C-F6FE-4D33-B99F-76543B1E39F8}"/>
              </a:ext>
            </a:extLst>
          </p:cNvPr>
          <p:cNvSpPr>
            <a:spLocks noGrp="1"/>
          </p:cNvSpPr>
          <p:nvPr>
            <p:ph type="body" idx="3"/>
          </p:nvPr>
        </p:nvSpPr>
        <p:spPr/>
        <p:txBody>
          <a:bodyPr>
            <a:normAutofit fontScale="85000" lnSpcReduction="10000"/>
          </a:bodyPr>
          <a:lstStyle/>
          <a:p>
            <a:r>
              <a:rPr lang="en-US" dirty="0"/>
              <a:t>Amazon SageMaker Canvas is a no-code visual interface for building ML models.</a:t>
            </a:r>
          </a:p>
          <a:p>
            <a:r>
              <a:rPr lang="en-US" dirty="0">
                <a:latin typeface="+mn-lt"/>
              </a:rPr>
              <a:t>SageMaker Canvas provides </a:t>
            </a:r>
            <a:r>
              <a:rPr lang="en-US" dirty="0"/>
              <a:t>r</a:t>
            </a:r>
            <a:r>
              <a:rPr lang="en-US" dirty="0">
                <a:latin typeface="+mn-lt"/>
              </a:rPr>
              <a:t>eady-to-use models and the capability to build your own customized models, such as forecasting models.</a:t>
            </a:r>
          </a:p>
          <a:p>
            <a:r>
              <a:rPr lang="en-US" dirty="0">
                <a:latin typeface="+mn-lt"/>
              </a:rPr>
              <a:t>SageMaker Canvas provides evaluation metrics to evaluate your built model.</a:t>
            </a:r>
          </a:p>
          <a:p>
            <a:r>
              <a:rPr lang="en-US" dirty="0"/>
              <a:t>You can test your model in SageMaker Canvas test and production environments managed on your behalf.</a:t>
            </a:r>
          </a:p>
          <a:p>
            <a:r>
              <a:rPr lang="en-US" dirty="0"/>
              <a:t>SageMaker Canvas provides you the capability to refine your forecasting insights with group columns, holiday schedules, or what-if scenarios.</a:t>
            </a:r>
          </a:p>
          <a:p>
            <a:r>
              <a:rPr lang="en-US" dirty="0"/>
              <a:t>Invoke your production model by deploying it to an Amazon SageMaker endpoint.</a:t>
            </a:r>
          </a:p>
          <a:p>
            <a:endParaRPr lang="en-US" dirty="0">
              <a:latin typeface="+mn-lt"/>
            </a:endParaRPr>
          </a:p>
        </p:txBody>
      </p:sp>
    </p:spTree>
    <p:custDataLst>
      <p:tags r:id="rId1"/>
    </p:custDataLst>
    <p:extLst>
      <p:ext uri="{BB962C8B-B14F-4D97-AF65-F5344CB8AC3E}">
        <p14:creationId xmlns:p14="http://schemas.microsoft.com/office/powerpoint/2010/main" val="78226808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C090984-7B18-4AB9-8A29-7EAACAB93DB7}"/>
              </a:ext>
            </a:extLst>
          </p:cNvPr>
          <p:cNvSpPr>
            <a:spLocks noGrp="1"/>
          </p:cNvSpPr>
          <p:nvPr>
            <p:ph type="sldNum" idx="97"/>
          </p:nvPr>
        </p:nvSpPr>
        <p:spPr/>
        <p:txBody>
          <a:bodyPr/>
          <a:lstStyle/>
          <a:p>
            <a:fld id="{930176A1-BCF0-4712-97A6-6B495F55390B}" type="slidenum">
              <a:rPr lang="en-US" smtClean="0"/>
              <a:pPr/>
              <a:t>31</a:t>
            </a:fld>
            <a:endParaRPr lang="en-US" dirty="0"/>
          </a:p>
        </p:txBody>
      </p:sp>
      <p:sp>
        <p:nvSpPr>
          <p:cNvPr id="3" name="Title 2">
            <a:extLst>
              <a:ext uri="{FF2B5EF4-FFF2-40B4-BE49-F238E27FC236}">
                <a16:creationId xmlns:a16="http://schemas.microsoft.com/office/drawing/2014/main" id="{80692762-2E68-41FA-805E-632DBC4A8A06}"/>
              </a:ext>
            </a:extLst>
          </p:cNvPr>
          <p:cNvSpPr>
            <a:spLocks noGrp="1"/>
          </p:cNvSpPr>
          <p:nvPr>
            <p:ph type="title" idx="1"/>
          </p:nvPr>
        </p:nvSpPr>
        <p:spPr/>
        <p:txBody>
          <a:bodyPr>
            <a:normAutofit fontScale="90000"/>
          </a:bodyPr>
          <a:lstStyle/>
          <a:p>
            <a:r>
              <a:rPr lang="en-US" dirty="0">
                <a:latin typeface="+mj-lt"/>
              </a:rPr>
              <a:t>Module 4 – </a:t>
            </a:r>
            <a:br>
              <a:rPr lang="en-US" dirty="0">
                <a:latin typeface="+mj-lt"/>
              </a:rPr>
            </a:br>
            <a:r>
              <a:rPr lang="en-US" dirty="0">
                <a:latin typeface="+mj-lt"/>
              </a:rPr>
              <a:t>Simulation: </a:t>
            </a:r>
            <a:br>
              <a:rPr lang="en-US" dirty="0">
                <a:latin typeface="+mj-lt"/>
              </a:rPr>
            </a:br>
            <a:r>
              <a:rPr lang="en-US" dirty="0">
                <a:latin typeface="+mj-lt"/>
              </a:rPr>
              <a:t>Creating a Forecast with Amazon SageMaker Canvas</a:t>
            </a:r>
          </a:p>
        </p:txBody>
      </p:sp>
      <p:pic>
        <p:nvPicPr>
          <p:cNvPr id="5" name="Content Placeholder 3">
            <a:extLst>
              <a:ext uri="{FF2B5EF4-FFF2-40B4-BE49-F238E27FC236}">
                <a16:creationId xmlns:a16="http://schemas.microsoft.com/office/drawing/2014/main" id="{81CAF9C7-F28E-496C-BFA0-18506D4716AD}"/>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1173738" y="3213676"/>
            <a:ext cx="2100699" cy="2100699"/>
          </a:xfrm>
          <a:prstGeom prst="rect">
            <a:avLst/>
          </a:prstGeom>
        </p:spPr>
      </p:pic>
      <p:pic>
        <p:nvPicPr>
          <p:cNvPr id="8" name="Content Placeholder 3">
            <a:extLst>
              <a:ext uri="{FF2B5EF4-FFF2-40B4-BE49-F238E27FC236}">
                <a16:creationId xmlns:a16="http://schemas.microsoft.com/office/drawing/2014/main" id="{9FF8DE57-99AF-04F9-0D0E-02E004A09CB8}"/>
              </a:ex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5715000" y="1701538"/>
            <a:ext cx="5767388" cy="3767660"/>
          </a:xfrm>
          <a:prstGeom prst="rect">
            <a:avLst/>
          </a:prstGeom>
        </p:spPr>
      </p:pic>
    </p:spTree>
    <p:custDataLst>
      <p:tags r:id="rId1"/>
    </p:custDataLst>
    <p:extLst>
      <p:ext uri="{BB962C8B-B14F-4D97-AF65-F5344CB8AC3E}">
        <p14:creationId xmlns:p14="http://schemas.microsoft.com/office/powerpoint/2010/main" val="180536753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2577DC0-FC87-4CA4-86FA-B4168515040E}"/>
              </a:ext>
            </a:extLst>
          </p:cNvPr>
          <p:cNvSpPr>
            <a:spLocks noGrp="1"/>
          </p:cNvSpPr>
          <p:nvPr>
            <p:ph type="sldNum" idx="97"/>
          </p:nvPr>
        </p:nvSpPr>
        <p:spPr/>
        <p:txBody>
          <a:bodyPr/>
          <a:lstStyle/>
          <a:p>
            <a:fld id="{4037B1B0-0345-4E15-985A-6BECCDBE474F}" type="slidenum">
              <a:rPr lang="en-US" smtClean="0"/>
              <a:pPr/>
              <a:t>32</a:t>
            </a:fld>
            <a:endParaRPr lang="en-US" dirty="0"/>
          </a:p>
        </p:txBody>
      </p:sp>
      <p:sp>
        <p:nvSpPr>
          <p:cNvPr id="3" name="Title 2">
            <a:extLst>
              <a:ext uri="{FF2B5EF4-FFF2-40B4-BE49-F238E27FC236}">
                <a16:creationId xmlns:a16="http://schemas.microsoft.com/office/drawing/2014/main" id="{C2DC5273-D793-4FB4-A615-4B5FAC4B1E10}"/>
              </a:ext>
            </a:extLst>
          </p:cNvPr>
          <p:cNvSpPr>
            <a:spLocks noGrp="1"/>
          </p:cNvSpPr>
          <p:nvPr>
            <p:ph type="title" idx="1"/>
          </p:nvPr>
        </p:nvSpPr>
        <p:spPr/>
        <p:txBody>
          <a:bodyPr/>
          <a:lstStyle/>
          <a:p>
            <a:r>
              <a:rPr lang="en-US" dirty="0"/>
              <a:t>Module wrap-up</a:t>
            </a:r>
          </a:p>
        </p:txBody>
      </p:sp>
      <p:sp>
        <p:nvSpPr>
          <p:cNvPr id="4" name="Subtitle 3">
            <a:extLst>
              <a:ext uri="{FF2B5EF4-FFF2-40B4-BE49-F238E27FC236}">
                <a16:creationId xmlns:a16="http://schemas.microsoft.com/office/drawing/2014/main" id="{65767C99-227C-4E8C-BB69-74D74AE9A794}"/>
              </a:ext>
            </a:extLst>
          </p:cNvPr>
          <p:cNvSpPr>
            <a:spLocks noGrp="1"/>
          </p:cNvSpPr>
          <p:nvPr>
            <p:ph type="subTitle" idx="2"/>
          </p:nvPr>
        </p:nvSpPr>
        <p:spPr/>
        <p:txBody>
          <a:bodyPr/>
          <a:lstStyle/>
          <a:p>
            <a:r>
              <a:rPr lang="en-US" dirty="0"/>
              <a:t>Module 4: Introducing Forecasting</a:t>
            </a:r>
          </a:p>
        </p:txBody>
      </p:sp>
    </p:spTree>
    <p:custDataLst>
      <p:tags r:id="rId1"/>
    </p:custDataLst>
    <p:extLst>
      <p:ext uri="{BB962C8B-B14F-4D97-AF65-F5344CB8AC3E}">
        <p14:creationId xmlns:p14="http://schemas.microsoft.com/office/powerpoint/2010/main" val="210071931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F54A59E-034D-4036-9DDE-F026296C9AE2}"/>
              </a:ext>
            </a:extLst>
          </p:cNvPr>
          <p:cNvSpPr>
            <a:spLocks noGrp="1"/>
          </p:cNvSpPr>
          <p:nvPr>
            <p:ph type="sldNum" idx="97"/>
          </p:nvPr>
        </p:nvSpPr>
        <p:spPr/>
        <p:txBody>
          <a:bodyPr/>
          <a:lstStyle/>
          <a:p>
            <a:fld id="{4037B1B0-0345-4E15-985A-6BECCDBE474F}" type="slidenum">
              <a:rPr lang="en-US" smtClean="0"/>
              <a:pPr/>
              <a:t>33</a:t>
            </a:fld>
            <a:endParaRPr lang="en-US" dirty="0"/>
          </a:p>
        </p:txBody>
      </p:sp>
      <p:sp>
        <p:nvSpPr>
          <p:cNvPr id="3" name="Title 2">
            <a:extLst>
              <a:ext uri="{FF2B5EF4-FFF2-40B4-BE49-F238E27FC236}">
                <a16:creationId xmlns:a16="http://schemas.microsoft.com/office/drawing/2014/main" id="{3BE02FE7-A6FA-4689-A30C-628FCBC12A88}"/>
              </a:ext>
            </a:extLst>
          </p:cNvPr>
          <p:cNvSpPr>
            <a:spLocks noGrp="1"/>
          </p:cNvSpPr>
          <p:nvPr>
            <p:ph type="title" idx="1"/>
          </p:nvPr>
        </p:nvSpPr>
        <p:spPr/>
        <p:txBody>
          <a:bodyPr/>
          <a:lstStyle/>
          <a:p>
            <a:r>
              <a:rPr lang="en-US" dirty="0">
                <a:latin typeface="+mj-lt"/>
              </a:rPr>
              <a:t>Module summary </a:t>
            </a:r>
            <a:endParaRPr lang="en-US" dirty="0"/>
          </a:p>
        </p:txBody>
      </p:sp>
      <p:sp>
        <p:nvSpPr>
          <p:cNvPr id="4" name="Content Placeholder 3">
            <a:extLst>
              <a:ext uri="{FF2B5EF4-FFF2-40B4-BE49-F238E27FC236}">
                <a16:creationId xmlns:a16="http://schemas.microsoft.com/office/drawing/2014/main" id="{B13DCEF6-627B-4A3E-BC65-B749116E5CED}"/>
              </a:ext>
            </a:extLst>
          </p:cNvPr>
          <p:cNvSpPr>
            <a:spLocks noGrp="1"/>
          </p:cNvSpPr>
          <p:nvPr>
            <p:ph idx="2"/>
          </p:nvPr>
        </p:nvSpPr>
        <p:spPr/>
        <p:txBody>
          <a:bodyPr/>
          <a:lstStyle/>
          <a:p>
            <a:pPr marL="0" indent="0">
              <a:buNone/>
            </a:pPr>
            <a:r>
              <a:rPr lang="en-US" dirty="0"/>
              <a:t>In summary, in this module you learned how to:</a:t>
            </a:r>
          </a:p>
          <a:p>
            <a:pPr lvl="0"/>
            <a:r>
              <a:rPr lang="en-US" sz="2800" dirty="0"/>
              <a:t>Describe the business problems solved by using machine learning forecasting.</a:t>
            </a:r>
          </a:p>
          <a:p>
            <a:pPr lvl="0"/>
            <a:r>
              <a:rPr lang="en-US" sz="2800" dirty="0"/>
              <a:t>Describe the challenges of working with time series data.</a:t>
            </a:r>
          </a:p>
          <a:p>
            <a:pPr lvl="0"/>
            <a:r>
              <a:rPr lang="en-US" sz="2800" dirty="0"/>
              <a:t>List the steps that are required to generate a forecast by using Amazon SageMaker Canvas.</a:t>
            </a:r>
          </a:p>
          <a:p>
            <a:pPr lvl="0"/>
            <a:r>
              <a:rPr lang="en-US" sz="2800" dirty="0"/>
              <a:t>Use Amazon SageMaker Canvas to make an in-app prediction.</a:t>
            </a:r>
          </a:p>
        </p:txBody>
      </p:sp>
    </p:spTree>
    <p:custDataLst>
      <p:tags r:id="rId1"/>
    </p:custDataLst>
    <p:extLst>
      <p:ext uri="{BB962C8B-B14F-4D97-AF65-F5344CB8AC3E}">
        <p14:creationId xmlns:p14="http://schemas.microsoft.com/office/powerpoint/2010/main" val="390304979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F54A59E-034D-4036-9DDE-F026296C9AE2}"/>
              </a:ext>
            </a:extLst>
          </p:cNvPr>
          <p:cNvSpPr>
            <a:spLocks noGrp="1"/>
          </p:cNvSpPr>
          <p:nvPr>
            <p:ph type="sldNum" idx="97"/>
          </p:nvPr>
        </p:nvSpPr>
        <p:spPr/>
        <p:txBody>
          <a:bodyPr/>
          <a:lstStyle/>
          <a:p>
            <a:fld id="{4037B1B0-0345-4E15-985A-6BECCDBE474F}" type="slidenum">
              <a:rPr lang="en-US" smtClean="0"/>
              <a:pPr/>
              <a:t>34</a:t>
            </a:fld>
            <a:endParaRPr lang="en-US" dirty="0"/>
          </a:p>
        </p:txBody>
      </p:sp>
      <p:sp>
        <p:nvSpPr>
          <p:cNvPr id="3" name="Title 2">
            <a:extLst>
              <a:ext uri="{FF2B5EF4-FFF2-40B4-BE49-F238E27FC236}">
                <a16:creationId xmlns:a16="http://schemas.microsoft.com/office/drawing/2014/main" id="{3BE02FE7-A6FA-4689-A30C-628FCBC12A88}"/>
              </a:ext>
            </a:extLst>
          </p:cNvPr>
          <p:cNvSpPr>
            <a:spLocks noGrp="1"/>
          </p:cNvSpPr>
          <p:nvPr>
            <p:ph type="title" idx="1"/>
          </p:nvPr>
        </p:nvSpPr>
        <p:spPr/>
        <p:txBody>
          <a:bodyPr/>
          <a:lstStyle/>
          <a:p>
            <a:r>
              <a:rPr lang="en-US" sz="3600" dirty="0">
                <a:latin typeface="+mj-lt"/>
              </a:rPr>
              <a:t>Complete the knowledge check</a:t>
            </a:r>
            <a:endParaRPr lang="en-US" dirty="0"/>
          </a:p>
        </p:txBody>
      </p:sp>
      <p:pic>
        <p:nvPicPr>
          <p:cNvPr id="7" name="Picture 6">
            <a:extLst>
              <a:ext uri="{FF2B5EF4-FFF2-40B4-BE49-F238E27FC236}">
                <a16:creationId xmlns:a16="http://schemas.microsoft.com/office/drawing/2014/main" id="{985CA0D9-6334-B9CC-5B8F-BD5251D80886}"/>
              </a:ext>
              <a:ext uri="{C183D7F6-B498-43B3-948B-1728B52AA6E4}">
                <adec:decorative xmlns:adec="http://schemas.microsoft.com/office/drawing/2017/decorative" val="1"/>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2588755" y="1564105"/>
            <a:ext cx="6864617" cy="4576411"/>
          </a:xfrm>
          <a:prstGeom prst="rect">
            <a:avLst/>
          </a:prstGeom>
          <a:ln>
            <a:noFill/>
          </a:ln>
        </p:spPr>
      </p:pic>
    </p:spTree>
    <p:custDataLst>
      <p:tags r:id="rId1"/>
    </p:custDataLst>
    <p:extLst>
      <p:ext uri="{BB962C8B-B14F-4D97-AF65-F5344CB8AC3E}">
        <p14:creationId xmlns:p14="http://schemas.microsoft.com/office/powerpoint/2010/main" val="320410209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F54A59E-034D-4036-9DDE-F026296C9AE2}"/>
              </a:ext>
            </a:extLst>
          </p:cNvPr>
          <p:cNvSpPr>
            <a:spLocks noGrp="1"/>
          </p:cNvSpPr>
          <p:nvPr>
            <p:ph type="sldNum" idx="97"/>
          </p:nvPr>
        </p:nvSpPr>
        <p:spPr/>
        <p:txBody>
          <a:bodyPr/>
          <a:lstStyle/>
          <a:p>
            <a:fld id="{4037B1B0-0345-4E15-985A-6BECCDBE474F}" type="slidenum">
              <a:rPr lang="en-US" smtClean="0"/>
              <a:pPr/>
              <a:t>35</a:t>
            </a:fld>
            <a:endParaRPr lang="en-US" dirty="0"/>
          </a:p>
        </p:txBody>
      </p:sp>
      <p:sp>
        <p:nvSpPr>
          <p:cNvPr id="3" name="Title 2">
            <a:extLst>
              <a:ext uri="{FF2B5EF4-FFF2-40B4-BE49-F238E27FC236}">
                <a16:creationId xmlns:a16="http://schemas.microsoft.com/office/drawing/2014/main" id="{3BE02FE7-A6FA-4689-A30C-628FCBC12A88}"/>
              </a:ext>
            </a:extLst>
          </p:cNvPr>
          <p:cNvSpPr>
            <a:spLocks noGrp="1"/>
          </p:cNvSpPr>
          <p:nvPr>
            <p:ph type="title" idx="1"/>
          </p:nvPr>
        </p:nvSpPr>
        <p:spPr/>
        <p:txBody>
          <a:bodyPr/>
          <a:lstStyle/>
          <a:p>
            <a:r>
              <a:rPr lang="en-US" dirty="0">
                <a:latin typeface="+mj-lt"/>
              </a:rPr>
              <a:t>Additional resources</a:t>
            </a:r>
            <a:endParaRPr lang="en-US" dirty="0"/>
          </a:p>
        </p:txBody>
      </p:sp>
      <p:sp>
        <p:nvSpPr>
          <p:cNvPr id="7" name="Content Placeholder 5">
            <a:extLst>
              <a:ext uri="{FF2B5EF4-FFF2-40B4-BE49-F238E27FC236}">
                <a16:creationId xmlns:a16="http://schemas.microsoft.com/office/drawing/2014/main" id="{DD3C7097-BC9A-4578-0178-EA487F649B19}"/>
              </a:ext>
            </a:extLst>
          </p:cNvPr>
          <p:cNvSpPr txBox="1">
            <a:spLocks/>
          </p:cNvSpPr>
          <p:nvPr/>
        </p:nvSpPr>
        <p:spPr>
          <a:xfrm>
            <a:off x="419100" y="1528175"/>
            <a:ext cx="11353800" cy="464878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srgbClr val="000000"/>
                </a:solidFill>
                <a:effectLst/>
                <a:uLnTx/>
                <a:uFillTx/>
                <a:latin typeface="+mn-lt"/>
                <a:ea typeface="Amazon Ember Light" panose="020B0403020204020204" pitchFamily="34" charset="0"/>
                <a:cs typeface="Amazon Ember Light" panose="020B0403020204020204" pitchFamily="34" charset="0"/>
                <a:hlinkClick r:id="rId4"/>
              </a:rPr>
              <a:t>Amazon SageMaker Canvas documentation </a:t>
            </a:r>
            <a:endParaRPr kumimoji="0" lang="en-US" sz="2800" b="0" i="0" u="none" strike="noStrike" kern="1200" cap="none" spc="0" normalizeH="0" baseline="0" noProof="0" dirty="0">
              <a:ln>
                <a:noFill/>
              </a:ln>
              <a:solidFill>
                <a:srgbClr val="000000"/>
              </a:solidFill>
              <a:effectLst/>
              <a:uLnTx/>
              <a:uFillTx/>
              <a:latin typeface="+mn-lt"/>
              <a:ea typeface="Amazon Ember Light" panose="020B0403020204020204" pitchFamily="34" charset="0"/>
              <a:cs typeface="Amazon Ember Light" panose="020B0403020204020204" pitchFamily="34" charset="0"/>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srgbClr val="000000"/>
                </a:solidFill>
                <a:effectLst/>
                <a:uLnTx/>
                <a:uFillTx/>
                <a:latin typeface="+mn-lt"/>
                <a:hlinkClick r:id="rId5"/>
              </a:rPr>
              <a:t>Amazon </a:t>
            </a:r>
            <a:r>
              <a:rPr lang="en-US" dirty="0">
                <a:solidFill>
                  <a:srgbClr val="000000"/>
                </a:solidFill>
                <a:latin typeface="+mn-lt"/>
                <a:hlinkClick r:id="rId5"/>
              </a:rPr>
              <a:t>SageMaker Canvas</a:t>
            </a:r>
            <a:r>
              <a:rPr kumimoji="0" lang="en-US" sz="2800" b="0" i="0" u="none" strike="noStrike" kern="1200" cap="none" spc="0" normalizeH="0" baseline="0" noProof="0" dirty="0">
                <a:ln>
                  <a:noFill/>
                </a:ln>
                <a:solidFill>
                  <a:srgbClr val="000000"/>
                </a:solidFill>
                <a:effectLst/>
                <a:uLnTx/>
                <a:uFillTx/>
                <a:latin typeface="+mn-lt"/>
                <a:hlinkClick r:id="rId5"/>
              </a:rPr>
              <a:t> product page</a:t>
            </a:r>
            <a:endParaRPr kumimoji="0" lang="en-US" sz="2800" b="0" i="0" u="none" strike="noStrike" kern="1200" cap="none" spc="0" normalizeH="0" baseline="0" noProof="0" dirty="0">
              <a:ln>
                <a:noFill/>
              </a:ln>
              <a:solidFill>
                <a:srgbClr val="000000"/>
              </a:solidFill>
              <a:effectLst/>
              <a:uLnTx/>
              <a:uFillTx/>
              <a:latin typeface="+mn-lt"/>
              <a:ea typeface="Amazon Ember Light" panose="020B0403020204020204" pitchFamily="34" charset="0"/>
              <a:cs typeface="Amazon Ember Light" panose="020B0403020204020204" pitchFamily="34" charset="0"/>
            </a:endParaRPr>
          </a:p>
        </p:txBody>
      </p:sp>
    </p:spTree>
    <p:custDataLst>
      <p:tags r:id="rId1"/>
    </p:custDataLst>
    <p:extLst>
      <p:ext uri="{BB962C8B-B14F-4D97-AF65-F5344CB8AC3E}">
        <p14:creationId xmlns:p14="http://schemas.microsoft.com/office/powerpoint/2010/main" val="12014995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lide Number Placeholder 9">
            <a:extLst>
              <a:ext uri="{FF2B5EF4-FFF2-40B4-BE49-F238E27FC236}">
                <a16:creationId xmlns:a16="http://schemas.microsoft.com/office/drawing/2014/main" id="{FC7CDECE-42DD-444A-A391-59FC4FA195B0}"/>
              </a:ext>
            </a:extLst>
          </p:cNvPr>
          <p:cNvSpPr>
            <a:spLocks noGrp="1"/>
          </p:cNvSpPr>
          <p:nvPr>
            <p:ph type="sldNum" idx="97"/>
          </p:nvPr>
        </p:nvSpPr>
        <p:spPr/>
        <p:txBody>
          <a:bodyPr/>
          <a:lstStyle/>
          <a:p>
            <a:fld id="{4037B1B0-0345-4E15-985A-6BECCDBE474F}" type="slidenum">
              <a:rPr lang="en-US" smtClean="0"/>
              <a:pPr/>
              <a:t>36</a:t>
            </a:fld>
            <a:endParaRPr lang="en-US" dirty="0"/>
          </a:p>
        </p:txBody>
      </p:sp>
      <p:sp>
        <p:nvSpPr>
          <p:cNvPr id="3" name="Title 2">
            <a:extLst>
              <a:ext uri="{FF2B5EF4-FFF2-40B4-BE49-F238E27FC236}">
                <a16:creationId xmlns:a16="http://schemas.microsoft.com/office/drawing/2014/main" id="{86DE125D-EF16-4D55-911F-84B4B633C221}"/>
              </a:ext>
            </a:extLst>
          </p:cNvPr>
          <p:cNvSpPr>
            <a:spLocks noGrp="1"/>
          </p:cNvSpPr>
          <p:nvPr>
            <p:ph type="title" idx="1"/>
          </p:nvPr>
        </p:nvSpPr>
        <p:spPr/>
        <p:txBody>
          <a:bodyPr/>
          <a:lstStyle/>
          <a:p>
            <a:r>
              <a:rPr lang="en-US" dirty="0"/>
              <a:t>Thank you</a:t>
            </a:r>
          </a:p>
        </p:txBody>
      </p:sp>
      <p:sp>
        <p:nvSpPr>
          <p:cNvPr id="8" name="Text Placeholder 11">
            <a:extLst>
              <a:ext uri="{FF2B5EF4-FFF2-40B4-BE49-F238E27FC236}">
                <a16:creationId xmlns:a16="http://schemas.microsoft.com/office/drawing/2014/main" id="{42F1ACF1-06C6-4DA7-8E1C-319A1D6E0048}"/>
              </a:ext>
            </a:extLst>
          </p:cNvPr>
          <p:cNvSpPr>
            <a:spLocks noGrp="1"/>
          </p:cNvSpPr>
          <p:nvPr>
            <p:ph type="body" idx="2"/>
          </p:nvPr>
        </p:nvSpPr>
        <p:spPr/>
        <p:txBody>
          <a:bodyPr/>
          <a:lstStyle>
            <a:lvl1pPr marL="0" indent="0">
              <a:lnSpc>
                <a:spcPct val="100000"/>
              </a:lnSpc>
              <a:spcBef>
                <a:spcPts val="0"/>
              </a:spcBef>
              <a:spcAft>
                <a:spcPts val="0"/>
              </a:spcAft>
              <a:buClrTx/>
              <a:buSzTx/>
              <a:buFontTx/>
              <a:buNone/>
              <a:tabLst/>
              <a:defRPr sz="1800">
                <a:solidFill>
                  <a:schemeClr val="bg2"/>
                </a:solidFill>
              </a:defRPr>
            </a:lvl1pPr>
            <a:lvl2pPr marL="457200" indent="0">
              <a:buNone/>
              <a:defRPr sz="2000">
                <a:solidFill>
                  <a:schemeClr val="bg2"/>
                </a:solidFill>
              </a:defRPr>
            </a:lvl2pPr>
            <a:lvl3pPr marL="914400" indent="0">
              <a:buNone/>
              <a:defRPr sz="1800">
                <a:solidFill>
                  <a:schemeClr val="bg2"/>
                </a:solidFill>
              </a:defRPr>
            </a:lvl3pPr>
            <a:lvl4pPr marL="1371600" indent="0">
              <a:buNone/>
              <a:defRPr sz="1600">
                <a:solidFill>
                  <a:schemeClr val="bg2"/>
                </a:solidFill>
              </a:defRPr>
            </a:lvl4pPr>
            <a:lvl5pPr marL="1828800" indent="0">
              <a:buNone/>
              <a:defRPr sz="1600">
                <a:solidFill>
                  <a:schemeClr val="bg2"/>
                </a:solidFill>
              </a:defRPr>
            </a:lvl5pPr>
          </a:lstStyle>
          <a:p>
            <a:r>
              <a:rPr lang="en-US" dirty="0">
                <a:solidFill>
                  <a:schemeClr val="bg1"/>
                </a:solidFill>
              </a:rPr>
              <a:t>Corrections, feedback, or other questions?</a:t>
            </a:r>
          </a:p>
          <a:p>
            <a:r>
              <a:rPr lang="en-US" dirty="0">
                <a:solidFill>
                  <a:schemeClr val="bg1"/>
                </a:solidFill>
              </a:rPr>
              <a:t>Contact us at </a:t>
            </a:r>
            <a:r>
              <a:rPr lang="en-US" dirty="0">
                <a:solidFill>
                  <a:schemeClr val="bg1"/>
                </a:solidFill>
                <a:hlinkClick r:id="rId4">
                  <a:extLst>
                    <a:ext uri="{A12FA001-AC4F-418D-AE19-62706E023703}">
                      <ahyp:hlinkClr xmlns:ahyp="http://schemas.microsoft.com/office/drawing/2018/hyperlinkcolor" val="tx"/>
                    </a:ext>
                  </a:extLst>
                </a:hlinkClick>
              </a:rPr>
              <a:t>https://support.aws.amazon.com/#/contacts/aws-academy</a:t>
            </a:r>
            <a:r>
              <a:rPr lang="en-US" dirty="0">
                <a:solidFill>
                  <a:schemeClr val="bg1"/>
                </a:solidFill>
              </a:rPr>
              <a:t>.</a:t>
            </a:r>
          </a:p>
        </p:txBody>
      </p:sp>
    </p:spTree>
    <p:custDataLst>
      <p:tags r:id="rId1"/>
    </p:custDataLst>
    <p:extLst>
      <p:ext uri="{BB962C8B-B14F-4D97-AF65-F5344CB8AC3E}">
        <p14:creationId xmlns:p14="http://schemas.microsoft.com/office/powerpoint/2010/main" val="36189617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7FFE645-BE7A-3FD9-C2CD-22C2B53DC484}"/>
              </a:ext>
            </a:extLst>
          </p:cNvPr>
          <p:cNvSpPr>
            <a:spLocks noGrp="1"/>
          </p:cNvSpPr>
          <p:nvPr>
            <p:ph type="sldNum" idx="97"/>
          </p:nvPr>
        </p:nvSpPr>
        <p:spPr/>
        <p:txBody>
          <a:bodyPr/>
          <a:lstStyle/>
          <a:p>
            <a:fld id="{4037B1B0-0345-4E15-985A-6BECCDBE474F}" type="slidenum">
              <a:rPr lang="en-US" smtClean="0"/>
              <a:pPr/>
              <a:t>37</a:t>
            </a:fld>
            <a:endParaRPr lang="en-US" dirty="0"/>
          </a:p>
        </p:txBody>
      </p:sp>
      <p:sp>
        <p:nvSpPr>
          <p:cNvPr id="5" name="Title 4">
            <a:extLst>
              <a:ext uri="{FF2B5EF4-FFF2-40B4-BE49-F238E27FC236}">
                <a16:creationId xmlns:a16="http://schemas.microsoft.com/office/drawing/2014/main" id="{97AAF176-F06C-1097-324A-F45D85A2C49F}"/>
              </a:ext>
            </a:extLst>
          </p:cNvPr>
          <p:cNvSpPr>
            <a:spLocks noGrp="1"/>
          </p:cNvSpPr>
          <p:nvPr>
            <p:ph type="title" idx="1"/>
          </p:nvPr>
        </p:nvSpPr>
        <p:spPr/>
        <p:txBody>
          <a:bodyPr/>
          <a:lstStyle/>
          <a:p>
            <a:r>
              <a:rPr lang="en-US" dirty="0"/>
              <a:t>Image source files for development use only.</a:t>
            </a:r>
          </a:p>
        </p:txBody>
      </p:sp>
    </p:spTree>
    <p:custDataLst>
      <p:tags r:id="rId1"/>
    </p:custDataLst>
    <p:extLst>
      <p:ext uri="{BB962C8B-B14F-4D97-AF65-F5344CB8AC3E}">
        <p14:creationId xmlns:p14="http://schemas.microsoft.com/office/powerpoint/2010/main" val="73598025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F54A59E-034D-4036-9DDE-F026296C9AE2}"/>
              </a:ext>
            </a:extLst>
          </p:cNvPr>
          <p:cNvSpPr>
            <a:spLocks noGrp="1"/>
          </p:cNvSpPr>
          <p:nvPr>
            <p:ph type="sldNum" idx="97"/>
          </p:nvPr>
        </p:nvSpPr>
        <p:spPr/>
        <p:txBody>
          <a:bodyPr/>
          <a:lstStyle/>
          <a:p>
            <a:fld id="{4037B1B0-0345-4E15-985A-6BECCDBE474F}" type="slidenum">
              <a:rPr lang="en-US" smtClean="0"/>
              <a:pPr/>
              <a:t>38</a:t>
            </a:fld>
            <a:endParaRPr lang="en-US" dirty="0"/>
          </a:p>
        </p:txBody>
      </p:sp>
      <p:sp>
        <p:nvSpPr>
          <p:cNvPr id="3" name="Title 2">
            <a:extLst>
              <a:ext uri="{FF2B5EF4-FFF2-40B4-BE49-F238E27FC236}">
                <a16:creationId xmlns:a16="http://schemas.microsoft.com/office/drawing/2014/main" id="{3BE02FE7-A6FA-4689-A30C-628FCBC12A88}"/>
              </a:ext>
            </a:extLst>
          </p:cNvPr>
          <p:cNvSpPr>
            <a:spLocks noGrp="1"/>
          </p:cNvSpPr>
          <p:nvPr>
            <p:ph type="title" idx="1"/>
          </p:nvPr>
        </p:nvSpPr>
        <p:spPr/>
        <p:txBody>
          <a:bodyPr/>
          <a:lstStyle/>
          <a:p>
            <a:r>
              <a:rPr lang="en-US" dirty="0"/>
              <a:t>Overview of forecasting</a:t>
            </a:r>
          </a:p>
        </p:txBody>
      </p:sp>
      <p:sp>
        <p:nvSpPr>
          <p:cNvPr id="5" name="Content Placeholder 4">
            <a:extLst>
              <a:ext uri="{FF2B5EF4-FFF2-40B4-BE49-F238E27FC236}">
                <a16:creationId xmlns:a16="http://schemas.microsoft.com/office/drawing/2014/main" id="{D7E8C265-00E0-4A4D-A66C-1B3E729FDDDD}"/>
              </a:ext>
            </a:extLst>
          </p:cNvPr>
          <p:cNvSpPr>
            <a:spLocks noGrp="1"/>
          </p:cNvSpPr>
          <p:nvPr>
            <p:ph idx="2"/>
          </p:nvPr>
        </p:nvSpPr>
        <p:spPr/>
        <p:txBody>
          <a:bodyPr>
            <a:normAutofit lnSpcReduction="10000"/>
          </a:bodyPr>
          <a:lstStyle/>
          <a:p>
            <a:r>
              <a:rPr lang="en-US" dirty="0"/>
              <a:t>Predicting future values that are based on historical data</a:t>
            </a:r>
          </a:p>
          <a:p>
            <a:pPr lvl="1"/>
            <a:r>
              <a:rPr lang="en-US" dirty="0"/>
              <a:t>Can be either univariate or multivariate</a:t>
            </a:r>
          </a:p>
          <a:p>
            <a:r>
              <a:rPr lang="en-US" dirty="0"/>
              <a:t>Common patterns –</a:t>
            </a:r>
          </a:p>
          <a:p>
            <a:pPr lvl="1"/>
            <a:r>
              <a:rPr lang="en-US" dirty="0"/>
              <a:t>Trends: Patterns that increase, decrease, or are stagnant</a:t>
            </a:r>
          </a:p>
          <a:p>
            <a:pPr lvl="1"/>
            <a:r>
              <a:rPr lang="en-US" dirty="0"/>
              <a:t>Seasonal: Pattern that is based on seasons</a:t>
            </a:r>
          </a:p>
          <a:p>
            <a:pPr lvl="1"/>
            <a:r>
              <a:rPr lang="en-US" dirty="0"/>
              <a:t>Cyclical: Other repeating patterns</a:t>
            </a:r>
          </a:p>
          <a:p>
            <a:pPr lvl="1"/>
            <a:r>
              <a:rPr lang="en-US" dirty="0"/>
              <a:t>Irregular: Patterns that might appear to be random</a:t>
            </a:r>
          </a:p>
        </p:txBody>
      </p:sp>
      <p:grpSp>
        <p:nvGrpSpPr>
          <p:cNvPr id="4" name="Group 3">
            <a:extLst>
              <a:ext uri="{FF2B5EF4-FFF2-40B4-BE49-F238E27FC236}">
                <a16:creationId xmlns:a16="http://schemas.microsoft.com/office/drawing/2014/main" id="{264CCC73-0E4D-CD6F-9E86-98C46F98E6BD}"/>
              </a:ext>
              <a:ext uri="{C183D7F6-B498-43B3-948B-1728B52AA6E4}">
                <adec:decorative xmlns:adec="http://schemas.microsoft.com/office/drawing/2017/decorative" val="1"/>
              </a:ext>
            </a:extLst>
          </p:cNvPr>
          <p:cNvGrpSpPr/>
          <p:nvPr/>
        </p:nvGrpSpPr>
        <p:grpSpPr>
          <a:xfrm>
            <a:off x="6779244" y="1722281"/>
            <a:ext cx="4436904" cy="4080951"/>
            <a:chOff x="6687868" y="1890677"/>
            <a:chExt cx="4436904" cy="4080951"/>
          </a:xfrm>
        </p:grpSpPr>
        <p:pic>
          <p:nvPicPr>
            <p:cNvPr id="8" name="Content Placeholder 8">
              <a:extLst>
                <a:ext uri="{FF2B5EF4-FFF2-40B4-BE49-F238E27FC236}">
                  <a16:creationId xmlns:a16="http://schemas.microsoft.com/office/drawing/2014/main" id="{2CA861A1-D121-69FB-74E3-1E92A9325682}"/>
                </a:ext>
                <a:ext uri="{C183D7F6-B498-43B3-948B-1728B52AA6E4}">
                  <adec:decorative xmlns:adec="http://schemas.microsoft.com/office/drawing/2017/decorative" val="1"/>
                </a:ext>
              </a:extLst>
            </p:cNvPr>
            <p:cNvPicPr>
              <a:picLocks noChangeAspect="1"/>
            </p:cNvPicPr>
            <p:nvPr/>
          </p:nvPicPr>
          <p:blipFill>
            <a:blip r:embed="rId4" cstate="hqprint">
              <a:extLst>
                <a:ext uri="{28A0092B-C50C-407E-A947-70E740481C1C}">
                  <a14:useLocalDpi xmlns:a14="http://schemas.microsoft.com/office/drawing/2010/main"/>
                </a:ext>
              </a:extLst>
            </a:blip>
            <a:stretch>
              <a:fillRect/>
            </a:stretch>
          </p:blipFill>
          <p:spPr>
            <a:xfrm>
              <a:off x="9034012" y="1890677"/>
              <a:ext cx="2086449" cy="1392825"/>
            </a:xfrm>
            <a:prstGeom prst="rect">
              <a:avLst/>
            </a:prstGeom>
          </p:spPr>
        </p:pic>
        <p:sp>
          <p:nvSpPr>
            <p:cNvPr id="16" name="TextBox 15">
              <a:extLst>
                <a:ext uri="{FF2B5EF4-FFF2-40B4-BE49-F238E27FC236}">
                  <a16:creationId xmlns:a16="http://schemas.microsoft.com/office/drawing/2014/main" id="{F4FDA53A-0AA0-F9DD-9310-8BFBB9217820}"/>
                </a:ext>
              </a:extLst>
            </p:cNvPr>
            <p:cNvSpPr txBox="1"/>
            <p:nvPr/>
          </p:nvSpPr>
          <p:spPr>
            <a:xfrm>
              <a:off x="6822830" y="3352703"/>
              <a:ext cx="1816524" cy="400110"/>
            </a:xfrm>
            <a:prstGeom prst="rect">
              <a:avLst/>
            </a:prstGeom>
            <a:noFill/>
          </p:spPr>
          <p:txBody>
            <a:bodyPr wrap="none" rtlCol="0">
              <a:spAutoFit/>
            </a:bodyPr>
            <a:lstStyle/>
            <a:p>
              <a:pPr algn="ctr"/>
              <a:r>
                <a:rPr lang="en-US" sz="2000" dirty="0">
                  <a:ea typeface="Amazon Ember Light" panose="020B0403020204020204" pitchFamily="34" charset="0"/>
                  <a:cs typeface="Amazon Ember Light" panose="020B0403020204020204" pitchFamily="34" charset="0"/>
                </a:rPr>
                <a:t>Trending data</a:t>
              </a:r>
            </a:p>
          </p:txBody>
        </p:sp>
        <p:sp>
          <p:nvSpPr>
            <p:cNvPr id="9" name="TextBox 8">
              <a:extLst>
                <a:ext uri="{FF2B5EF4-FFF2-40B4-BE49-F238E27FC236}">
                  <a16:creationId xmlns:a16="http://schemas.microsoft.com/office/drawing/2014/main" id="{05B87752-BAC8-CCB2-6D47-625C21283EB5}"/>
                </a:ext>
              </a:extLst>
            </p:cNvPr>
            <p:cNvSpPr txBox="1"/>
            <p:nvPr/>
          </p:nvSpPr>
          <p:spPr>
            <a:xfrm>
              <a:off x="6910996" y="5571518"/>
              <a:ext cx="1640193" cy="400110"/>
            </a:xfrm>
            <a:prstGeom prst="rect">
              <a:avLst/>
            </a:prstGeom>
            <a:noFill/>
          </p:spPr>
          <p:txBody>
            <a:bodyPr wrap="none" rtlCol="0">
              <a:spAutoFit/>
            </a:bodyPr>
            <a:lstStyle/>
            <a:p>
              <a:pPr algn="ctr"/>
              <a:r>
                <a:rPr lang="en-US" sz="2000" dirty="0">
                  <a:ea typeface="Amazon Ember Light" panose="020B0403020204020204" pitchFamily="34" charset="0"/>
                  <a:cs typeface="Amazon Ember Light" panose="020B0403020204020204" pitchFamily="34" charset="0"/>
                </a:rPr>
                <a:t>Cyclical data</a:t>
              </a:r>
            </a:p>
          </p:txBody>
        </p:sp>
        <p:sp>
          <p:nvSpPr>
            <p:cNvPr id="10" name="TextBox 9">
              <a:extLst>
                <a:ext uri="{FF2B5EF4-FFF2-40B4-BE49-F238E27FC236}">
                  <a16:creationId xmlns:a16="http://schemas.microsoft.com/office/drawing/2014/main" id="{66246E61-2B3F-A9FC-B5C3-2329016B6458}"/>
                </a:ext>
              </a:extLst>
            </p:cNvPr>
            <p:cNvSpPr txBox="1"/>
            <p:nvPr/>
          </p:nvSpPr>
          <p:spPr>
            <a:xfrm>
              <a:off x="9174585" y="3352703"/>
              <a:ext cx="1805302" cy="400110"/>
            </a:xfrm>
            <a:prstGeom prst="rect">
              <a:avLst/>
            </a:prstGeom>
            <a:noFill/>
          </p:spPr>
          <p:txBody>
            <a:bodyPr wrap="none" rtlCol="0">
              <a:spAutoFit/>
            </a:bodyPr>
            <a:lstStyle/>
            <a:p>
              <a:pPr algn="ctr"/>
              <a:r>
                <a:rPr lang="en-US" sz="2000" dirty="0">
                  <a:ea typeface="Amazon Ember Light" panose="020B0403020204020204" pitchFamily="34" charset="0"/>
                  <a:cs typeface="Amazon Ember Light" panose="020B0403020204020204" pitchFamily="34" charset="0"/>
                </a:rPr>
                <a:t>Seasonal data</a:t>
              </a:r>
            </a:p>
          </p:txBody>
        </p:sp>
        <p:sp>
          <p:nvSpPr>
            <p:cNvPr id="11" name="TextBox 10">
              <a:extLst>
                <a:ext uri="{FF2B5EF4-FFF2-40B4-BE49-F238E27FC236}">
                  <a16:creationId xmlns:a16="http://schemas.microsoft.com/office/drawing/2014/main" id="{46A0F1B8-7CE1-9084-2387-F950A25D9AFB}"/>
                </a:ext>
              </a:extLst>
            </p:cNvPr>
            <p:cNvSpPr txBox="1"/>
            <p:nvPr/>
          </p:nvSpPr>
          <p:spPr>
            <a:xfrm>
              <a:off x="9192219" y="5571518"/>
              <a:ext cx="1770036" cy="400110"/>
            </a:xfrm>
            <a:prstGeom prst="rect">
              <a:avLst/>
            </a:prstGeom>
            <a:noFill/>
          </p:spPr>
          <p:txBody>
            <a:bodyPr wrap="none" rtlCol="0">
              <a:spAutoFit/>
            </a:bodyPr>
            <a:lstStyle/>
            <a:p>
              <a:pPr algn="ctr"/>
              <a:r>
                <a:rPr lang="en-US" sz="2000" dirty="0">
                  <a:ea typeface="Amazon Ember Light" panose="020B0403020204020204" pitchFamily="34" charset="0"/>
                  <a:cs typeface="Amazon Ember Light" panose="020B0403020204020204" pitchFamily="34" charset="0"/>
                </a:rPr>
                <a:t>Irregular data</a:t>
              </a:r>
            </a:p>
          </p:txBody>
        </p:sp>
        <p:grpSp>
          <p:nvGrpSpPr>
            <p:cNvPr id="12" name="Group 11">
              <a:extLst>
                <a:ext uri="{FF2B5EF4-FFF2-40B4-BE49-F238E27FC236}">
                  <a16:creationId xmlns:a16="http://schemas.microsoft.com/office/drawing/2014/main" id="{7EF8B759-B630-C5FA-2CA8-50133D4F813B}"/>
                </a:ext>
                <a:ext uri="{C183D7F6-B498-43B3-948B-1728B52AA6E4}">
                  <adec:decorative xmlns:adec="http://schemas.microsoft.com/office/drawing/2017/decorative" val="1"/>
                </a:ext>
              </a:extLst>
            </p:cNvPr>
            <p:cNvGrpSpPr/>
            <p:nvPr/>
          </p:nvGrpSpPr>
          <p:grpSpPr>
            <a:xfrm>
              <a:off x="6687868" y="1891606"/>
              <a:ext cx="4436904" cy="3575166"/>
              <a:chOff x="6687868" y="1891606"/>
              <a:chExt cx="4436904" cy="3575166"/>
            </a:xfrm>
          </p:grpSpPr>
          <p:pic>
            <p:nvPicPr>
              <p:cNvPr id="13" name="Picture 12">
                <a:extLst>
                  <a:ext uri="{FF2B5EF4-FFF2-40B4-BE49-F238E27FC236}">
                    <a16:creationId xmlns:a16="http://schemas.microsoft.com/office/drawing/2014/main" id="{53C11D6D-4FC3-A609-8ECF-F2A026B34725}"/>
                  </a:ext>
                  <a:ext uri="{C183D7F6-B498-43B3-948B-1728B52AA6E4}">
                    <adec:decorative xmlns:adec="http://schemas.microsoft.com/office/drawing/2017/decorative" val="1"/>
                  </a:ext>
                </a:extLst>
              </p:cNvPr>
              <p:cNvPicPr>
                <a:picLocks noChangeAspect="1"/>
              </p:cNvPicPr>
              <p:nvPr/>
            </p:nvPicPr>
            <p:blipFill>
              <a:blip r:embed="rId5" cstate="hqprint">
                <a:extLst>
                  <a:ext uri="{28A0092B-C50C-407E-A947-70E740481C1C}">
                    <a14:useLocalDpi xmlns:a14="http://schemas.microsoft.com/office/drawing/2010/main"/>
                  </a:ext>
                </a:extLst>
              </a:blip>
              <a:stretch>
                <a:fillRect/>
              </a:stretch>
            </p:blipFill>
            <p:spPr>
              <a:xfrm>
                <a:off x="6687868" y="4075807"/>
                <a:ext cx="2086448" cy="1390965"/>
              </a:xfrm>
              <a:prstGeom prst="rect">
                <a:avLst/>
              </a:prstGeom>
            </p:spPr>
          </p:pic>
          <p:pic>
            <p:nvPicPr>
              <p:cNvPr id="14" name="Picture 13">
                <a:extLst>
                  <a:ext uri="{FF2B5EF4-FFF2-40B4-BE49-F238E27FC236}">
                    <a16:creationId xmlns:a16="http://schemas.microsoft.com/office/drawing/2014/main" id="{4CA8C868-1A82-67D9-B9C8-443B9445EC1D}"/>
                  </a:ext>
                  <a:ext uri="{C183D7F6-B498-43B3-948B-1728B52AA6E4}">
                    <adec:decorative xmlns:adec="http://schemas.microsoft.com/office/drawing/2017/decorative" val="1"/>
                  </a:ext>
                </a:extLst>
              </p:cNvPr>
              <p:cNvPicPr>
                <a:picLocks noChangeAspect="1"/>
              </p:cNvPicPr>
              <p:nvPr/>
            </p:nvPicPr>
            <p:blipFill>
              <a:blip r:embed="rId6" cstate="hqprint">
                <a:extLst>
                  <a:ext uri="{28A0092B-C50C-407E-A947-70E740481C1C}">
                    <a14:useLocalDpi xmlns:a14="http://schemas.microsoft.com/office/drawing/2010/main"/>
                  </a:ext>
                </a:extLst>
              </a:blip>
              <a:stretch>
                <a:fillRect/>
              </a:stretch>
            </p:blipFill>
            <p:spPr>
              <a:xfrm>
                <a:off x="9029700" y="4075807"/>
                <a:ext cx="2095072" cy="1390965"/>
              </a:xfrm>
              <a:prstGeom prst="rect">
                <a:avLst/>
              </a:prstGeom>
            </p:spPr>
          </p:pic>
          <p:pic>
            <p:nvPicPr>
              <p:cNvPr id="15" name="Picture 14">
                <a:extLst>
                  <a:ext uri="{FF2B5EF4-FFF2-40B4-BE49-F238E27FC236}">
                    <a16:creationId xmlns:a16="http://schemas.microsoft.com/office/drawing/2014/main" id="{D52C1F6A-DFB4-7ABC-E5A8-46C88BA5B832}"/>
                  </a:ext>
                  <a:ext uri="{C183D7F6-B498-43B3-948B-1728B52AA6E4}">
                    <adec:decorative xmlns:adec="http://schemas.microsoft.com/office/drawing/2017/decorative" val="1"/>
                  </a:ext>
                </a:extLst>
              </p:cNvPr>
              <p:cNvPicPr>
                <a:picLocks noChangeAspect="1"/>
              </p:cNvPicPr>
              <p:nvPr/>
            </p:nvPicPr>
            <p:blipFill>
              <a:blip r:embed="rId7" cstate="hqprint">
                <a:extLst>
                  <a:ext uri="{28A0092B-C50C-407E-A947-70E740481C1C}">
                    <a14:useLocalDpi xmlns:a14="http://schemas.microsoft.com/office/drawing/2010/main"/>
                  </a:ext>
                </a:extLst>
              </a:blip>
              <a:stretch>
                <a:fillRect/>
              </a:stretch>
            </p:blipFill>
            <p:spPr>
              <a:xfrm>
                <a:off x="6687868" y="1891606"/>
                <a:ext cx="2086449" cy="1390966"/>
              </a:xfrm>
              <a:prstGeom prst="rect">
                <a:avLst/>
              </a:prstGeom>
            </p:spPr>
          </p:pic>
        </p:grpSp>
      </p:grpSp>
    </p:spTree>
    <p:custDataLst>
      <p:tags r:id="rId1"/>
    </p:custDataLst>
    <p:extLst>
      <p:ext uri="{BB962C8B-B14F-4D97-AF65-F5344CB8AC3E}">
        <p14:creationId xmlns:p14="http://schemas.microsoft.com/office/powerpoint/2010/main" val="420607439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F54A59E-034D-4036-9DDE-F026296C9AE2}"/>
              </a:ext>
            </a:extLst>
          </p:cNvPr>
          <p:cNvSpPr>
            <a:spLocks noGrp="1"/>
          </p:cNvSpPr>
          <p:nvPr>
            <p:ph type="sldNum" idx="97"/>
          </p:nvPr>
        </p:nvSpPr>
        <p:spPr/>
        <p:txBody>
          <a:bodyPr/>
          <a:lstStyle/>
          <a:p>
            <a:fld id="{4037B1B0-0345-4E15-985A-6BECCDBE474F}" type="slidenum">
              <a:rPr lang="en-US" smtClean="0"/>
              <a:pPr/>
              <a:t>39</a:t>
            </a:fld>
            <a:endParaRPr lang="en-US" dirty="0"/>
          </a:p>
        </p:txBody>
      </p:sp>
      <p:sp>
        <p:nvSpPr>
          <p:cNvPr id="3" name="Title 2">
            <a:extLst>
              <a:ext uri="{FF2B5EF4-FFF2-40B4-BE49-F238E27FC236}">
                <a16:creationId xmlns:a16="http://schemas.microsoft.com/office/drawing/2014/main" id="{3BE02FE7-A6FA-4689-A30C-628FCBC12A88}"/>
              </a:ext>
            </a:extLst>
          </p:cNvPr>
          <p:cNvSpPr>
            <a:spLocks noGrp="1"/>
          </p:cNvSpPr>
          <p:nvPr>
            <p:ph type="title" idx="1"/>
          </p:nvPr>
        </p:nvSpPr>
        <p:spPr/>
        <p:txBody>
          <a:bodyPr/>
          <a:lstStyle/>
          <a:p>
            <a:r>
              <a:rPr lang="en-US" dirty="0"/>
              <a:t>Time series data</a:t>
            </a:r>
          </a:p>
        </p:txBody>
      </p:sp>
      <p:sp>
        <p:nvSpPr>
          <p:cNvPr id="22" name="TextBox 21">
            <a:extLst>
              <a:ext uri="{FF2B5EF4-FFF2-40B4-BE49-F238E27FC236}">
                <a16:creationId xmlns:a16="http://schemas.microsoft.com/office/drawing/2014/main" id="{AA181553-C7FF-7BBB-A196-B65C54790C5A}"/>
              </a:ext>
            </a:extLst>
          </p:cNvPr>
          <p:cNvSpPr txBox="1"/>
          <p:nvPr/>
        </p:nvSpPr>
        <p:spPr>
          <a:xfrm>
            <a:off x="245781" y="1407873"/>
            <a:ext cx="2905042" cy="1815882"/>
          </a:xfrm>
          <a:prstGeom prst="rect">
            <a:avLst/>
          </a:prstGeom>
          <a:solidFill>
            <a:schemeClr val="bg1"/>
          </a:solidFill>
        </p:spPr>
        <p:txBody>
          <a:bodyPr wrap="square" rtlCol="0">
            <a:spAutoFit/>
          </a:bodyPr>
          <a:lstStyle/>
          <a:p>
            <a:r>
              <a:rPr lang="en-US" sz="2800" b="1" dirty="0">
                <a:solidFill>
                  <a:schemeClr val="accent1"/>
                </a:solidFill>
                <a:ea typeface="Amazon Ember" panose="02000000000000000000" pitchFamily="2" charset="0"/>
                <a:cs typeface="Amazon Ember Light" panose="020B0403020204020204" pitchFamily="34" charset="0"/>
              </a:rPr>
              <a:t>Time series </a:t>
            </a:r>
            <a:r>
              <a:rPr lang="en-US" sz="2800" dirty="0">
                <a:solidFill>
                  <a:srgbClr val="232F3E"/>
                </a:solidFill>
                <a:ea typeface="Amazon Ember" panose="02000000000000000000" pitchFamily="2" charset="0"/>
                <a:cs typeface="Amazon Ember Light" panose="020B0403020204020204" pitchFamily="34" charset="0"/>
              </a:rPr>
              <a:t>data </a:t>
            </a:r>
          </a:p>
          <a:p>
            <a:r>
              <a:rPr lang="en-US" sz="2800" dirty="0">
                <a:solidFill>
                  <a:srgbClr val="232F3E"/>
                </a:solidFill>
                <a:ea typeface="Amazon Ember Light" panose="020B0403020204020204" pitchFamily="34" charset="0"/>
                <a:cs typeface="Amazon Ember Light" panose="020B0403020204020204" pitchFamily="34" charset="0"/>
              </a:rPr>
              <a:t>is captured in </a:t>
            </a:r>
          </a:p>
          <a:p>
            <a:r>
              <a:rPr lang="en-US" sz="2800" dirty="0">
                <a:solidFill>
                  <a:srgbClr val="232F3E"/>
                </a:solidFill>
                <a:ea typeface="Amazon Ember Light" panose="020B0403020204020204" pitchFamily="34" charset="0"/>
                <a:cs typeface="Amazon Ember Light" panose="020B0403020204020204" pitchFamily="34" charset="0"/>
              </a:rPr>
              <a:t>sequence over time</a:t>
            </a:r>
          </a:p>
        </p:txBody>
      </p:sp>
      <p:sp>
        <p:nvSpPr>
          <p:cNvPr id="23" name="TextBox 22">
            <a:extLst>
              <a:ext uri="{FF2B5EF4-FFF2-40B4-BE49-F238E27FC236}">
                <a16:creationId xmlns:a16="http://schemas.microsoft.com/office/drawing/2014/main" id="{4A6B38A7-4D04-468E-4FFB-48CC5AF3D016}"/>
              </a:ext>
            </a:extLst>
          </p:cNvPr>
          <p:cNvSpPr txBox="1"/>
          <p:nvPr/>
        </p:nvSpPr>
        <p:spPr>
          <a:xfrm>
            <a:off x="245781" y="3010210"/>
            <a:ext cx="2415845" cy="3385542"/>
          </a:xfrm>
          <a:prstGeom prst="rect">
            <a:avLst/>
          </a:prstGeom>
          <a:noFill/>
        </p:spPr>
        <p:txBody>
          <a:bodyPr wrap="square" rtlCol="0">
            <a:spAutoFit/>
          </a:bodyPr>
          <a:lstStyle/>
          <a:p>
            <a:endParaRPr lang="en-US" sz="1600" b="1" dirty="0">
              <a:ea typeface="Amazon Ember" panose="020B0603020204020204" pitchFamily="34" charset="0"/>
              <a:cs typeface="Amazon Ember" panose="020B0603020204020204" pitchFamily="34" charset="0"/>
            </a:endParaRPr>
          </a:p>
          <a:p>
            <a:r>
              <a:rPr lang="en-US" b="1" dirty="0">
                <a:solidFill>
                  <a:schemeClr val="accent1"/>
                </a:solidFill>
                <a:ea typeface="Amazon Ember" panose="02000000000000000000" pitchFamily="2" charset="0"/>
                <a:cs typeface="Amazon Ember Light" panose="020B0403020204020204" pitchFamily="34" charset="0"/>
              </a:rPr>
              <a:t>Related data </a:t>
            </a:r>
            <a:r>
              <a:rPr lang="en-US" dirty="0">
                <a:solidFill>
                  <a:srgbClr val="232F3E"/>
                </a:solidFill>
                <a:ea typeface="Amazon Ember Light" panose="020B0403020204020204" pitchFamily="34" charset="0"/>
                <a:cs typeface="Amazon Ember Light" panose="020B0403020204020204" pitchFamily="34" charset="0"/>
              </a:rPr>
              <a:t>informs the time series data—for example, price or promotions</a:t>
            </a:r>
            <a:endParaRPr lang="en-US" dirty="0">
              <a:solidFill>
                <a:srgbClr val="232F3E"/>
              </a:solidFill>
              <a:ea typeface="Amazon Ember" panose="020B0603020204020204" pitchFamily="34" charset="0"/>
              <a:cs typeface="Amazon Ember" panose="020B0603020204020204" pitchFamily="34" charset="0"/>
            </a:endParaRPr>
          </a:p>
          <a:p>
            <a:endParaRPr lang="en-US" b="1" dirty="0">
              <a:ea typeface="Amazon Ember" panose="020B0603020204020204" pitchFamily="34" charset="0"/>
              <a:cs typeface="Amazon Ember" panose="020B0603020204020204" pitchFamily="34" charset="0"/>
            </a:endParaRPr>
          </a:p>
          <a:p>
            <a:endParaRPr lang="en-US" b="1" dirty="0">
              <a:ea typeface="Amazon Ember" panose="020B0603020204020204" pitchFamily="34" charset="0"/>
              <a:cs typeface="Amazon Ember" panose="020B0603020204020204" pitchFamily="34" charset="0"/>
            </a:endParaRPr>
          </a:p>
          <a:p>
            <a:r>
              <a:rPr lang="en-US" b="1" dirty="0">
                <a:solidFill>
                  <a:schemeClr val="accent1"/>
                </a:solidFill>
                <a:ea typeface="Amazon Ember" panose="02000000000000000000" pitchFamily="2" charset="0"/>
                <a:cs typeface="Amazon Ember" panose="020B0603020204020204" pitchFamily="34" charset="0"/>
              </a:rPr>
              <a:t>Metadata</a:t>
            </a:r>
            <a:r>
              <a:rPr lang="en-US" b="1" dirty="0">
                <a:ea typeface="Amazon Ember" panose="020B0603020204020204" pitchFamily="34" charset="0"/>
                <a:cs typeface="Amazon Ember" panose="020B0603020204020204" pitchFamily="34" charset="0"/>
              </a:rPr>
              <a:t> </a:t>
            </a:r>
            <a:r>
              <a:rPr lang="en-US" dirty="0">
                <a:solidFill>
                  <a:srgbClr val="232F3E"/>
                </a:solidFill>
                <a:ea typeface="Amazon Ember" panose="020B0603020204020204" pitchFamily="34" charset="0"/>
                <a:cs typeface="Amazon Ember" panose="020B0603020204020204" pitchFamily="34" charset="0"/>
              </a:rPr>
              <a:t>might also be needed to explain predictions—for example, brand name or category</a:t>
            </a:r>
          </a:p>
        </p:txBody>
      </p:sp>
      <p:grpSp>
        <p:nvGrpSpPr>
          <p:cNvPr id="4" name="Group 3" descr="Time series data example of a line graph spanning from January to December.">
            <a:extLst>
              <a:ext uri="{FF2B5EF4-FFF2-40B4-BE49-F238E27FC236}">
                <a16:creationId xmlns:a16="http://schemas.microsoft.com/office/drawing/2014/main" id="{0414A0FD-0444-0BA3-0FCF-2B173495C6EF}"/>
              </a:ext>
            </a:extLst>
          </p:cNvPr>
          <p:cNvGrpSpPr/>
          <p:nvPr/>
        </p:nvGrpSpPr>
        <p:grpSpPr>
          <a:xfrm>
            <a:off x="3090767" y="1193251"/>
            <a:ext cx="8598488" cy="4975836"/>
            <a:chOff x="2960141" y="1193251"/>
            <a:chExt cx="8598488" cy="4975836"/>
          </a:xfrm>
        </p:grpSpPr>
        <p:sp>
          <p:nvSpPr>
            <p:cNvPr id="21" name="TextBox 20">
              <a:extLst>
                <a:ext uri="{FF2B5EF4-FFF2-40B4-BE49-F238E27FC236}">
                  <a16:creationId xmlns:a16="http://schemas.microsoft.com/office/drawing/2014/main" id="{D435E4DB-4754-027B-AAF2-081C9F58559F}"/>
                </a:ext>
              </a:extLst>
            </p:cNvPr>
            <p:cNvSpPr txBox="1"/>
            <p:nvPr/>
          </p:nvSpPr>
          <p:spPr>
            <a:xfrm>
              <a:off x="5347037" y="1193251"/>
              <a:ext cx="4543231" cy="523220"/>
            </a:xfrm>
            <a:prstGeom prst="rect">
              <a:avLst/>
            </a:prstGeom>
            <a:noFill/>
          </p:spPr>
          <p:txBody>
            <a:bodyPr wrap="none" rtlCol="0">
              <a:spAutoFit/>
            </a:bodyPr>
            <a:lstStyle/>
            <a:p>
              <a:r>
                <a:rPr lang="en-US" sz="2800" dirty="0">
                  <a:solidFill>
                    <a:srgbClr val="232F3E"/>
                  </a:solidFill>
                  <a:ea typeface="Amazon Ember Light" panose="020B0403020204020204" pitchFamily="34" charset="0"/>
                  <a:cs typeface="Amazon Ember Light" panose="020B0403020204020204" pitchFamily="34" charset="0"/>
                </a:rPr>
                <a:t>Unit Sales Product #21232</a:t>
              </a:r>
            </a:p>
          </p:txBody>
        </p:sp>
        <p:pic>
          <p:nvPicPr>
            <p:cNvPr id="7" name="Picture 6" descr="Time series data example of a line graph spanning from January to December.">
              <a:extLst>
                <a:ext uri="{FF2B5EF4-FFF2-40B4-BE49-F238E27FC236}">
                  <a16:creationId xmlns:a16="http://schemas.microsoft.com/office/drawing/2014/main" id="{F134C45D-722C-CAE9-DD12-4910FD880703}"/>
                </a:ext>
              </a:extLst>
            </p:cNvPr>
            <p:cNvPicPr>
              <a:picLocks noChangeAspect="1"/>
            </p:cNvPicPr>
            <p:nvPr/>
          </p:nvPicPr>
          <p:blipFill rotWithShape="1">
            <a:blip r:embed="rId4" cstate="hqprint">
              <a:extLst>
                <a:ext uri="{28A0092B-C50C-407E-A947-70E740481C1C}">
                  <a14:useLocalDpi xmlns:a14="http://schemas.microsoft.com/office/drawing/2010/main"/>
                </a:ext>
              </a:extLst>
            </a:blip>
            <a:srcRect/>
            <a:stretch/>
          </p:blipFill>
          <p:spPr>
            <a:xfrm>
              <a:off x="2960141" y="1642124"/>
              <a:ext cx="8598488" cy="4137574"/>
            </a:xfrm>
            <a:prstGeom prst="rect">
              <a:avLst/>
            </a:prstGeom>
          </p:spPr>
        </p:pic>
        <p:grpSp>
          <p:nvGrpSpPr>
            <p:cNvPr id="8" name="Group 7">
              <a:extLst>
                <a:ext uri="{FF2B5EF4-FFF2-40B4-BE49-F238E27FC236}">
                  <a16:creationId xmlns:a16="http://schemas.microsoft.com/office/drawing/2014/main" id="{F6D17B4E-AE98-5C5C-FD96-8456B65A2287}"/>
                </a:ext>
                <a:ext uri="{C183D7F6-B498-43B3-948B-1728B52AA6E4}">
                  <adec:decorative xmlns:adec="http://schemas.microsoft.com/office/drawing/2017/decorative" val="1"/>
                </a:ext>
              </a:extLst>
            </p:cNvPr>
            <p:cNvGrpSpPr/>
            <p:nvPr/>
          </p:nvGrpSpPr>
          <p:grpSpPr>
            <a:xfrm>
              <a:off x="3104005" y="5830533"/>
              <a:ext cx="8368394" cy="338554"/>
              <a:chOff x="3104005" y="5959923"/>
              <a:chExt cx="8368394" cy="338554"/>
            </a:xfrm>
          </p:grpSpPr>
          <p:sp>
            <p:nvSpPr>
              <p:cNvPr id="9" name="TextBox 8">
                <a:extLst>
                  <a:ext uri="{FF2B5EF4-FFF2-40B4-BE49-F238E27FC236}">
                    <a16:creationId xmlns:a16="http://schemas.microsoft.com/office/drawing/2014/main" id="{0E7FD6BC-A666-630D-E8A2-7F6E032DF0AE}"/>
                  </a:ext>
                </a:extLst>
              </p:cNvPr>
              <p:cNvSpPr txBox="1"/>
              <p:nvPr/>
            </p:nvSpPr>
            <p:spPr>
              <a:xfrm>
                <a:off x="3104005" y="5959923"/>
                <a:ext cx="502061" cy="338554"/>
              </a:xfrm>
              <a:prstGeom prst="rect">
                <a:avLst/>
              </a:prstGeom>
              <a:noFill/>
            </p:spPr>
            <p:txBody>
              <a:bodyPr wrap="none" rtlCol="0">
                <a:spAutoFit/>
              </a:bodyPr>
              <a:lstStyle/>
              <a:p>
                <a:r>
                  <a:rPr lang="en-US" sz="1600" dirty="0">
                    <a:solidFill>
                      <a:srgbClr val="232F3E"/>
                    </a:solidFill>
                    <a:ea typeface="Amazon Ember Light" panose="020B0403020204020204" pitchFamily="34" charset="0"/>
                    <a:cs typeface="Amazon Ember Light" panose="020B0403020204020204" pitchFamily="34" charset="0"/>
                  </a:rPr>
                  <a:t>Jan</a:t>
                </a:r>
              </a:p>
            </p:txBody>
          </p:sp>
          <p:sp>
            <p:nvSpPr>
              <p:cNvPr id="10" name="TextBox 9">
                <a:extLst>
                  <a:ext uri="{FF2B5EF4-FFF2-40B4-BE49-F238E27FC236}">
                    <a16:creationId xmlns:a16="http://schemas.microsoft.com/office/drawing/2014/main" id="{DB40CFFC-7D2E-BC7B-FF77-484607128784}"/>
                  </a:ext>
                </a:extLst>
              </p:cNvPr>
              <p:cNvSpPr txBox="1"/>
              <p:nvPr/>
            </p:nvSpPr>
            <p:spPr>
              <a:xfrm>
                <a:off x="3795810" y="5959923"/>
                <a:ext cx="522900" cy="338554"/>
              </a:xfrm>
              <a:prstGeom prst="rect">
                <a:avLst/>
              </a:prstGeom>
              <a:noFill/>
            </p:spPr>
            <p:txBody>
              <a:bodyPr wrap="none" rtlCol="0">
                <a:spAutoFit/>
              </a:bodyPr>
              <a:lstStyle/>
              <a:p>
                <a:r>
                  <a:rPr lang="en-US" sz="1600" dirty="0">
                    <a:solidFill>
                      <a:srgbClr val="232F3E"/>
                    </a:solidFill>
                    <a:ea typeface="Amazon Ember Light" panose="020B0403020204020204" pitchFamily="34" charset="0"/>
                    <a:cs typeface="Amazon Ember Light" panose="020B0403020204020204" pitchFamily="34" charset="0"/>
                  </a:rPr>
                  <a:t>Feb</a:t>
                </a:r>
              </a:p>
            </p:txBody>
          </p:sp>
          <p:sp>
            <p:nvSpPr>
              <p:cNvPr id="11" name="TextBox 10">
                <a:extLst>
                  <a:ext uri="{FF2B5EF4-FFF2-40B4-BE49-F238E27FC236}">
                    <a16:creationId xmlns:a16="http://schemas.microsoft.com/office/drawing/2014/main" id="{4AE7FB75-6171-393E-3563-438D84507BB4}"/>
                  </a:ext>
                </a:extLst>
              </p:cNvPr>
              <p:cNvSpPr txBox="1"/>
              <p:nvPr/>
            </p:nvSpPr>
            <p:spPr>
              <a:xfrm>
                <a:off x="4506851" y="5959923"/>
                <a:ext cx="542136" cy="338554"/>
              </a:xfrm>
              <a:prstGeom prst="rect">
                <a:avLst/>
              </a:prstGeom>
              <a:noFill/>
            </p:spPr>
            <p:txBody>
              <a:bodyPr wrap="none" rtlCol="0">
                <a:spAutoFit/>
              </a:bodyPr>
              <a:lstStyle/>
              <a:p>
                <a:r>
                  <a:rPr lang="en-US" sz="1600" dirty="0">
                    <a:solidFill>
                      <a:srgbClr val="232F3E"/>
                    </a:solidFill>
                    <a:ea typeface="Amazon Ember Light" panose="020B0403020204020204" pitchFamily="34" charset="0"/>
                    <a:cs typeface="Amazon Ember Light" panose="020B0403020204020204" pitchFamily="34" charset="0"/>
                  </a:rPr>
                  <a:t>Mar</a:t>
                </a:r>
              </a:p>
            </p:txBody>
          </p:sp>
          <p:sp>
            <p:nvSpPr>
              <p:cNvPr id="12" name="TextBox 11">
                <a:extLst>
                  <a:ext uri="{FF2B5EF4-FFF2-40B4-BE49-F238E27FC236}">
                    <a16:creationId xmlns:a16="http://schemas.microsoft.com/office/drawing/2014/main" id="{F8DEDFF4-1259-B6AE-2378-E2D1C73D247E}"/>
                  </a:ext>
                </a:extLst>
              </p:cNvPr>
              <p:cNvSpPr txBox="1"/>
              <p:nvPr/>
            </p:nvSpPr>
            <p:spPr>
              <a:xfrm>
                <a:off x="5233922" y="5959923"/>
                <a:ext cx="514885" cy="338554"/>
              </a:xfrm>
              <a:prstGeom prst="rect">
                <a:avLst/>
              </a:prstGeom>
              <a:noFill/>
            </p:spPr>
            <p:txBody>
              <a:bodyPr wrap="none" rtlCol="0">
                <a:spAutoFit/>
              </a:bodyPr>
              <a:lstStyle/>
              <a:p>
                <a:r>
                  <a:rPr lang="en-US" sz="1600" dirty="0">
                    <a:solidFill>
                      <a:srgbClr val="232F3E"/>
                    </a:solidFill>
                    <a:ea typeface="Amazon Ember Light" panose="020B0403020204020204" pitchFamily="34" charset="0"/>
                    <a:cs typeface="Amazon Ember Light" panose="020B0403020204020204" pitchFamily="34" charset="0"/>
                  </a:rPr>
                  <a:t>Apr</a:t>
                </a:r>
              </a:p>
            </p:txBody>
          </p:sp>
          <p:sp>
            <p:nvSpPr>
              <p:cNvPr id="13" name="TextBox 12">
                <a:extLst>
                  <a:ext uri="{FF2B5EF4-FFF2-40B4-BE49-F238E27FC236}">
                    <a16:creationId xmlns:a16="http://schemas.microsoft.com/office/drawing/2014/main" id="{DC7C17CC-89CE-E83E-98B9-B290CA7BCC70}"/>
                  </a:ext>
                </a:extLst>
              </p:cNvPr>
              <p:cNvSpPr txBox="1"/>
              <p:nvPr/>
            </p:nvSpPr>
            <p:spPr>
              <a:xfrm>
                <a:off x="5933742" y="5959923"/>
                <a:ext cx="569387" cy="338554"/>
              </a:xfrm>
              <a:prstGeom prst="rect">
                <a:avLst/>
              </a:prstGeom>
              <a:noFill/>
            </p:spPr>
            <p:txBody>
              <a:bodyPr wrap="none" rtlCol="0">
                <a:spAutoFit/>
              </a:bodyPr>
              <a:lstStyle/>
              <a:p>
                <a:r>
                  <a:rPr lang="en-US" sz="1600" dirty="0">
                    <a:solidFill>
                      <a:srgbClr val="232F3E"/>
                    </a:solidFill>
                    <a:ea typeface="Amazon Ember Light" panose="020B0403020204020204" pitchFamily="34" charset="0"/>
                    <a:cs typeface="Amazon Ember Light" panose="020B0403020204020204" pitchFamily="34" charset="0"/>
                  </a:rPr>
                  <a:t>May</a:t>
                </a:r>
              </a:p>
            </p:txBody>
          </p:sp>
          <p:sp>
            <p:nvSpPr>
              <p:cNvPr id="14" name="TextBox 13">
                <a:extLst>
                  <a:ext uri="{FF2B5EF4-FFF2-40B4-BE49-F238E27FC236}">
                    <a16:creationId xmlns:a16="http://schemas.microsoft.com/office/drawing/2014/main" id="{8C7D899D-B95F-484D-CCC5-D3C16470C176}"/>
                  </a:ext>
                </a:extLst>
              </p:cNvPr>
              <p:cNvSpPr txBox="1"/>
              <p:nvPr/>
            </p:nvSpPr>
            <p:spPr>
              <a:xfrm>
                <a:off x="6689667" y="5959923"/>
                <a:ext cx="513282" cy="338554"/>
              </a:xfrm>
              <a:prstGeom prst="rect">
                <a:avLst/>
              </a:prstGeom>
              <a:noFill/>
            </p:spPr>
            <p:txBody>
              <a:bodyPr wrap="none" rtlCol="0">
                <a:spAutoFit/>
              </a:bodyPr>
              <a:lstStyle/>
              <a:p>
                <a:r>
                  <a:rPr lang="en-US" sz="1600" dirty="0">
                    <a:solidFill>
                      <a:srgbClr val="232F3E"/>
                    </a:solidFill>
                    <a:ea typeface="Amazon Ember Light" panose="020B0403020204020204" pitchFamily="34" charset="0"/>
                    <a:cs typeface="Amazon Ember Light" panose="020B0403020204020204" pitchFamily="34" charset="0"/>
                  </a:rPr>
                  <a:t>Jun</a:t>
                </a:r>
              </a:p>
            </p:txBody>
          </p:sp>
          <p:sp>
            <p:nvSpPr>
              <p:cNvPr id="15" name="TextBox 14">
                <a:extLst>
                  <a:ext uri="{FF2B5EF4-FFF2-40B4-BE49-F238E27FC236}">
                    <a16:creationId xmlns:a16="http://schemas.microsoft.com/office/drawing/2014/main" id="{62102AAC-9604-7D99-17D0-B10BD96C44D1}"/>
                  </a:ext>
                </a:extLst>
              </p:cNvPr>
              <p:cNvSpPr txBox="1"/>
              <p:nvPr/>
            </p:nvSpPr>
            <p:spPr>
              <a:xfrm>
                <a:off x="7391090" y="5959923"/>
                <a:ext cx="450764" cy="338554"/>
              </a:xfrm>
              <a:prstGeom prst="rect">
                <a:avLst/>
              </a:prstGeom>
              <a:noFill/>
            </p:spPr>
            <p:txBody>
              <a:bodyPr wrap="none" rtlCol="0">
                <a:spAutoFit/>
              </a:bodyPr>
              <a:lstStyle/>
              <a:p>
                <a:r>
                  <a:rPr lang="en-US" sz="1600" dirty="0">
                    <a:solidFill>
                      <a:srgbClr val="232F3E"/>
                    </a:solidFill>
                    <a:ea typeface="Amazon Ember Light" panose="020B0403020204020204" pitchFamily="34" charset="0"/>
                    <a:cs typeface="Amazon Ember Light" panose="020B0403020204020204" pitchFamily="34" charset="0"/>
                  </a:rPr>
                  <a:t>Jul</a:t>
                </a:r>
              </a:p>
            </p:txBody>
          </p:sp>
          <p:sp>
            <p:nvSpPr>
              <p:cNvPr id="16" name="TextBox 15">
                <a:extLst>
                  <a:ext uri="{FF2B5EF4-FFF2-40B4-BE49-F238E27FC236}">
                    <a16:creationId xmlns:a16="http://schemas.microsoft.com/office/drawing/2014/main" id="{172C0078-F60B-712E-D138-43FF4BCDE154}"/>
                  </a:ext>
                </a:extLst>
              </p:cNvPr>
              <p:cNvSpPr txBox="1"/>
              <p:nvPr/>
            </p:nvSpPr>
            <p:spPr>
              <a:xfrm>
                <a:off x="8026790" y="5959923"/>
                <a:ext cx="553357" cy="338554"/>
              </a:xfrm>
              <a:prstGeom prst="rect">
                <a:avLst/>
              </a:prstGeom>
              <a:noFill/>
            </p:spPr>
            <p:txBody>
              <a:bodyPr wrap="none" rtlCol="0">
                <a:spAutoFit/>
              </a:bodyPr>
              <a:lstStyle/>
              <a:p>
                <a:r>
                  <a:rPr lang="en-US" sz="1600" dirty="0">
                    <a:solidFill>
                      <a:srgbClr val="232F3E"/>
                    </a:solidFill>
                    <a:ea typeface="Amazon Ember Light" panose="020B0403020204020204" pitchFamily="34" charset="0"/>
                    <a:cs typeface="Amazon Ember Light" panose="020B0403020204020204" pitchFamily="34" charset="0"/>
                  </a:rPr>
                  <a:t>Aug</a:t>
                </a:r>
              </a:p>
            </p:txBody>
          </p:sp>
          <p:sp>
            <p:nvSpPr>
              <p:cNvPr id="17" name="TextBox 16">
                <a:extLst>
                  <a:ext uri="{FF2B5EF4-FFF2-40B4-BE49-F238E27FC236}">
                    <a16:creationId xmlns:a16="http://schemas.microsoft.com/office/drawing/2014/main" id="{288C21C7-EA5F-E31C-4F86-DB8B23651708}"/>
                  </a:ext>
                </a:extLst>
              </p:cNvPr>
              <p:cNvSpPr txBox="1"/>
              <p:nvPr/>
            </p:nvSpPr>
            <p:spPr>
              <a:xfrm>
                <a:off x="8769891" y="5959923"/>
                <a:ext cx="532518" cy="338554"/>
              </a:xfrm>
              <a:prstGeom prst="rect">
                <a:avLst/>
              </a:prstGeom>
              <a:noFill/>
            </p:spPr>
            <p:txBody>
              <a:bodyPr wrap="none" rtlCol="0">
                <a:spAutoFit/>
              </a:bodyPr>
              <a:lstStyle/>
              <a:p>
                <a:r>
                  <a:rPr lang="en-US" sz="1600" dirty="0">
                    <a:solidFill>
                      <a:srgbClr val="232F3E"/>
                    </a:solidFill>
                    <a:ea typeface="Amazon Ember Light" panose="020B0403020204020204" pitchFamily="34" charset="0"/>
                    <a:cs typeface="Amazon Ember Light" panose="020B0403020204020204" pitchFamily="34" charset="0"/>
                  </a:rPr>
                  <a:t>Sep</a:t>
                </a:r>
              </a:p>
            </p:txBody>
          </p:sp>
          <p:sp>
            <p:nvSpPr>
              <p:cNvPr id="18" name="TextBox 17">
                <a:extLst>
                  <a:ext uri="{FF2B5EF4-FFF2-40B4-BE49-F238E27FC236}">
                    <a16:creationId xmlns:a16="http://schemas.microsoft.com/office/drawing/2014/main" id="{EEC555AE-F57A-5987-ED11-2199695684DD}"/>
                  </a:ext>
                </a:extLst>
              </p:cNvPr>
              <p:cNvSpPr txBox="1"/>
              <p:nvPr/>
            </p:nvSpPr>
            <p:spPr>
              <a:xfrm>
                <a:off x="9490550" y="5959923"/>
                <a:ext cx="516488" cy="338554"/>
              </a:xfrm>
              <a:prstGeom prst="rect">
                <a:avLst/>
              </a:prstGeom>
              <a:noFill/>
            </p:spPr>
            <p:txBody>
              <a:bodyPr wrap="none" rtlCol="0">
                <a:spAutoFit/>
              </a:bodyPr>
              <a:lstStyle/>
              <a:p>
                <a:r>
                  <a:rPr lang="en-US" sz="1600" dirty="0">
                    <a:solidFill>
                      <a:srgbClr val="232F3E"/>
                    </a:solidFill>
                    <a:ea typeface="Amazon Ember Light" panose="020B0403020204020204" pitchFamily="34" charset="0"/>
                    <a:cs typeface="Amazon Ember Light" panose="020B0403020204020204" pitchFamily="34" charset="0"/>
                  </a:rPr>
                  <a:t>Oct</a:t>
                </a:r>
              </a:p>
            </p:txBody>
          </p:sp>
          <p:sp>
            <p:nvSpPr>
              <p:cNvPr id="19" name="TextBox 18">
                <a:extLst>
                  <a:ext uri="{FF2B5EF4-FFF2-40B4-BE49-F238E27FC236}">
                    <a16:creationId xmlns:a16="http://schemas.microsoft.com/office/drawing/2014/main" id="{6879FEF3-D141-3BD9-EB65-F2A264EB4DCA}"/>
                  </a:ext>
                </a:extLst>
              </p:cNvPr>
              <p:cNvSpPr txBox="1"/>
              <p:nvPr/>
            </p:nvSpPr>
            <p:spPr>
              <a:xfrm>
                <a:off x="10199988" y="5959923"/>
                <a:ext cx="554960" cy="338554"/>
              </a:xfrm>
              <a:prstGeom prst="rect">
                <a:avLst/>
              </a:prstGeom>
              <a:noFill/>
            </p:spPr>
            <p:txBody>
              <a:bodyPr wrap="none" rtlCol="0">
                <a:spAutoFit/>
              </a:bodyPr>
              <a:lstStyle/>
              <a:p>
                <a:r>
                  <a:rPr lang="en-US" sz="1600" dirty="0">
                    <a:solidFill>
                      <a:srgbClr val="232F3E"/>
                    </a:solidFill>
                    <a:ea typeface="Amazon Ember Light" panose="020B0403020204020204" pitchFamily="34" charset="0"/>
                    <a:cs typeface="Amazon Ember Light" panose="020B0403020204020204" pitchFamily="34" charset="0"/>
                  </a:rPr>
                  <a:t>Nov</a:t>
                </a:r>
              </a:p>
            </p:txBody>
          </p:sp>
          <p:sp>
            <p:nvSpPr>
              <p:cNvPr id="20" name="TextBox 19">
                <a:extLst>
                  <a:ext uri="{FF2B5EF4-FFF2-40B4-BE49-F238E27FC236}">
                    <a16:creationId xmlns:a16="http://schemas.microsoft.com/office/drawing/2014/main" id="{B655A6EC-2D90-E58F-14FF-087B0B115BC6}"/>
                  </a:ext>
                </a:extLst>
              </p:cNvPr>
              <p:cNvSpPr txBox="1"/>
              <p:nvPr/>
            </p:nvSpPr>
            <p:spPr>
              <a:xfrm>
                <a:off x="10943087" y="5959923"/>
                <a:ext cx="529312" cy="338554"/>
              </a:xfrm>
              <a:prstGeom prst="rect">
                <a:avLst/>
              </a:prstGeom>
              <a:noFill/>
            </p:spPr>
            <p:txBody>
              <a:bodyPr wrap="none" rtlCol="0">
                <a:spAutoFit/>
              </a:bodyPr>
              <a:lstStyle/>
              <a:p>
                <a:r>
                  <a:rPr lang="en-US" sz="1600" dirty="0">
                    <a:solidFill>
                      <a:srgbClr val="232F3E"/>
                    </a:solidFill>
                    <a:ea typeface="Amazon Ember Light" panose="020B0403020204020204" pitchFamily="34" charset="0"/>
                    <a:cs typeface="Amazon Ember Light" panose="020B0403020204020204" pitchFamily="34" charset="0"/>
                  </a:rPr>
                  <a:t>Dec</a:t>
                </a:r>
              </a:p>
            </p:txBody>
          </p:sp>
        </p:grpSp>
      </p:grpSp>
    </p:spTree>
    <p:custDataLst>
      <p:tags r:id="rId1"/>
    </p:custDataLst>
    <p:extLst>
      <p:ext uri="{BB962C8B-B14F-4D97-AF65-F5344CB8AC3E}">
        <p14:creationId xmlns:p14="http://schemas.microsoft.com/office/powerpoint/2010/main" val="290699343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F54A59E-034D-4036-9DDE-F026296C9AE2}"/>
              </a:ext>
            </a:extLst>
          </p:cNvPr>
          <p:cNvSpPr>
            <a:spLocks noGrp="1"/>
          </p:cNvSpPr>
          <p:nvPr>
            <p:ph type="sldNum" idx="97"/>
          </p:nvPr>
        </p:nvSpPr>
        <p:spPr/>
        <p:txBody>
          <a:bodyPr/>
          <a:lstStyle/>
          <a:p>
            <a:fld id="{4037B1B0-0345-4E15-985A-6BECCDBE474F}" type="slidenum">
              <a:rPr lang="en-US" smtClean="0"/>
              <a:pPr/>
              <a:t>40</a:t>
            </a:fld>
            <a:endParaRPr lang="en-US" dirty="0"/>
          </a:p>
        </p:txBody>
      </p:sp>
      <p:sp>
        <p:nvSpPr>
          <p:cNvPr id="3" name="Title 2">
            <a:extLst>
              <a:ext uri="{FF2B5EF4-FFF2-40B4-BE49-F238E27FC236}">
                <a16:creationId xmlns:a16="http://schemas.microsoft.com/office/drawing/2014/main" id="{3BE02FE7-A6FA-4689-A30C-628FCBC12A88}"/>
              </a:ext>
            </a:extLst>
          </p:cNvPr>
          <p:cNvSpPr>
            <a:spLocks noGrp="1"/>
          </p:cNvSpPr>
          <p:nvPr>
            <p:ph type="title" idx="1"/>
          </p:nvPr>
        </p:nvSpPr>
        <p:spPr/>
        <p:txBody>
          <a:bodyPr/>
          <a:lstStyle/>
          <a:p>
            <a:r>
              <a:rPr lang="en-US" dirty="0"/>
              <a:t>Time series handling: Missing data</a:t>
            </a:r>
          </a:p>
        </p:txBody>
      </p:sp>
      <p:grpSp>
        <p:nvGrpSpPr>
          <p:cNvPr id="4" name="Group 3" descr="Plots for the different fill techniques. More details in notes.">
            <a:extLst>
              <a:ext uri="{FF2B5EF4-FFF2-40B4-BE49-F238E27FC236}">
                <a16:creationId xmlns:a16="http://schemas.microsoft.com/office/drawing/2014/main" id="{B2AD1CC3-B0A9-B0B9-A508-407A15F9CE99}"/>
              </a:ext>
            </a:extLst>
          </p:cNvPr>
          <p:cNvGrpSpPr/>
          <p:nvPr/>
        </p:nvGrpSpPr>
        <p:grpSpPr>
          <a:xfrm>
            <a:off x="600823" y="1249089"/>
            <a:ext cx="11231513" cy="4359821"/>
            <a:chOff x="784763" y="1183144"/>
            <a:chExt cx="11231513" cy="4359821"/>
          </a:xfrm>
        </p:grpSpPr>
        <p:grpSp>
          <p:nvGrpSpPr>
            <p:cNvPr id="7" name="Group 6" descr="Examples of time series handling problems.">
              <a:extLst>
                <a:ext uri="{FF2B5EF4-FFF2-40B4-BE49-F238E27FC236}">
                  <a16:creationId xmlns:a16="http://schemas.microsoft.com/office/drawing/2014/main" id="{8E065D79-303E-4E57-315A-6788D2CC9081}"/>
                </a:ext>
              </a:extLst>
            </p:cNvPr>
            <p:cNvGrpSpPr/>
            <p:nvPr/>
          </p:nvGrpSpPr>
          <p:grpSpPr>
            <a:xfrm>
              <a:off x="784763" y="1183144"/>
              <a:ext cx="11231513" cy="2016818"/>
              <a:chOff x="784763" y="1456104"/>
              <a:chExt cx="11231513" cy="2016818"/>
            </a:xfrm>
          </p:grpSpPr>
          <p:sp>
            <p:nvSpPr>
              <p:cNvPr id="8" name="Oval 7">
                <a:extLst>
                  <a:ext uri="{FF2B5EF4-FFF2-40B4-BE49-F238E27FC236}">
                    <a16:creationId xmlns:a16="http://schemas.microsoft.com/office/drawing/2014/main" id="{BB1E6857-2A57-B4FE-F224-1EEB59AE38D6}"/>
                  </a:ext>
                  <a:ext uri="{C183D7F6-B498-43B3-948B-1728B52AA6E4}">
                    <adec:decorative xmlns:adec="http://schemas.microsoft.com/office/drawing/2017/decorative" val="1"/>
                  </a:ext>
                </a:extLst>
              </p:cNvPr>
              <p:cNvSpPr/>
              <p:nvPr/>
            </p:nvSpPr>
            <p:spPr>
              <a:xfrm>
                <a:off x="959427" y="3075330"/>
                <a:ext cx="108338" cy="108338"/>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32F3E"/>
                  </a:solidFill>
                </a:endParaRPr>
              </a:p>
            </p:txBody>
          </p:sp>
          <p:grpSp>
            <p:nvGrpSpPr>
              <p:cNvPr id="9" name="Group 8">
                <a:extLst>
                  <a:ext uri="{FF2B5EF4-FFF2-40B4-BE49-F238E27FC236}">
                    <a16:creationId xmlns:a16="http://schemas.microsoft.com/office/drawing/2014/main" id="{C66246A6-717A-5055-0BAE-6432427E7A46}"/>
                  </a:ext>
                </a:extLst>
              </p:cNvPr>
              <p:cNvGrpSpPr/>
              <p:nvPr/>
            </p:nvGrpSpPr>
            <p:grpSpPr>
              <a:xfrm>
                <a:off x="784763" y="3401997"/>
                <a:ext cx="1783644" cy="67946"/>
                <a:chOff x="730956" y="3228410"/>
                <a:chExt cx="1783644" cy="67946"/>
              </a:xfrm>
            </p:grpSpPr>
            <p:cxnSp>
              <p:nvCxnSpPr>
                <p:cNvPr id="44" name="Straight Connector 43">
                  <a:extLst>
                    <a:ext uri="{FF2B5EF4-FFF2-40B4-BE49-F238E27FC236}">
                      <a16:creationId xmlns:a16="http://schemas.microsoft.com/office/drawing/2014/main" id="{A1CF7C5B-52C6-448E-D70B-4BA67386FC49}"/>
                    </a:ext>
                    <a:ext uri="{C183D7F6-B498-43B3-948B-1728B52AA6E4}">
                      <adec:decorative xmlns:adec="http://schemas.microsoft.com/office/drawing/2017/decorative" val="1"/>
                    </a:ext>
                  </a:extLst>
                </p:cNvPr>
                <p:cNvCxnSpPr/>
                <p:nvPr/>
              </p:nvCxnSpPr>
              <p:spPr>
                <a:xfrm>
                  <a:off x="730956" y="3296356"/>
                  <a:ext cx="178364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74C07CBD-E7F3-B04E-C303-2B5F616F2B55}"/>
                    </a:ext>
                    <a:ext uri="{C183D7F6-B498-43B3-948B-1728B52AA6E4}">
                      <adec:decorative xmlns:adec="http://schemas.microsoft.com/office/drawing/2017/decorative" val="1"/>
                    </a:ext>
                  </a:extLst>
                </p:cNvPr>
                <p:cNvCxnSpPr/>
                <p:nvPr/>
              </p:nvCxnSpPr>
              <p:spPr>
                <a:xfrm flipV="1">
                  <a:off x="959712" y="3228410"/>
                  <a:ext cx="0" cy="67946"/>
                </a:xfrm>
                <a:prstGeom prst="line">
                  <a:avLst/>
                </a:prstGeom>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64DF1C82-4248-D230-CC5E-733BA7594C42}"/>
                    </a:ext>
                    <a:ext uri="{C183D7F6-B498-43B3-948B-1728B52AA6E4}">
                      <adec:decorative xmlns:adec="http://schemas.microsoft.com/office/drawing/2017/decorative" val="1"/>
                    </a:ext>
                  </a:extLst>
                </p:cNvPr>
                <p:cNvCxnSpPr/>
                <p:nvPr/>
              </p:nvCxnSpPr>
              <p:spPr>
                <a:xfrm flipV="1">
                  <a:off x="1188624" y="3228410"/>
                  <a:ext cx="0" cy="67946"/>
                </a:xfrm>
                <a:prstGeom prst="line">
                  <a:avLst/>
                </a:prstGeom>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F0D658AF-50BA-530E-1B41-B94762E88E59}"/>
                    </a:ext>
                    <a:ext uri="{C183D7F6-B498-43B3-948B-1728B52AA6E4}">
                      <adec:decorative xmlns:adec="http://schemas.microsoft.com/office/drawing/2017/decorative" val="1"/>
                    </a:ext>
                  </a:extLst>
                </p:cNvPr>
                <p:cNvCxnSpPr/>
                <p:nvPr/>
              </p:nvCxnSpPr>
              <p:spPr>
                <a:xfrm flipV="1">
                  <a:off x="1417536" y="3228410"/>
                  <a:ext cx="0" cy="67946"/>
                </a:xfrm>
                <a:prstGeom prst="line">
                  <a:avLst/>
                </a:prstGeom>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A446F9A0-CEB6-FFD4-975D-D9FED86CD52A}"/>
                    </a:ext>
                    <a:ext uri="{C183D7F6-B498-43B3-948B-1728B52AA6E4}">
                      <adec:decorative xmlns:adec="http://schemas.microsoft.com/office/drawing/2017/decorative" val="1"/>
                    </a:ext>
                  </a:extLst>
                </p:cNvPr>
                <p:cNvCxnSpPr/>
                <p:nvPr/>
              </p:nvCxnSpPr>
              <p:spPr>
                <a:xfrm flipV="1">
                  <a:off x="1646448" y="3228410"/>
                  <a:ext cx="0" cy="67946"/>
                </a:xfrm>
                <a:prstGeom prst="line">
                  <a:avLst/>
                </a:prstGeom>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7064E3C5-7869-2023-FE53-ADB8251CE51D}"/>
                    </a:ext>
                    <a:ext uri="{C183D7F6-B498-43B3-948B-1728B52AA6E4}">
                      <adec:decorative xmlns:adec="http://schemas.microsoft.com/office/drawing/2017/decorative" val="1"/>
                    </a:ext>
                  </a:extLst>
                </p:cNvPr>
                <p:cNvCxnSpPr/>
                <p:nvPr/>
              </p:nvCxnSpPr>
              <p:spPr>
                <a:xfrm flipV="1">
                  <a:off x="1875360" y="3228410"/>
                  <a:ext cx="0" cy="67946"/>
                </a:xfrm>
                <a:prstGeom prst="line">
                  <a:avLst/>
                </a:prstGeom>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1E7CB266-1C3E-BCE2-8A79-CB68B061D411}"/>
                    </a:ext>
                    <a:ext uri="{C183D7F6-B498-43B3-948B-1728B52AA6E4}">
                      <adec:decorative xmlns:adec="http://schemas.microsoft.com/office/drawing/2017/decorative" val="1"/>
                    </a:ext>
                  </a:extLst>
                </p:cNvPr>
                <p:cNvCxnSpPr/>
                <p:nvPr/>
              </p:nvCxnSpPr>
              <p:spPr>
                <a:xfrm flipV="1">
                  <a:off x="2104272" y="3228410"/>
                  <a:ext cx="0" cy="67946"/>
                </a:xfrm>
                <a:prstGeom prst="line">
                  <a:avLst/>
                </a:prstGeom>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F30B8CF6-8D00-33B8-C80B-CFD5A4FA7A8A}"/>
                    </a:ext>
                    <a:ext uri="{C183D7F6-B498-43B3-948B-1728B52AA6E4}">
                      <adec:decorative xmlns:adec="http://schemas.microsoft.com/office/drawing/2017/decorative" val="1"/>
                    </a:ext>
                  </a:extLst>
                </p:cNvPr>
                <p:cNvCxnSpPr/>
                <p:nvPr/>
              </p:nvCxnSpPr>
              <p:spPr>
                <a:xfrm flipV="1">
                  <a:off x="2333184" y="3228410"/>
                  <a:ext cx="0" cy="67946"/>
                </a:xfrm>
                <a:prstGeom prst="line">
                  <a:avLst/>
                </a:prstGeom>
              </p:spPr>
              <p:style>
                <a:lnRef idx="1">
                  <a:schemeClr val="accent1"/>
                </a:lnRef>
                <a:fillRef idx="0">
                  <a:schemeClr val="accent1"/>
                </a:fillRef>
                <a:effectRef idx="0">
                  <a:schemeClr val="accent1"/>
                </a:effectRef>
                <a:fontRef idx="minor">
                  <a:schemeClr val="tx1"/>
                </a:fontRef>
              </p:style>
            </p:cxnSp>
          </p:grpSp>
          <p:cxnSp>
            <p:nvCxnSpPr>
              <p:cNvPr id="10" name="Straight Connector 9">
                <a:extLst>
                  <a:ext uri="{FF2B5EF4-FFF2-40B4-BE49-F238E27FC236}">
                    <a16:creationId xmlns:a16="http://schemas.microsoft.com/office/drawing/2014/main" id="{870A91CE-A49A-121F-8590-263D367796D5}"/>
                  </a:ext>
                  <a:ext uri="{C183D7F6-B498-43B3-948B-1728B52AA6E4}">
                    <adec:decorative xmlns:adec="http://schemas.microsoft.com/office/drawing/2017/decorative" val="1"/>
                  </a:ext>
                </a:extLst>
              </p:cNvPr>
              <p:cNvCxnSpPr/>
              <p:nvPr/>
            </p:nvCxnSpPr>
            <p:spPr>
              <a:xfrm flipV="1">
                <a:off x="784763" y="1968520"/>
                <a:ext cx="0" cy="1501423"/>
              </a:xfrm>
              <a:prstGeom prst="line">
                <a:avLst/>
              </a:prstGeom>
            </p:spPr>
            <p:style>
              <a:lnRef idx="1">
                <a:schemeClr val="accent1"/>
              </a:lnRef>
              <a:fillRef idx="0">
                <a:schemeClr val="accent1"/>
              </a:fillRef>
              <a:effectRef idx="0">
                <a:schemeClr val="accent1"/>
              </a:effectRef>
              <a:fontRef idx="minor">
                <a:schemeClr val="tx1"/>
              </a:fontRef>
            </p:style>
          </p:cxnSp>
          <p:sp>
            <p:nvSpPr>
              <p:cNvPr id="11" name="Oval 10">
                <a:extLst>
                  <a:ext uri="{FF2B5EF4-FFF2-40B4-BE49-F238E27FC236}">
                    <a16:creationId xmlns:a16="http://schemas.microsoft.com/office/drawing/2014/main" id="{3D066A96-5295-48B8-5353-C9743BF841E1}"/>
                  </a:ext>
                  <a:ext uri="{C183D7F6-B498-43B3-948B-1728B52AA6E4}">
                    <adec:decorative xmlns:adec="http://schemas.microsoft.com/office/drawing/2017/decorative" val="1"/>
                  </a:ext>
                </a:extLst>
              </p:cNvPr>
              <p:cNvSpPr/>
              <p:nvPr/>
            </p:nvSpPr>
            <p:spPr>
              <a:xfrm>
                <a:off x="1194457" y="2843359"/>
                <a:ext cx="108338" cy="108338"/>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32F3E"/>
                  </a:solidFill>
                </a:endParaRPr>
              </a:p>
            </p:txBody>
          </p:sp>
          <p:sp>
            <p:nvSpPr>
              <p:cNvPr id="12" name="Oval 11">
                <a:extLst>
                  <a:ext uri="{FF2B5EF4-FFF2-40B4-BE49-F238E27FC236}">
                    <a16:creationId xmlns:a16="http://schemas.microsoft.com/office/drawing/2014/main" id="{103EC4E2-D02E-DFE4-608F-61937B4F4867}"/>
                  </a:ext>
                  <a:ext uri="{C183D7F6-B498-43B3-948B-1728B52AA6E4}">
                    <adec:decorative xmlns:adec="http://schemas.microsoft.com/office/drawing/2017/decorative" val="1"/>
                  </a:ext>
                </a:extLst>
              </p:cNvPr>
              <p:cNvSpPr/>
              <p:nvPr/>
            </p:nvSpPr>
            <p:spPr>
              <a:xfrm>
                <a:off x="1646086" y="2725538"/>
                <a:ext cx="108338" cy="108338"/>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32F3E"/>
                  </a:solidFill>
                </a:endParaRPr>
              </a:p>
            </p:txBody>
          </p:sp>
          <p:sp>
            <p:nvSpPr>
              <p:cNvPr id="13" name="Oval 12">
                <a:extLst>
                  <a:ext uri="{FF2B5EF4-FFF2-40B4-BE49-F238E27FC236}">
                    <a16:creationId xmlns:a16="http://schemas.microsoft.com/office/drawing/2014/main" id="{2695DF8C-13D2-5968-1788-7153AFBF521F}"/>
                  </a:ext>
                  <a:ext uri="{C183D7F6-B498-43B3-948B-1728B52AA6E4}">
                    <adec:decorative xmlns:adec="http://schemas.microsoft.com/office/drawing/2017/decorative" val="1"/>
                  </a:ext>
                </a:extLst>
              </p:cNvPr>
              <p:cNvSpPr/>
              <p:nvPr/>
            </p:nvSpPr>
            <p:spPr>
              <a:xfrm>
                <a:off x="1874998" y="2903646"/>
                <a:ext cx="108338" cy="108338"/>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32F3E"/>
                  </a:solidFill>
                </a:endParaRPr>
              </a:p>
            </p:txBody>
          </p:sp>
          <p:sp>
            <p:nvSpPr>
              <p:cNvPr id="14" name="Oval 13">
                <a:extLst>
                  <a:ext uri="{FF2B5EF4-FFF2-40B4-BE49-F238E27FC236}">
                    <a16:creationId xmlns:a16="http://schemas.microsoft.com/office/drawing/2014/main" id="{E2F20554-0716-E786-535D-FCB15E2C5729}"/>
                  </a:ext>
                  <a:ext uri="{C183D7F6-B498-43B3-948B-1728B52AA6E4}">
                    <adec:decorative xmlns:adec="http://schemas.microsoft.com/office/drawing/2017/decorative" val="1"/>
                  </a:ext>
                </a:extLst>
              </p:cNvPr>
              <p:cNvSpPr/>
              <p:nvPr/>
            </p:nvSpPr>
            <p:spPr>
              <a:xfrm>
                <a:off x="2329851" y="2264824"/>
                <a:ext cx="108338" cy="108338"/>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32F3E"/>
                  </a:solidFill>
                </a:endParaRPr>
              </a:p>
            </p:txBody>
          </p:sp>
          <p:sp>
            <p:nvSpPr>
              <p:cNvPr id="15" name="TextBox 14">
                <a:extLst>
                  <a:ext uri="{FF2B5EF4-FFF2-40B4-BE49-F238E27FC236}">
                    <a16:creationId xmlns:a16="http://schemas.microsoft.com/office/drawing/2014/main" id="{9435825B-83FF-4041-4C5A-5D034097A5E4}"/>
                  </a:ext>
                </a:extLst>
              </p:cNvPr>
              <p:cNvSpPr txBox="1"/>
              <p:nvPr/>
            </p:nvSpPr>
            <p:spPr>
              <a:xfrm>
                <a:off x="2318918" y="1456104"/>
                <a:ext cx="2105063" cy="523220"/>
              </a:xfrm>
              <a:prstGeom prst="rect">
                <a:avLst/>
              </a:prstGeom>
              <a:noFill/>
            </p:spPr>
            <p:txBody>
              <a:bodyPr wrap="none" rtlCol="0">
                <a:spAutoFit/>
              </a:bodyPr>
              <a:lstStyle/>
              <a:p>
                <a:pPr algn="ctr"/>
                <a:r>
                  <a:rPr lang="en-US" sz="2800" dirty="0">
                    <a:solidFill>
                      <a:srgbClr val="232F3E"/>
                    </a:solidFill>
                    <a:ea typeface="Amazon Ember Light" panose="020B0403020204020204" pitchFamily="34" charset="0"/>
                    <a:cs typeface="Amazon Ember Light" panose="020B0403020204020204" pitchFamily="34" charset="0"/>
                  </a:rPr>
                  <a:t>Forward Fill</a:t>
                </a:r>
              </a:p>
            </p:txBody>
          </p:sp>
          <p:sp>
            <p:nvSpPr>
              <p:cNvPr id="16" name="TextBox 15">
                <a:extLst>
                  <a:ext uri="{FF2B5EF4-FFF2-40B4-BE49-F238E27FC236}">
                    <a16:creationId xmlns:a16="http://schemas.microsoft.com/office/drawing/2014/main" id="{C210BC50-891D-1DBD-0558-4731698BBD74}"/>
                  </a:ext>
                </a:extLst>
              </p:cNvPr>
              <p:cNvSpPr txBox="1"/>
              <p:nvPr/>
            </p:nvSpPr>
            <p:spPr>
              <a:xfrm>
                <a:off x="2690901" y="2204537"/>
                <a:ext cx="3520516" cy="400110"/>
              </a:xfrm>
              <a:prstGeom prst="rect">
                <a:avLst/>
              </a:prstGeom>
              <a:noFill/>
            </p:spPr>
            <p:txBody>
              <a:bodyPr wrap="none" rtlCol="0">
                <a:spAutoFit/>
              </a:bodyPr>
              <a:lstStyle/>
              <a:p>
                <a:r>
                  <a:rPr lang="en-US" sz="2000" dirty="0">
                    <a:solidFill>
                      <a:srgbClr val="232F3E"/>
                    </a:solidFill>
                    <a:ea typeface="Amazon Ember Light" panose="020B0403020204020204" pitchFamily="34" charset="0"/>
                    <a:cs typeface="Amazon Ember Light" panose="020B0403020204020204" pitchFamily="34" charset="0"/>
                  </a:rPr>
                  <a:t>Last known == missing value</a:t>
                </a:r>
              </a:p>
            </p:txBody>
          </p:sp>
          <p:cxnSp>
            <p:nvCxnSpPr>
              <p:cNvPr id="17" name="Straight Arrow Connector 16">
                <a:extLst>
                  <a:ext uri="{FF2B5EF4-FFF2-40B4-BE49-F238E27FC236}">
                    <a16:creationId xmlns:a16="http://schemas.microsoft.com/office/drawing/2014/main" id="{343D6299-EC0C-00C6-B65E-141E1D999E3F}"/>
                  </a:ext>
                  <a:ext uri="{C183D7F6-B498-43B3-948B-1728B52AA6E4}">
                    <adec:decorative xmlns:adec="http://schemas.microsoft.com/office/drawing/2017/decorative" val="1"/>
                  </a:ext>
                </a:extLst>
              </p:cNvPr>
              <p:cNvCxnSpPr/>
              <p:nvPr/>
            </p:nvCxnSpPr>
            <p:spPr>
              <a:xfrm>
                <a:off x="1302795" y="2897865"/>
                <a:ext cx="13834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Oval 17">
                <a:extLst>
                  <a:ext uri="{FF2B5EF4-FFF2-40B4-BE49-F238E27FC236}">
                    <a16:creationId xmlns:a16="http://schemas.microsoft.com/office/drawing/2014/main" id="{0D4B6979-0E3B-DDF6-5DEB-64093FAA3B98}"/>
                  </a:ext>
                  <a:ext uri="{C183D7F6-B498-43B3-948B-1728B52AA6E4}">
                    <adec:decorative xmlns:adec="http://schemas.microsoft.com/office/drawing/2017/decorative" val="1"/>
                  </a:ext>
                </a:extLst>
              </p:cNvPr>
              <p:cNvSpPr/>
              <p:nvPr/>
            </p:nvSpPr>
            <p:spPr>
              <a:xfrm>
                <a:off x="1423369" y="2846701"/>
                <a:ext cx="108338" cy="108338"/>
              </a:xfrm>
              <a:prstGeom prst="ellipse">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32F3E"/>
                  </a:solidFill>
                </a:endParaRPr>
              </a:p>
            </p:txBody>
          </p:sp>
          <p:cxnSp>
            <p:nvCxnSpPr>
              <p:cNvPr id="19" name="Straight Arrow Connector 18">
                <a:extLst>
                  <a:ext uri="{FF2B5EF4-FFF2-40B4-BE49-F238E27FC236}">
                    <a16:creationId xmlns:a16="http://schemas.microsoft.com/office/drawing/2014/main" id="{67EBA912-F411-9098-6452-084269B6401D}"/>
                  </a:ext>
                  <a:ext uri="{C183D7F6-B498-43B3-948B-1728B52AA6E4}">
                    <adec:decorative xmlns:adec="http://schemas.microsoft.com/office/drawing/2017/decorative" val="1"/>
                  </a:ext>
                </a:extLst>
              </p:cNvPr>
              <p:cNvCxnSpPr/>
              <p:nvPr/>
            </p:nvCxnSpPr>
            <p:spPr>
              <a:xfrm>
                <a:off x="1983336" y="2952034"/>
                <a:ext cx="13834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Oval 19">
                <a:extLst>
                  <a:ext uri="{FF2B5EF4-FFF2-40B4-BE49-F238E27FC236}">
                    <a16:creationId xmlns:a16="http://schemas.microsoft.com/office/drawing/2014/main" id="{C3E69791-DE91-863C-07FA-FB87D94961CE}"/>
                  </a:ext>
                  <a:ext uri="{C183D7F6-B498-43B3-948B-1728B52AA6E4}">
                    <adec:decorative xmlns:adec="http://schemas.microsoft.com/office/drawing/2017/decorative" val="1"/>
                  </a:ext>
                </a:extLst>
              </p:cNvPr>
              <p:cNvSpPr/>
              <p:nvPr/>
            </p:nvSpPr>
            <p:spPr>
              <a:xfrm>
                <a:off x="2103910" y="2900870"/>
                <a:ext cx="108338" cy="108338"/>
              </a:xfrm>
              <a:prstGeom prst="ellipse">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32F3E"/>
                  </a:solidFill>
                </a:endParaRPr>
              </a:p>
            </p:txBody>
          </p:sp>
          <p:sp>
            <p:nvSpPr>
              <p:cNvPr id="21" name="Oval 20">
                <a:extLst>
                  <a:ext uri="{FF2B5EF4-FFF2-40B4-BE49-F238E27FC236}">
                    <a16:creationId xmlns:a16="http://schemas.microsoft.com/office/drawing/2014/main" id="{04AF44FD-7705-9DD7-5C87-A4BC03077AA0}"/>
                  </a:ext>
                  <a:ext uri="{C183D7F6-B498-43B3-948B-1728B52AA6E4}">
                    <adec:decorative xmlns:adec="http://schemas.microsoft.com/office/drawing/2017/decorative" val="1"/>
                  </a:ext>
                </a:extLst>
              </p:cNvPr>
              <p:cNvSpPr/>
              <p:nvPr/>
            </p:nvSpPr>
            <p:spPr>
              <a:xfrm>
                <a:off x="6496585" y="3078309"/>
                <a:ext cx="108338" cy="108338"/>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32F3E"/>
                  </a:solidFill>
                </a:endParaRPr>
              </a:p>
            </p:txBody>
          </p:sp>
          <p:grpSp>
            <p:nvGrpSpPr>
              <p:cNvPr id="22" name="Group 21">
                <a:extLst>
                  <a:ext uri="{FF2B5EF4-FFF2-40B4-BE49-F238E27FC236}">
                    <a16:creationId xmlns:a16="http://schemas.microsoft.com/office/drawing/2014/main" id="{342BBB27-7903-8641-483E-541E0CDF849A}"/>
                  </a:ext>
                </a:extLst>
              </p:cNvPr>
              <p:cNvGrpSpPr/>
              <p:nvPr/>
            </p:nvGrpSpPr>
            <p:grpSpPr>
              <a:xfrm>
                <a:off x="6321921" y="3404976"/>
                <a:ext cx="1783644" cy="67946"/>
                <a:chOff x="730956" y="3228410"/>
                <a:chExt cx="1783644" cy="67946"/>
              </a:xfrm>
            </p:grpSpPr>
            <p:cxnSp>
              <p:nvCxnSpPr>
                <p:cNvPr id="36" name="Straight Connector 35">
                  <a:extLst>
                    <a:ext uri="{FF2B5EF4-FFF2-40B4-BE49-F238E27FC236}">
                      <a16:creationId xmlns:a16="http://schemas.microsoft.com/office/drawing/2014/main" id="{A844AE17-67F7-CB1F-A44E-21F820C74EF1}"/>
                    </a:ext>
                    <a:ext uri="{C183D7F6-B498-43B3-948B-1728B52AA6E4}">
                      <adec:decorative xmlns:adec="http://schemas.microsoft.com/office/drawing/2017/decorative" val="1"/>
                    </a:ext>
                  </a:extLst>
                </p:cNvPr>
                <p:cNvCxnSpPr/>
                <p:nvPr/>
              </p:nvCxnSpPr>
              <p:spPr>
                <a:xfrm>
                  <a:off x="730956" y="3296356"/>
                  <a:ext cx="178364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C71D7D63-CBCA-73C7-7BAB-5D349A76A7F2}"/>
                    </a:ext>
                    <a:ext uri="{C183D7F6-B498-43B3-948B-1728B52AA6E4}">
                      <adec:decorative xmlns:adec="http://schemas.microsoft.com/office/drawing/2017/decorative" val="1"/>
                    </a:ext>
                  </a:extLst>
                </p:cNvPr>
                <p:cNvCxnSpPr/>
                <p:nvPr/>
              </p:nvCxnSpPr>
              <p:spPr>
                <a:xfrm flipV="1">
                  <a:off x="959712" y="3228410"/>
                  <a:ext cx="0" cy="67946"/>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92FF620-E266-3135-CE9D-9F4DB847C35E}"/>
                    </a:ext>
                    <a:ext uri="{C183D7F6-B498-43B3-948B-1728B52AA6E4}">
                      <adec:decorative xmlns:adec="http://schemas.microsoft.com/office/drawing/2017/decorative" val="1"/>
                    </a:ext>
                  </a:extLst>
                </p:cNvPr>
                <p:cNvCxnSpPr/>
                <p:nvPr/>
              </p:nvCxnSpPr>
              <p:spPr>
                <a:xfrm flipV="1">
                  <a:off x="1188624" y="3228410"/>
                  <a:ext cx="0" cy="67946"/>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DE879901-69C8-E998-BE9A-A00FBB354AA8}"/>
                    </a:ext>
                    <a:ext uri="{C183D7F6-B498-43B3-948B-1728B52AA6E4}">
                      <adec:decorative xmlns:adec="http://schemas.microsoft.com/office/drawing/2017/decorative" val="1"/>
                    </a:ext>
                  </a:extLst>
                </p:cNvPr>
                <p:cNvCxnSpPr/>
                <p:nvPr/>
              </p:nvCxnSpPr>
              <p:spPr>
                <a:xfrm flipV="1">
                  <a:off x="1417536" y="3228410"/>
                  <a:ext cx="0" cy="67946"/>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FBF00887-F8DA-FF7A-7F71-DFF56D7F4C4D}"/>
                    </a:ext>
                    <a:ext uri="{C183D7F6-B498-43B3-948B-1728B52AA6E4}">
                      <adec:decorative xmlns:adec="http://schemas.microsoft.com/office/drawing/2017/decorative" val="1"/>
                    </a:ext>
                  </a:extLst>
                </p:cNvPr>
                <p:cNvCxnSpPr/>
                <p:nvPr/>
              </p:nvCxnSpPr>
              <p:spPr>
                <a:xfrm flipV="1">
                  <a:off x="1646448" y="3228410"/>
                  <a:ext cx="0" cy="67946"/>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BAFA0148-CA34-2E76-2E5E-E2379BF207F8}"/>
                    </a:ext>
                    <a:ext uri="{C183D7F6-B498-43B3-948B-1728B52AA6E4}">
                      <adec:decorative xmlns:adec="http://schemas.microsoft.com/office/drawing/2017/decorative" val="1"/>
                    </a:ext>
                  </a:extLst>
                </p:cNvPr>
                <p:cNvCxnSpPr/>
                <p:nvPr/>
              </p:nvCxnSpPr>
              <p:spPr>
                <a:xfrm flipV="1">
                  <a:off x="1875360" y="3228410"/>
                  <a:ext cx="0" cy="67946"/>
                </a:xfrm>
                <a:prstGeom prst="line">
                  <a:avLst/>
                </a:prstGeom>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14158D5B-55DD-667F-7EF5-DE4CE3362BB8}"/>
                    </a:ext>
                    <a:ext uri="{C183D7F6-B498-43B3-948B-1728B52AA6E4}">
                      <adec:decorative xmlns:adec="http://schemas.microsoft.com/office/drawing/2017/decorative" val="1"/>
                    </a:ext>
                  </a:extLst>
                </p:cNvPr>
                <p:cNvCxnSpPr/>
                <p:nvPr/>
              </p:nvCxnSpPr>
              <p:spPr>
                <a:xfrm flipV="1">
                  <a:off x="2104272" y="3228410"/>
                  <a:ext cx="0" cy="67946"/>
                </a:xfrm>
                <a:prstGeom prst="line">
                  <a:avLst/>
                </a:prstGeom>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F06D8F01-C92C-CCC2-0EED-1FF606944925}"/>
                    </a:ext>
                    <a:ext uri="{C183D7F6-B498-43B3-948B-1728B52AA6E4}">
                      <adec:decorative xmlns:adec="http://schemas.microsoft.com/office/drawing/2017/decorative" val="1"/>
                    </a:ext>
                  </a:extLst>
                </p:cNvPr>
                <p:cNvCxnSpPr/>
                <p:nvPr/>
              </p:nvCxnSpPr>
              <p:spPr>
                <a:xfrm flipV="1">
                  <a:off x="2333184" y="3228410"/>
                  <a:ext cx="0" cy="67946"/>
                </a:xfrm>
                <a:prstGeom prst="line">
                  <a:avLst/>
                </a:prstGeom>
              </p:spPr>
              <p:style>
                <a:lnRef idx="1">
                  <a:schemeClr val="accent1"/>
                </a:lnRef>
                <a:fillRef idx="0">
                  <a:schemeClr val="accent1"/>
                </a:fillRef>
                <a:effectRef idx="0">
                  <a:schemeClr val="accent1"/>
                </a:effectRef>
                <a:fontRef idx="minor">
                  <a:schemeClr val="tx1"/>
                </a:fontRef>
              </p:style>
            </p:cxnSp>
          </p:grpSp>
          <p:cxnSp>
            <p:nvCxnSpPr>
              <p:cNvPr id="23" name="Straight Connector 22">
                <a:extLst>
                  <a:ext uri="{FF2B5EF4-FFF2-40B4-BE49-F238E27FC236}">
                    <a16:creationId xmlns:a16="http://schemas.microsoft.com/office/drawing/2014/main" id="{2FBE6DED-6C31-1CAB-161C-EE4780232AF5}"/>
                  </a:ext>
                  <a:ext uri="{C183D7F6-B498-43B3-948B-1728B52AA6E4}">
                    <adec:decorative xmlns:adec="http://schemas.microsoft.com/office/drawing/2017/decorative" val="1"/>
                  </a:ext>
                </a:extLst>
              </p:cNvPr>
              <p:cNvCxnSpPr/>
              <p:nvPr/>
            </p:nvCxnSpPr>
            <p:spPr>
              <a:xfrm flipV="1">
                <a:off x="6321921" y="1971499"/>
                <a:ext cx="0" cy="1501423"/>
              </a:xfrm>
              <a:prstGeom prst="line">
                <a:avLst/>
              </a:prstGeom>
            </p:spPr>
            <p:style>
              <a:lnRef idx="1">
                <a:schemeClr val="accent1"/>
              </a:lnRef>
              <a:fillRef idx="0">
                <a:schemeClr val="accent1"/>
              </a:fillRef>
              <a:effectRef idx="0">
                <a:schemeClr val="accent1"/>
              </a:effectRef>
              <a:fontRef idx="minor">
                <a:schemeClr val="tx1"/>
              </a:fontRef>
            </p:style>
          </p:cxnSp>
          <p:sp>
            <p:nvSpPr>
              <p:cNvPr id="24" name="Oval 23">
                <a:extLst>
                  <a:ext uri="{FF2B5EF4-FFF2-40B4-BE49-F238E27FC236}">
                    <a16:creationId xmlns:a16="http://schemas.microsoft.com/office/drawing/2014/main" id="{5B12B007-5BAB-8F7A-08AF-3A7BB59B256C}"/>
                  </a:ext>
                  <a:ext uri="{C183D7F6-B498-43B3-948B-1728B52AA6E4}">
                    <adec:decorative xmlns:adec="http://schemas.microsoft.com/office/drawing/2017/decorative" val="1"/>
                  </a:ext>
                </a:extLst>
              </p:cNvPr>
              <p:cNvSpPr/>
              <p:nvPr/>
            </p:nvSpPr>
            <p:spPr>
              <a:xfrm>
                <a:off x="6731615" y="2846338"/>
                <a:ext cx="108338" cy="108338"/>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32F3E"/>
                  </a:solidFill>
                </a:endParaRPr>
              </a:p>
            </p:txBody>
          </p:sp>
          <p:sp>
            <p:nvSpPr>
              <p:cNvPr id="25" name="Oval 24">
                <a:extLst>
                  <a:ext uri="{FF2B5EF4-FFF2-40B4-BE49-F238E27FC236}">
                    <a16:creationId xmlns:a16="http://schemas.microsoft.com/office/drawing/2014/main" id="{1D6C475E-8F86-2377-2078-12A8A806380D}"/>
                  </a:ext>
                  <a:ext uri="{C183D7F6-B498-43B3-948B-1728B52AA6E4}">
                    <adec:decorative xmlns:adec="http://schemas.microsoft.com/office/drawing/2017/decorative" val="1"/>
                  </a:ext>
                </a:extLst>
              </p:cNvPr>
              <p:cNvSpPr/>
              <p:nvPr/>
            </p:nvSpPr>
            <p:spPr>
              <a:xfrm>
                <a:off x="7183244" y="2728517"/>
                <a:ext cx="108338" cy="108338"/>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32F3E"/>
                  </a:solidFill>
                </a:endParaRPr>
              </a:p>
            </p:txBody>
          </p:sp>
          <p:sp>
            <p:nvSpPr>
              <p:cNvPr id="26" name="Oval 25">
                <a:extLst>
                  <a:ext uri="{FF2B5EF4-FFF2-40B4-BE49-F238E27FC236}">
                    <a16:creationId xmlns:a16="http://schemas.microsoft.com/office/drawing/2014/main" id="{A82DF6EA-75AA-9F18-8FE8-AEAB8E11EB42}"/>
                  </a:ext>
                  <a:ext uri="{C183D7F6-B498-43B3-948B-1728B52AA6E4}">
                    <adec:decorative xmlns:adec="http://schemas.microsoft.com/office/drawing/2017/decorative" val="1"/>
                  </a:ext>
                </a:extLst>
              </p:cNvPr>
              <p:cNvSpPr/>
              <p:nvPr/>
            </p:nvSpPr>
            <p:spPr>
              <a:xfrm>
                <a:off x="7412156" y="2906625"/>
                <a:ext cx="108338" cy="108338"/>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32F3E"/>
                  </a:solidFill>
                </a:endParaRPr>
              </a:p>
            </p:txBody>
          </p:sp>
          <p:sp>
            <p:nvSpPr>
              <p:cNvPr id="27" name="Oval 26">
                <a:extLst>
                  <a:ext uri="{FF2B5EF4-FFF2-40B4-BE49-F238E27FC236}">
                    <a16:creationId xmlns:a16="http://schemas.microsoft.com/office/drawing/2014/main" id="{D7E73F95-2E7D-8C51-12C3-59A65C60E5B9}"/>
                  </a:ext>
                  <a:ext uri="{C183D7F6-B498-43B3-948B-1728B52AA6E4}">
                    <adec:decorative xmlns:adec="http://schemas.microsoft.com/office/drawing/2017/decorative" val="1"/>
                  </a:ext>
                </a:extLst>
              </p:cNvPr>
              <p:cNvSpPr/>
              <p:nvPr/>
            </p:nvSpPr>
            <p:spPr>
              <a:xfrm>
                <a:off x="7867009" y="2267803"/>
                <a:ext cx="108338" cy="108338"/>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32F3E"/>
                  </a:solidFill>
                </a:endParaRPr>
              </a:p>
            </p:txBody>
          </p:sp>
          <p:sp>
            <p:nvSpPr>
              <p:cNvPr id="28" name="TextBox 27">
                <a:extLst>
                  <a:ext uri="{FF2B5EF4-FFF2-40B4-BE49-F238E27FC236}">
                    <a16:creationId xmlns:a16="http://schemas.microsoft.com/office/drawing/2014/main" id="{014827EC-7920-8048-2DE5-991D7830E41A}"/>
                  </a:ext>
                </a:extLst>
              </p:cNvPr>
              <p:cNvSpPr txBox="1"/>
              <p:nvPr/>
            </p:nvSpPr>
            <p:spPr>
              <a:xfrm>
                <a:off x="7443802" y="1459083"/>
                <a:ext cx="2810385" cy="523220"/>
              </a:xfrm>
              <a:prstGeom prst="rect">
                <a:avLst/>
              </a:prstGeom>
              <a:noFill/>
            </p:spPr>
            <p:txBody>
              <a:bodyPr wrap="none" rtlCol="0">
                <a:spAutoFit/>
              </a:bodyPr>
              <a:lstStyle/>
              <a:p>
                <a:pPr algn="ctr"/>
                <a:r>
                  <a:rPr lang="en-US" sz="2800" dirty="0">
                    <a:solidFill>
                      <a:srgbClr val="232F3E"/>
                    </a:solidFill>
                    <a:ea typeface="Amazon Ember Light" panose="020B0403020204020204" pitchFamily="34" charset="0"/>
                    <a:cs typeface="Amazon Ember Light" panose="020B0403020204020204" pitchFamily="34" charset="0"/>
                  </a:rPr>
                  <a:t>Moving Average</a:t>
                </a:r>
              </a:p>
            </p:txBody>
          </p:sp>
          <p:sp>
            <p:nvSpPr>
              <p:cNvPr id="29" name="TextBox 28">
                <a:extLst>
                  <a:ext uri="{FF2B5EF4-FFF2-40B4-BE49-F238E27FC236}">
                    <a16:creationId xmlns:a16="http://schemas.microsoft.com/office/drawing/2014/main" id="{62F0FA23-3E68-2F2C-8337-068C78FEEB1B}"/>
                  </a:ext>
                </a:extLst>
              </p:cNvPr>
              <p:cNvSpPr txBox="1"/>
              <p:nvPr/>
            </p:nvSpPr>
            <p:spPr>
              <a:xfrm>
                <a:off x="8228059" y="2207516"/>
                <a:ext cx="3788217" cy="400110"/>
              </a:xfrm>
              <a:prstGeom prst="rect">
                <a:avLst/>
              </a:prstGeom>
              <a:noFill/>
            </p:spPr>
            <p:txBody>
              <a:bodyPr wrap="none" rtlCol="0">
                <a:spAutoFit/>
              </a:bodyPr>
              <a:lstStyle/>
              <a:p>
                <a:r>
                  <a:rPr lang="en-US" sz="2000" dirty="0">
                    <a:solidFill>
                      <a:srgbClr val="232F3E"/>
                    </a:solidFill>
                    <a:ea typeface="Amazon Ember Light" panose="020B0403020204020204" pitchFamily="34" charset="0"/>
                    <a:cs typeface="Amazon Ember Light" panose="020B0403020204020204" pitchFamily="34" charset="0"/>
                  </a:rPr>
                  <a:t>Avg(previous) == missing value</a:t>
                </a:r>
              </a:p>
            </p:txBody>
          </p:sp>
          <p:grpSp>
            <p:nvGrpSpPr>
              <p:cNvPr id="30" name="Group 29">
                <a:extLst>
                  <a:ext uri="{FF2B5EF4-FFF2-40B4-BE49-F238E27FC236}">
                    <a16:creationId xmlns:a16="http://schemas.microsoft.com/office/drawing/2014/main" id="{0B53DA24-813F-D8F8-0BFE-CC18B64AA70D}"/>
                  </a:ext>
                </a:extLst>
              </p:cNvPr>
              <p:cNvGrpSpPr/>
              <p:nvPr/>
            </p:nvGrpSpPr>
            <p:grpSpPr>
              <a:xfrm>
                <a:off x="6839953" y="2974844"/>
                <a:ext cx="228912" cy="108338"/>
                <a:chOff x="6839953" y="2608147"/>
                <a:chExt cx="228912" cy="108338"/>
              </a:xfrm>
            </p:grpSpPr>
            <p:cxnSp>
              <p:nvCxnSpPr>
                <p:cNvPr id="34" name="Straight Arrow Connector 33">
                  <a:extLst>
                    <a:ext uri="{FF2B5EF4-FFF2-40B4-BE49-F238E27FC236}">
                      <a16:creationId xmlns:a16="http://schemas.microsoft.com/office/drawing/2014/main" id="{81CCBBBA-C45B-52B0-C823-633EF7A26EB6}"/>
                    </a:ext>
                    <a:ext uri="{C183D7F6-B498-43B3-948B-1728B52AA6E4}">
                      <adec:decorative xmlns:adec="http://schemas.microsoft.com/office/drawing/2017/decorative" val="1"/>
                    </a:ext>
                  </a:extLst>
                </p:cNvPr>
                <p:cNvCxnSpPr/>
                <p:nvPr/>
              </p:nvCxnSpPr>
              <p:spPr>
                <a:xfrm>
                  <a:off x="6839953" y="2659311"/>
                  <a:ext cx="13834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5" name="Oval 34">
                  <a:extLst>
                    <a:ext uri="{FF2B5EF4-FFF2-40B4-BE49-F238E27FC236}">
                      <a16:creationId xmlns:a16="http://schemas.microsoft.com/office/drawing/2014/main" id="{954E4F04-92B9-0D45-7D23-36CD43815DDF}"/>
                    </a:ext>
                    <a:ext uri="{C183D7F6-B498-43B3-948B-1728B52AA6E4}">
                      <adec:decorative xmlns:adec="http://schemas.microsoft.com/office/drawing/2017/decorative" val="1"/>
                    </a:ext>
                  </a:extLst>
                </p:cNvPr>
                <p:cNvSpPr/>
                <p:nvPr/>
              </p:nvSpPr>
              <p:spPr>
                <a:xfrm>
                  <a:off x="6960527" y="2608147"/>
                  <a:ext cx="108338" cy="108338"/>
                </a:xfrm>
                <a:prstGeom prst="ellipse">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32F3E"/>
                    </a:solidFill>
                  </a:endParaRPr>
                </a:p>
              </p:txBody>
            </p:sp>
          </p:grpSp>
          <p:grpSp>
            <p:nvGrpSpPr>
              <p:cNvPr id="31" name="Group 30">
                <a:extLst>
                  <a:ext uri="{FF2B5EF4-FFF2-40B4-BE49-F238E27FC236}">
                    <a16:creationId xmlns:a16="http://schemas.microsoft.com/office/drawing/2014/main" id="{361EC700-BDF5-1F9D-5FFA-0FA7FCA285E4}"/>
                  </a:ext>
                </a:extLst>
              </p:cNvPr>
              <p:cNvGrpSpPr/>
              <p:nvPr/>
            </p:nvGrpSpPr>
            <p:grpSpPr>
              <a:xfrm>
                <a:off x="7520494" y="2809977"/>
                <a:ext cx="228912" cy="108338"/>
                <a:chOff x="7520494" y="2662316"/>
                <a:chExt cx="228912" cy="108338"/>
              </a:xfrm>
            </p:grpSpPr>
            <p:cxnSp>
              <p:nvCxnSpPr>
                <p:cNvPr id="32" name="Straight Arrow Connector 31">
                  <a:extLst>
                    <a:ext uri="{FF2B5EF4-FFF2-40B4-BE49-F238E27FC236}">
                      <a16:creationId xmlns:a16="http://schemas.microsoft.com/office/drawing/2014/main" id="{05DB4D9E-3D26-E19C-A9BC-97574C3A3530}"/>
                    </a:ext>
                    <a:ext uri="{C183D7F6-B498-43B3-948B-1728B52AA6E4}">
                      <adec:decorative xmlns:adec="http://schemas.microsoft.com/office/drawing/2017/decorative" val="1"/>
                    </a:ext>
                  </a:extLst>
                </p:cNvPr>
                <p:cNvCxnSpPr/>
                <p:nvPr/>
              </p:nvCxnSpPr>
              <p:spPr>
                <a:xfrm>
                  <a:off x="7520494" y="2713480"/>
                  <a:ext cx="13834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3" name="Oval 32">
                  <a:extLst>
                    <a:ext uri="{FF2B5EF4-FFF2-40B4-BE49-F238E27FC236}">
                      <a16:creationId xmlns:a16="http://schemas.microsoft.com/office/drawing/2014/main" id="{9B4DC7DE-1518-959D-9718-735AC097F638}"/>
                    </a:ext>
                    <a:ext uri="{C183D7F6-B498-43B3-948B-1728B52AA6E4}">
                      <adec:decorative xmlns:adec="http://schemas.microsoft.com/office/drawing/2017/decorative" val="1"/>
                    </a:ext>
                  </a:extLst>
                </p:cNvPr>
                <p:cNvSpPr/>
                <p:nvPr/>
              </p:nvSpPr>
              <p:spPr>
                <a:xfrm>
                  <a:off x="7641068" y="2662316"/>
                  <a:ext cx="108338" cy="108338"/>
                </a:xfrm>
                <a:prstGeom prst="ellipse">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32F3E"/>
                    </a:solidFill>
                  </a:endParaRPr>
                </a:p>
              </p:txBody>
            </p:sp>
          </p:grpSp>
        </p:grpSp>
        <p:grpSp>
          <p:nvGrpSpPr>
            <p:cNvPr id="52" name="Group 51">
              <a:extLst>
                <a:ext uri="{FF2B5EF4-FFF2-40B4-BE49-F238E27FC236}">
                  <a16:creationId xmlns:a16="http://schemas.microsoft.com/office/drawing/2014/main" id="{0A29F0C0-9A9E-94A3-FD24-B983803AB5A4}"/>
                </a:ext>
                <a:ext uri="{C183D7F6-B498-43B3-948B-1728B52AA6E4}">
                  <adec:decorative xmlns:adec="http://schemas.microsoft.com/office/drawing/2017/decorative" val="0"/>
                </a:ext>
              </a:extLst>
            </p:cNvPr>
            <p:cNvGrpSpPr/>
            <p:nvPr/>
          </p:nvGrpSpPr>
          <p:grpSpPr>
            <a:xfrm>
              <a:off x="808433" y="3482676"/>
              <a:ext cx="9196239" cy="2060289"/>
              <a:chOff x="808433" y="3960351"/>
              <a:chExt cx="9196239" cy="2060289"/>
            </a:xfrm>
          </p:grpSpPr>
          <p:sp>
            <p:nvSpPr>
              <p:cNvPr id="53" name="TextBox 52">
                <a:extLst>
                  <a:ext uri="{FF2B5EF4-FFF2-40B4-BE49-F238E27FC236}">
                    <a16:creationId xmlns:a16="http://schemas.microsoft.com/office/drawing/2014/main" id="{F53E5858-9B83-C598-4D9F-6A3F95EE8F50}"/>
                  </a:ext>
                </a:extLst>
              </p:cNvPr>
              <p:cNvSpPr txBox="1"/>
              <p:nvPr/>
            </p:nvSpPr>
            <p:spPr>
              <a:xfrm>
                <a:off x="2188517" y="3960351"/>
                <a:ext cx="2337499" cy="523220"/>
              </a:xfrm>
              <a:prstGeom prst="rect">
                <a:avLst/>
              </a:prstGeom>
              <a:noFill/>
            </p:spPr>
            <p:txBody>
              <a:bodyPr wrap="none" rtlCol="0">
                <a:spAutoFit/>
              </a:bodyPr>
              <a:lstStyle/>
              <a:p>
                <a:pPr algn="ctr"/>
                <a:r>
                  <a:rPr lang="en-US" sz="2800" dirty="0">
                    <a:solidFill>
                      <a:srgbClr val="232F3E"/>
                    </a:solidFill>
                    <a:ea typeface="Amazon Ember Light" panose="020B0403020204020204" pitchFamily="34" charset="0"/>
                    <a:cs typeface="Amazon Ember Light" panose="020B0403020204020204" pitchFamily="34" charset="0"/>
                  </a:rPr>
                  <a:t>Backward Fill</a:t>
                </a:r>
              </a:p>
            </p:txBody>
          </p:sp>
          <p:sp>
            <p:nvSpPr>
              <p:cNvPr id="54" name="Oval 53">
                <a:extLst>
                  <a:ext uri="{FF2B5EF4-FFF2-40B4-BE49-F238E27FC236}">
                    <a16:creationId xmlns:a16="http://schemas.microsoft.com/office/drawing/2014/main" id="{BDECF871-58BC-E73D-07E5-65231B368F49}"/>
                  </a:ext>
                  <a:ext uri="{C183D7F6-B498-43B3-948B-1728B52AA6E4}">
                    <adec:decorative xmlns:adec="http://schemas.microsoft.com/office/drawing/2017/decorative" val="1"/>
                  </a:ext>
                </a:extLst>
              </p:cNvPr>
              <p:cNvSpPr/>
              <p:nvPr/>
            </p:nvSpPr>
            <p:spPr>
              <a:xfrm>
                <a:off x="983097" y="5626027"/>
                <a:ext cx="108338" cy="108338"/>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32F3E"/>
                  </a:solidFill>
                </a:endParaRPr>
              </a:p>
            </p:txBody>
          </p:sp>
          <p:grpSp>
            <p:nvGrpSpPr>
              <p:cNvPr id="55" name="Group 54">
                <a:extLst>
                  <a:ext uri="{FF2B5EF4-FFF2-40B4-BE49-F238E27FC236}">
                    <a16:creationId xmlns:a16="http://schemas.microsoft.com/office/drawing/2014/main" id="{1100C0AE-3CF6-703D-0070-587668FC6F56}"/>
                  </a:ext>
                </a:extLst>
              </p:cNvPr>
              <p:cNvGrpSpPr/>
              <p:nvPr/>
            </p:nvGrpSpPr>
            <p:grpSpPr>
              <a:xfrm>
                <a:off x="808433" y="5952694"/>
                <a:ext cx="1783644" cy="67946"/>
                <a:chOff x="730956" y="3228410"/>
                <a:chExt cx="1783644" cy="67946"/>
              </a:xfrm>
            </p:grpSpPr>
            <p:cxnSp>
              <p:nvCxnSpPr>
                <p:cNvPr id="89" name="Straight Connector 88">
                  <a:extLst>
                    <a:ext uri="{FF2B5EF4-FFF2-40B4-BE49-F238E27FC236}">
                      <a16:creationId xmlns:a16="http://schemas.microsoft.com/office/drawing/2014/main" id="{9E4605C2-47A3-BE89-165E-4CFA5BFFBB70}"/>
                    </a:ext>
                    <a:ext uri="{C183D7F6-B498-43B3-948B-1728B52AA6E4}">
                      <adec:decorative xmlns:adec="http://schemas.microsoft.com/office/drawing/2017/decorative" val="1"/>
                    </a:ext>
                  </a:extLst>
                </p:cNvPr>
                <p:cNvCxnSpPr/>
                <p:nvPr/>
              </p:nvCxnSpPr>
              <p:spPr>
                <a:xfrm>
                  <a:off x="730956" y="3296356"/>
                  <a:ext cx="178364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F2A439FB-2966-60D8-5E44-1D0A236E728A}"/>
                    </a:ext>
                    <a:ext uri="{C183D7F6-B498-43B3-948B-1728B52AA6E4}">
                      <adec:decorative xmlns:adec="http://schemas.microsoft.com/office/drawing/2017/decorative" val="1"/>
                    </a:ext>
                  </a:extLst>
                </p:cNvPr>
                <p:cNvCxnSpPr/>
                <p:nvPr/>
              </p:nvCxnSpPr>
              <p:spPr>
                <a:xfrm flipV="1">
                  <a:off x="959712" y="3228410"/>
                  <a:ext cx="0" cy="67946"/>
                </a:xfrm>
                <a:prstGeom prst="line">
                  <a:avLst/>
                </a:prstGeom>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2E844438-E259-43DE-DA7C-ED59FB5C5528}"/>
                    </a:ext>
                    <a:ext uri="{C183D7F6-B498-43B3-948B-1728B52AA6E4}">
                      <adec:decorative xmlns:adec="http://schemas.microsoft.com/office/drawing/2017/decorative" val="1"/>
                    </a:ext>
                  </a:extLst>
                </p:cNvPr>
                <p:cNvCxnSpPr/>
                <p:nvPr/>
              </p:nvCxnSpPr>
              <p:spPr>
                <a:xfrm flipV="1">
                  <a:off x="1188624" y="3228410"/>
                  <a:ext cx="0" cy="67946"/>
                </a:xfrm>
                <a:prstGeom prst="line">
                  <a:avLst/>
                </a:prstGeom>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61136901-2301-8C84-ED38-CEB037935A0A}"/>
                    </a:ext>
                    <a:ext uri="{C183D7F6-B498-43B3-948B-1728B52AA6E4}">
                      <adec:decorative xmlns:adec="http://schemas.microsoft.com/office/drawing/2017/decorative" val="1"/>
                    </a:ext>
                  </a:extLst>
                </p:cNvPr>
                <p:cNvCxnSpPr/>
                <p:nvPr/>
              </p:nvCxnSpPr>
              <p:spPr>
                <a:xfrm flipV="1">
                  <a:off x="1417536" y="3228410"/>
                  <a:ext cx="0" cy="67946"/>
                </a:xfrm>
                <a:prstGeom prst="line">
                  <a:avLst/>
                </a:prstGeom>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D2D549DA-8D0D-554F-DD8A-D9D9BC00277F}"/>
                    </a:ext>
                    <a:ext uri="{C183D7F6-B498-43B3-948B-1728B52AA6E4}">
                      <adec:decorative xmlns:adec="http://schemas.microsoft.com/office/drawing/2017/decorative" val="1"/>
                    </a:ext>
                  </a:extLst>
                </p:cNvPr>
                <p:cNvCxnSpPr/>
                <p:nvPr/>
              </p:nvCxnSpPr>
              <p:spPr>
                <a:xfrm flipV="1">
                  <a:off x="1646448" y="3228410"/>
                  <a:ext cx="0" cy="67946"/>
                </a:xfrm>
                <a:prstGeom prst="line">
                  <a:avLst/>
                </a:prstGeom>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F74AAE25-AA52-2F68-CA97-7C049AAB591A}"/>
                    </a:ext>
                    <a:ext uri="{C183D7F6-B498-43B3-948B-1728B52AA6E4}">
                      <adec:decorative xmlns:adec="http://schemas.microsoft.com/office/drawing/2017/decorative" val="1"/>
                    </a:ext>
                  </a:extLst>
                </p:cNvPr>
                <p:cNvCxnSpPr/>
                <p:nvPr/>
              </p:nvCxnSpPr>
              <p:spPr>
                <a:xfrm flipV="1">
                  <a:off x="1875360" y="3228410"/>
                  <a:ext cx="0" cy="67946"/>
                </a:xfrm>
                <a:prstGeom prst="line">
                  <a:avLst/>
                </a:prstGeom>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B0AF21A9-E8DE-38E6-C15C-29FF7E4B7793}"/>
                    </a:ext>
                    <a:ext uri="{C183D7F6-B498-43B3-948B-1728B52AA6E4}">
                      <adec:decorative xmlns:adec="http://schemas.microsoft.com/office/drawing/2017/decorative" val="1"/>
                    </a:ext>
                  </a:extLst>
                </p:cNvPr>
                <p:cNvCxnSpPr/>
                <p:nvPr/>
              </p:nvCxnSpPr>
              <p:spPr>
                <a:xfrm flipV="1">
                  <a:off x="2104272" y="3228410"/>
                  <a:ext cx="0" cy="67946"/>
                </a:xfrm>
                <a:prstGeom prst="line">
                  <a:avLst/>
                </a:prstGeom>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7718145D-3DA7-86F4-2FF5-4E14905AA809}"/>
                    </a:ext>
                    <a:ext uri="{C183D7F6-B498-43B3-948B-1728B52AA6E4}">
                      <adec:decorative xmlns:adec="http://schemas.microsoft.com/office/drawing/2017/decorative" val="1"/>
                    </a:ext>
                  </a:extLst>
                </p:cNvPr>
                <p:cNvCxnSpPr/>
                <p:nvPr/>
              </p:nvCxnSpPr>
              <p:spPr>
                <a:xfrm flipV="1">
                  <a:off x="2333184" y="3228410"/>
                  <a:ext cx="0" cy="67946"/>
                </a:xfrm>
                <a:prstGeom prst="line">
                  <a:avLst/>
                </a:prstGeom>
              </p:spPr>
              <p:style>
                <a:lnRef idx="1">
                  <a:schemeClr val="accent1"/>
                </a:lnRef>
                <a:fillRef idx="0">
                  <a:schemeClr val="accent1"/>
                </a:fillRef>
                <a:effectRef idx="0">
                  <a:schemeClr val="accent1"/>
                </a:effectRef>
                <a:fontRef idx="minor">
                  <a:schemeClr val="tx1"/>
                </a:fontRef>
              </p:style>
            </p:cxnSp>
          </p:grpSp>
          <p:cxnSp>
            <p:nvCxnSpPr>
              <p:cNvPr id="56" name="Straight Connector 55">
                <a:extLst>
                  <a:ext uri="{FF2B5EF4-FFF2-40B4-BE49-F238E27FC236}">
                    <a16:creationId xmlns:a16="http://schemas.microsoft.com/office/drawing/2014/main" id="{ADD390DA-AE14-F34E-7A97-BAC28A519C37}"/>
                  </a:ext>
                  <a:ext uri="{C183D7F6-B498-43B3-948B-1728B52AA6E4}">
                    <adec:decorative xmlns:adec="http://schemas.microsoft.com/office/drawing/2017/decorative" val="1"/>
                  </a:ext>
                </a:extLst>
              </p:cNvPr>
              <p:cNvCxnSpPr/>
              <p:nvPr/>
            </p:nvCxnSpPr>
            <p:spPr>
              <a:xfrm flipV="1">
                <a:off x="808433" y="4519217"/>
                <a:ext cx="0" cy="1501423"/>
              </a:xfrm>
              <a:prstGeom prst="line">
                <a:avLst/>
              </a:prstGeom>
            </p:spPr>
            <p:style>
              <a:lnRef idx="1">
                <a:schemeClr val="accent1"/>
              </a:lnRef>
              <a:fillRef idx="0">
                <a:schemeClr val="accent1"/>
              </a:fillRef>
              <a:effectRef idx="0">
                <a:schemeClr val="accent1"/>
              </a:effectRef>
              <a:fontRef idx="minor">
                <a:schemeClr val="tx1"/>
              </a:fontRef>
            </p:style>
          </p:cxnSp>
          <p:sp>
            <p:nvSpPr>
              <p:cNvPr id="57" name="Oval 56">
                <a:extLst>
                  <a:ext uri="{FF2B5EF4-FFF2-40B4-BE49-F238E27FC236}">
                    <a16:creationId xmlns:a16="http://schemas.microsoft.com/office/drawing/2014/main" id="{6F537C9E-A374-F8AC-D8E4-D0CD95B4C3FE}"/>
                  </a:ext>
                  <a:ext uri="{C183D7F6-B498-43B3-948B-1728B52AA6E4}">
                    <adec:decorative xmlns:adec="http://schemas.microsoft.com/office/drawing/2017/decorative" val="1"/>
                  </a:ext>
                </a:extLst>
              </p:cNvPr>
              <p:cNvSpPr/>
              <p:nvPr/>
            </p:nvSpPr>
            <p:spPr>
              <a:xfrm>
                <a:off x="1218127" y="5394056"/>
                <a:ext cx="108338" cy="108338"/>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32F3E"/>
                  </a:solidFill>
                </a:endParaRPr>
              </a:p>
            </p:txBody>
          </p:sp>
          <p:sp>
            <p:nvSpPr>
              <p:cNvPr id="58" name="Oval 57">
                <a:extLst>
                  <a:ext uri="{FF2B5EF4-FFF2-40B4-BE49-F238E27FC236}">
                    <a16:creationId xmlns:a16="http://schemas.microsoft.com/office/drawing/2014/main" id="{B6892DBC-E975-FF61-5218-1ADFD3C406CD}"/>
                  </a:ext>
                  <a:ext uri="{C183D7F6-B498-43B3-948B-1728B52AA6E4}">
                    <adec:decorative xmlns:adec="http://schemas.microsoft.com/office/drawing/2017/decorative" val="1"/>
                  </a:ext>
                </a:extLst>
              </p:cNvPr>
              <p:cNvSpPr/>
              <p:nvPr/>
            </p:nvSpPr>
            <p:spPr>
              <a:xfrm>
                <a:off x="1669756" y="5274790"/>
                <a:ext cx="108338" cy="108338"/>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32F3E"/>
                  </a:solidFill>
                </a:endParaRPr>
              </a:p>
            </p:txBody>
          </p:sp>
          <p:sp>
            <p:nvSpPr>
              <p:cNvPr id="59" name="Oval 58">
                <a:extLst>
                  <a:ext uri="{FF2B5EF4-FFF2-40B4-BE49-F238E27FC236}">
                    <a16:creationId xmlns:a16="http://schemas.microsoft.com/office/drawing/2014/main" id="{0A4CBD06-5692-04AF-94CF-01C697FFD9ED}"/>
                  </a:ext>
                  <a:ext uri="{C183D7F6-B498-43B3-948B-1728B52AA6E4}">
                    <adec:decorative xmlns:adec="http://schemas.microsoft.com/office/drawing/2017/decorative" val="1"/>
                  </a:ext>
                </a:extLst>
              </p:cNvPr>
              <p:cNvSpPr/>
              <p:nvPr/>
            </p:nvSpPr>
            <p:spPr>
              <a:xfrm>
                <a:off x="1898668" y="5454343"/>
                <a:ext cx="108338" cy="108338"/>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32F3E"/>
                  </a:solidFill>
                </a:endParaRPr>
              </a:p>
            </p:txBody>
          </p:sp>
          <p:sp>
            <p:nvSpPr>
              <p:cNvPr id="60" name="Oval 59">
                <a:extLst>
                  <a:ext uri="{FF2B5EF4-FFF2-40B4-BE49-F238E27FC236}">
                    <a16:creationId xmlns:a16="http://schemas.microsoft.com/office/drawing/2014/main" id="{4F9B9055-5B0B-612D-FADB-86E82250CF9E}"/>
                  </a:ext>
                  <a:ext uri="{C183D7F6-B498-43B3-948B-1728B52AA6E4}">
                    <adec:decorative xmlns:adec="http://schemas.microsoft.com/office/drawing/2017/decorative" val="1"/>
                  </a:ext>
                </a:extLst>
              </p:cNvPr>
              <p:cNvSpPr/>
              <p:nvPr/>
            </p:nvSpPr>
            <p:spPr>
              <a:xfrm>
                <a:off x="2353521" y="4815972"/>
                <a:ext cx="108338" cy="108338"/>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32F3E"/>
                  </a:solidFill>
                </a:endParaRPr>
              </a:p>
            </p:txBody>
          </p:sp>
          <p:grpSp>
            <p:nvGrpSpPr>
              <p:cNvPr id="61" name="Group 60">
                <a:extLst>
                  <a:ext uri="{FF2B5EF4-FFF2-40B4-BE49-F238E27FC236}">
                    <a16:creationId xmlns:a16="http://schemas.microsoft.com/office/drawing/2014/main" id="{EEE5C370-F0F8-88EE-E14B-DD3DF3796CF7}"/>
                  </a:ext>
                </a:extLst>
              </p:cNvPr>
              <p:cNvGrpSpPr/>
              <p:nvPr/>
            </p:nvGrpSpPr>
            <p:grpSpPr>
              <a:xfrm rot="10800000">
                <a:off x="1430658" y="5274790"/>
                <a:ext cx="228912" cy="108338"/>
                <a:chOff x="1326465" y="5397398"/>
                <a:chExt cx="228912" cy="108338"/>
              </a:xfrm>
            </p:grpSpPr>
            <p:cxnSp>
              <p:nvCxnSpPr>
                <p:cNvPr id="87" name="Straight Arrow Connector 86">
                  <a:extLst>
                    <a:ext uri="{FF2B5EF4-FFF2-40B4-BE49-F238E27FC236}">
                      <a16:creationId xmlns:a16="http://schemas.microsoft.com/office/drawing/2014/main" id="{18272CE5-B7BA-EBD8-F29A-0CD20D93AB92}"/>
                    </a:ext>
                    <a:ext uri="{C183D7F6-B498-43B3-948B-1728B52AA6E4}">
                      <adec:decorative xmlns:adec="http://schemas.microsoft.com/office/drawing/2017/decorative" val="1"/>
                    </a:ext>
                  </a:extLst>
                </p:cNvPr>
                <p:cNvCxnSpPr/>
                <p:nvPr/>
              </p:nvCxnSpPr>
              <p:spPr>
                <a:xfrm>
                  <a:off x="1326465" y="5448562"/>
                  <a:ext cx="13834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8" name="Oval 87">
                  <a:extLst>
                    <a:ext uri="{FF2B5EF4-FFF2-40B4-BE49-F238E27FC236}">
                      <a16:creationId xmlns:a16="http://schemas.microsoft.com/office/drawing/2014/main" id="{3CF73B53-35C9-6F05-8486-353E8C2EEDC5}"/>
                    </a:ext>
                    <a:ext uri="{C183D7F6-B498-43B3-948B-1728B52AA6E4}">
                      <adec:decorative xmlns:adec="http://schemas.microsoft.com/office/drawing/2017/decorative" val="1"/>
                    </a:ext>
                  </a:extLst>
                </p:cNvPr>
                <p:cNvSpPr/>
                <p:nvPr/>
              </p:nvSpPr>
              <p:spPr>
                <a:xfrm>
                  <a:off x="1447039" y="5397398"/>
                  <a:ext cx="108338" cy="108338"/>
                </a:xfrm>
                <a:prstGeom prst="ellipse">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32F3E"/>
                    </a:solidFill>
                  </a:endParaRPr>
                </a:p>
              </p:txBody>
            </p:sp>
          </p:grpSp>
          <p:grpSp>
            <p:nvGrpSpPr>
              <p:cNvPr id="62" name="Group 61">
                <a:extLst>
                  <a:ext uri="{FF2B5EF4-FFF2-40B4-BE49-F238E27FC236}">
                    <a16:creationId xmlns:a16="http://schemas.microsoft.com/office/drawing/2014/main" id="{F6AF8446-946E-B133-33AF-9E25D5504672}"/>
                  </a:ext>
                </a:extLst>
              </p:cNvPr>
              <p:cNvGrpSpPr/>
              <p:nvPr/>
            </p:nvGrpSpPr>
            <p:grpSpPr>
              <a:xfrm rot="10800000">
                <a:off x="2121776" y="4815972"/>
                <a:ext cx="228912" cy="108338"/>
                <a:chOff x="2007006" y="5451567"/>
                <a:chExt cx="228912" cy="108338"/>
              </a:xfrm>
            </p:grpSpPr>
            <p:cxnSp>
              <p:nvCxnSpPr>
                <p:cNvPr id="85" name="Straight Arrow Connector 84">
                  <a:extLst>
                    <a:ext uri="{FF2B5EF4-FFF2-40B4-BE49-F238E27FC236}">
                      <a16:creationId xmlns:a16="http://schemas.microsoft.com/office/drawing/2014/main" id="{58B3A078-4A0E-B9CE-ACEF-3870FF18BAF6}"/>
                    </a:ext>
                    <a:ext uri="{C183D7F6-B498-43B3-948B-1728B52AA6E4}">
                      <adec:decorative xmlns:adec="http://schemas.microsoft.com/office/drawing/2017/decorative" val="1"/>
                    </a:ext>
                  </a:extLst>
                </p:cNvPr>
                <p:cNvCxnSpPr/>
                <p:nvPr/>
              </p:nvCxnSpPr>
              <p:spPr>
                <a:xfrm>
                  <a:off x="2007006" y="5502731"/>
                  <a:ext cx="13834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6" name="Oval 85">
                  <a:extLst>
                    <a:ext uri="{FF2B5EF4-FFF2-40B4-BE49-F238E27FC236}">
                      <a16:creationId xmlns:a16="http://schemas.microsoft.com/office/drawing/2014/main" id="{194D8766-1AF2-ACEF-E6E0-5D307815168D}"/>
                    </a:ext>
                    <a:ext uri="{C183D7F6-B498-43B3-948B-1728B52AA6E4}">
                      <adec:decorative xmlns:adec="http://schemas.microsoft.com/office/drawing/2017/decorative" val="1"/>
                    </a:ext>
                  </a:extLst>
                </p:cNvPr>
                <p:cNvSpPr/>
                <p:nvPr/>
              </p:nvSpPr>
              <p:spPr>
                <a:xfrm>
                  <a:off x="2127580" y="5451567"/>
                  <a:ext cx="108338" cy="108338"/>
                </a:xfrm>
                <a:prstGeom prst="ellipse">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32F3E"/>
                    </a:solidFill>
                  </a:endParaRPr>
                </a:p>
              </p:txBody>
            </p:sp>
          </p:grpSp>
          <p:sp>
            <p:nvSpPr>
              <p:cNvPr id="63" name="TextBox 62">
                <a:extLst>
                  <a:ext uri="{FF2B5EF4-FFF2-40B4-BE49-F238E27FC236}">
                    <a16:creationId xmlns:a16="http://schemas.microsoft.com/office/drawing/2014/main" id="{253947D1-FD4F-16BD-0F92-869275034B24}"/>
                  </a:ext>
                </a:extLst>
              </p:cNvPr>
              <p:cNvSpPr txBox="1"/>
              <p:nvPr/>
            </p:nvSpPr>
            <p:spPr>
              <a:xfrm>
                <a:off x="2690900" y="4698492"/>
                <a:ext cx="3424335" cy="400110"/>
              </a:xfrm>
              <a:prstGeom prst="rect">
                <a:avLst/>
              </a:prstGeom>
              <a:noFill/>
            </p:spPr>
            <p:txBody>
              <a:bodyPr wrap="none" rtlCol="0">
                <a:spAutoFit/>
              </a:bodyPr>
              <a:lstStyle/>
              <a:p>
                <a:r>
                  <a:rPr lang="en-US" sz="2000" dirty="0">
                    <a:solidFill>
                      <a:srgbClr val="232F3E"/>
                    </a:solidFill>
                    <a:ea typeface="Amazon Ember Light" panose="020B0403020204020204" pitchFamily="34" charset="0"/>
                    <a:cs typeface="Amazon Ember Light" panose="020B0403020204020204" pitchFamily="34" charset="0"/>
                  </a:rPr>
                  <a:t>Next value == missing value</a:t>
                </a:r>
              </a:p>
            </p:txBody>
          </p:sp>
          <p:sp>
            <p:nvSpPr>
              <p:cNvPr id="64" name="TextBox 63">
                <a:extLst>
                  <a:ext uri="{FF2B5EF4-FFF2-40B4-BE49-F238E27FC236}">
                    <a16:creationId xmlns:a16="http://schemas.microsoft.com/office/drawing/2014/main" id="{D9846F0A-0436-09D9-65CC-AEB07EEE96AA}"/>
                  </a:ext>
                </a:extLst>
              </p:cNvPr>
              <p:cNvSpPr txBox="1"/>
              <p:nvPr/>
            </p:nvSpPr>
            <p:spPr>
              <a:xfrm>
                <a:off x="2676547" y="5313523"/>
                <a:ext cx="2975495" cy="400110"/>
              </a:xfrm>
              <a:prstGeom prst="rect">
                <a:avLst/>
              </a:prstGeom>
              <a:solidFill>
                <a:srgbClr val="FF0000"/>
              </a:solidFill>
            </p:spPr>
            <p:txBody>
              <a:bodyPr wrap="none" rtlCol="0">
                <a:spAutoFit/>
              </a:bodyPr>
              <a:lstStyle/>
              <a:p>
                <a:r>
                  <a:rPr lang="en-US" sz="2000" dirty="0">
                    <a:solidFill>
                      <a:srgbClr val="FFFFFF"/>
                    </a:solidFill>
                    <a:ea typeface="Amazon Ember Light" panose="020B0403020204020204" pitchFamily="34" charset="0"/>
                    <a:cs typeface="Amazon Ember Light" panose="020B0403020204020204" pitchFamily="34" charset="0"/>
                  </a:rPr>
                  <a:t>Danger! Lookahead risk!</a:t>
                </a:r>
              </a:p>
            </p:txBody>
          </p:sp>
          <p:sp>
            <p:nvSpPr>
              <p:cNvPr id="65" name="Oval 64">
                <a:extLst>
                  <a:ext uri="{FF2B5EF4-FFF2-40B4-BE49-F238E27FC236}">
                    <a16:creationId xmlns:a16="http://schemas.microsoft.com/office/drawing/2014/main" id="{287700C6-1863-A7AD-2171-5519F5AD1E09}"/>
                  </a:ext>
                  <a:ext uri="{C183D7F6-B498-43B3-948B-1728B52AA6E4}">
                    <adec:decorative xmlns:adec="http://schemas.microsoft.com/office/drawing/2017/decorative" val="1"/>
                  </a:ext>
                </a:extLst>
              </p:cNvPr>
              <p:cNvSpPr/>
              <p:nvPr/>
            </p:nvSpPr>
            <p:spPr>
              <a:xfrm>
                <a:off x="6504107" y="5582693"/>
                <a:ext cx="108338" cy="108338"/>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32F3E"/>
                  </a:solidFill>
                </a:endParaRPr>
              </a:p>
            </p:txBody>
          </p:sp>
          <p:grpSp>
            <p:nvGrpSpPr>
              <p:cNvPr id="66" name="Group 65">
                <a:extLst>
                  <a:ext uri="{FF2B5EF4-FFF2-40B4-BE49-F238E27FC236}">
                    <a16:creationId xmlns:a16="http://schemas.microsoft.com/office/drawing/2014/main" id="{BA75AA07-C08F-AAFC-2622-67B2366434DB}"/>
                  </a:ext>
                </a:extLst>
              </p:cNvPr>
              <p:cNvGrpSpPr/>
              <p:nvPr/>
            </p:nvGrpSpPr>
            <p:grpSpPr>
              <a:xfrm>
                <a:off x="6329443" y="5909360"/>
                <a:ext cx="1783644" cy="67946"/>
                <a:chOff x="730956" y="3228410"/>
                <a:chExt cx="1783644" cy="67946"/>
              </a:xfrm>
            </p:grpSpPr>
            <p:cxnSp>
              <p:nvCxnSpPr>
                <p:cNvPr id="77" name="Straight Connector 76">
                  <a:extLst>
                    <a:ext uri="{FF2B5EF4-FFF2-40B4-BE49-F238E27FC236}">
                      <a16:creationId xmlns:a16="http://schemas.microsoft.com/office/drawing/2014/main" id="{C7448D9B-163D-B9B8-09EA-FDCE687FFD17}"/>
                    </a:ext>
                    <a:ext uri="{C183D7F6-B498-43B3-948B-1728B52AA6E4}">
                      <adec:decorative xmlns:adec="http://schemas.microsoft.com/office/drawing/2017/decorative" val="1"/>
                    </a:ext>
                  </a:extLst>
                </p:cNvPr>
                <p:cNvCxnSpPr/>
                <p:nvPr/>
              </p:nvCxnSpPr>
              <p:spPr>
                <a:xfrm>
                  <a:off x="730956" y="3296356"/>
                  <a:ext cx="178364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74FDF2E7-8E98-7ED5-E379-82401B9AB722}"/>
                    </a:ext>
                    <a:ext uri="{C183D7F6-B498-43B3-948B-1728B52AA6E4}">
                      <adec:decorative xmlns:adec="http://schemas.microsoft.com/office/drawing/2017/decorative" val="1"/>
                    </a:ext>
                  </a:extLst>
                </p:cNvPr>
                <p:cNvCxnSpPr/>
                <p:nvPr/>
              </p:nvCxnSpPr>
              <p:spPr>
                <a:xfrm flipV="1">
                  <a:off x="959712" y="3228410"/>
                  <a:ext cx="0" cy="67946"/>
                </a:xfrm>
                <a:prstGeom prst="line">
                  <a:avLst/>
                </a:prstGeom>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63499D36-345D-34BB-BADF-4C289FC0F89E}"/>
                    </a:ext>
                    <a:ext uri="{C183D7F6-B498-43B3-948B-1728B52AA6E4}">
                      <adec:decorative xmlns:adec="http://schemas.microsoft.com/office/drawing/2017/decorative" val="1"/>
                    </a:ext>
                  </a:extLst>
                </p:cNvPr>
                <p:cNvCxnSpPr/>
                <p:nvPr/>
              </p:nvCxnSpPr>
              <p:spPr>
                <a:xfrm flipV="1">
                  <a:off x="1188624" y="3228410"/>
                  <a:ext cx="0" cy="67946"/>
                </a:xfrm>
                <a:prstGeom prst="line">
                  <a:avLst/>
                </a:prstGeom>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E6F2DA36-3694-655F-9430-126E2F7953DF}"/>
                    </a:ext>
                    <a:ext uri="{C183D7F6-B498-43B3-948B-1728B52AA6E4}">
                      <adec:decorative xmlns:adec="http://schemas.microsoft.com/office/drawing/2017/decorative" val="1"/>
                    </a:ext>
                  </a:extLst>
                </p:cNvPr>
                <p:cNvCxnSpPr/>
                <p:nvPr/>
              </p:nvCxnSpPr>
              <p:spPr>
                <a:xfrm flipV="1">
                  <a:off x="1417536" y="3228410"/>
                  <a:ext cx="0" cy="67946"/>
                </a:xfrm>
                <a:prstGeom prst="line">
                  <a:avLst/>
                </a:prstGeom>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1D488939-4FC7-7A23-D620-8053C901747B}"/>
                    </a:ext>
                    <a:ext uri="{C183D7F6-B498-43B3-948B-1728B52AA6E4}">
                      <adec:decorative xmlns:adec="http://schemas.microsoft.com/office/drawing/2017/decorative" val="1"/>
                    </a:ext>
                  </a:extLst>
                </p:cNvPr>
                <p:cNvCxnSpPr/>
                <p:nvPr/>
              </p:nvCxnSpPr>
              <p:spPr>
                <a:xfrm flipV="1">
                  <a:off x="1646448" y="3228410"/>
                  <a:ext cx="0" cy="67946"/>
                </a:xfrm>
                <a:prstGeom prst="line">
                  <a:avLst/>
                </a:prstGeom>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DEBABEAF-1272-3630-0D83-3326D90ABD9D}"/>
                    </a:ext>
                    <a:ext uri="{C183D7F6-B498-43B3-948B-1728B52AA6E4}">
                      <adec:decorative xmlns:adec="http://schemas.microsoft.com/office/drawing/2017/decorative" val="1"/>
                    </a:ext>
                  </a:extLst>
                </p:cNvPr>
                <p:cNvCxnSpPr/>
                <p:nvPr/>
              </p:nvCxnSpPr>
              <p:spPr>
                <a:xfrm flipV="1">
                  <a:off x="1875360" y="3228410"/>
                  <a:ext cx="0" cy="67946"/>
                </a:xfrm>
                <a:prstGeom prst="line">
                  <a:avLst/>
                </a:prstGeom>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6D2957D9-7563-0892-2463-0621E75B7C35}"/>
                    </a:ext>
                    <a:ext uri="{C183D7F6-B498-43B3-948B-1728B52AA6E4}">
                      <adec:decorative xmlns:adec="http://schemas.microsoft.com/office/drawing/2017/decorative" val="1"/>
                    </a:ext>
                  </a:extLst>
                </p:cNvPr>
                <p:cNvCxnSpPr/>
                <p:nvPr/>
              </p:nvCxnSpPr>
              <p:spPr>
                <a:xfrm flipV="1">
                  <a:off x="2104272" y="3228410"/>
                  <a:ext cx="0" cy="67946"/>
                </a:xfrm>
                <a:prstGeom prst="line">
                  <a:avLst/>
                </a:prstGeom>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E0FA7286-7C6E-9B5E-7890-CDF069DF5CD9}"/>
                    </a:ext>
                    <a:ext uri="{C183D7F6-B498-43B3-948B-1728B52AA6E4}">
                      <adec:decorative xmlns:adec="http://schemas.microsoft.com/office/drawing/2017/decorative" val="1"/>
                    </a:ext>
                  </a:extLst>
                </p:cNvPr>
                <p:cNvCxnSpPr/>
                <p:nvPr/>
              </p:nvCxnSpPr>
              <p:spPr>
                <a:xfrm flipV="1">
                  <a:off x="2333184" y="3228410"/>
                  <a:ext cx="0" cy="67946"/>
                </a:xfrm>
                <a:prstGeom prst="line">
                  <a:avLst/>
                </a:prstGeom>
              </p:spPr>
              <p:style>
                <a:lnRef idx="1">
                  <a:schemeClr val="accent1"/>
                </a:lnRef>
                <a:fillRef idx="0">
                  <a:schemeClr val="accent1"/>
                </a:fillRef>
                <a:effectRef idx="0">
                  <a:schemeClr val="accent1"/>
                </a:effectRef>
                <a:fontRef idx="minor">
                  <a:schemeClr val="tx1"/>
                </a:fontRef>
              </p:style>
            </p:cxnSp>
          </p:grpSp>
          <p:cxnSp>
            <p:nvCxnSpPr>
              <p:cNvPr id="67" name="Straight Connector 66">
                <a:extLst>
                  <a:ext uri="{FF2B5EF4-FFF2-40B4-BE49-F238E27FC236}">
                    <a16:creationId xmlns:a16="http://schemas.microsoft.com/office/drawing/2014/main" id="{401E54B7-204F-7117-CD55-1882C8842ADD}"/>
                  </a:ext>
                  <a:ext uri="{C183D7F6-B498-43B3-948B-1728B52AA6E4}">
                    <adec:decorative xmlns:adec="http://schemas.microsoft.com/office/drawing/2017/decorative" val="1"/>
                  </a:ext>
                </a:extLst>
              </p:cNvPr>
              <p:cNvCxnSpPr/>
              <p:nvPr/>
            </p:nvCxnSpPr>
            <p:spPr>
              <a:xfrm flipV="1">
                <a:off x="6329443" y="4475883"/>
                <a:ext cx="0" cy="1501423"/>
              </a:xfrm>
              <a:prstGeom prst="line">
                <a:avLst/>
              </a:prstGeom>
            </p:spPr>
            <p:style>
              <a:lnRef idx="1">
                <a:schemeClr val="accent1"/>
              </a:lnRef>
              <a:fillRef idx="0">
                <a:schemeClr val="accent1"/>
              </a:fillRef>
              <a:effectRef idx="0">
                <a:schemeClr val="accent1"/>
              </a:effectRef>
              <a:fontRef idx="minor">
                <a:schemeClr val="tx1"/>
              </a:fontRef>
            </p:style>
          </p:cxnSp>
          <p:sp>
            <p:nvSpPr>
              <p:cNvPr id="68" name="Oval 67">
                <a:extLst>
                  <a:ext uri="{FF2B5EF4-FFF2-40B4-BE49-F238E27FC236}">
                    <a16:creationId xmlns:a16="http://schemas.microsoft.com/office/drawing/2014/main" id="{FCC2E610-963F-0577-F345-72825A1F8FC8}"/>
                  </a:ext>
                  <a:ext uri="{C183D7F6-B498-43B3-948B-1728B52AA6E4}">
                    <adec:decorative xmlns:adec="http://schemas.microsoft.com/office/drawing/2017/decorative" val="1"/>
                  </a:ext>
                </a:extLst>
              </p:cNvPr>
              <p:cNvSpPr/>
              <p:nvPr/>
            </p:nvSpPr>
            <p:spPr>
              <a:xfrm>
                <a:off x="6739137" y="5350722"/>
                <a:ext cx="108338" cy="108338"/>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32F3E"/>
                  </a:solidFill>
                </a:endParaRPr>
              </a:p>
            </p:txBody>
          </p:sp>
          <p:sp>
            <p:nvSpPr>
              <p:cNvPr id="69" name="Oval 68">
                <a:extLst>
                  <a:ext uri="{FF2B5EF4-FFF2-40B4-BE49-F238E27FC236}">
                    <a16:creationId xmlns:a16="http://schemas.microsoft.com/office/drawing/2014/main" id="{C0403432-85CA-016C-C68B-2C06AF62CEB3}"/>
                  </a:ext>
                  <a:ext uri="{C183D7F6-B498-43B3-948B-1728B52AA6E4}">
                    <adec:decorative xmlns:adec="http://schemas.microsoft.com/office/drawing/2017/decorative" val="1"/>
                  </a:ext>
                </a:extLst>
              </p:cNvPr>
              <p:cNvSpPr/>
              <p:nvPr/>
            </p:nvSpPr>
            <p:spPr>
              <a:xfrm>
                <a:off x="7190766" y="5232901"/>
                <a:ext cx="108338" cy="108338"/>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32F3E"/>
                  </a:solidFill>
                </a:endParaRPr>
              </a:p>
            </p:txBody>
          </p:sp>
          <p:sp>
            <p:nvSpPr>
              <p:cNvPr id="70" name="Oval 69">
                <a:extLst>
                  <a:ext uri="{FF2B5EF4-FFF2-40B4-BE49-F238E27FC236}">
                    <a16:creationId xmlns:a16="http://schemas.microsoft.com/office/drawing/2014/main" id="{1A08BC7B-A17F-1E83-17F5-4654872AC691}"/>
                  </a:ext>
                  <a:ext uri="{C183D7F6-B498-43B3-948B-1728B52AA6E4}">
                    <adec:decorative xmlns:adec="http://schemas.microsoft.com/office/drawing/2017/decorative" val="1"/>
                  </a:ext>
                </a:extLst>
              </p:cNvPr>
              <p:cNvSpPr/>
              <p:nvPr/>
            </p:nvSpPr>
            <p:spPr>
              <a:xfrm>
                <a:off x="7419678" y="5411009"/>
                <a:ext cx="108338" cy="108338"/>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32F3E"/>
                  </a:solidFill>
                </a:endParaRPr>
              </a:p>
            </p:txBody>
          </p:sp>
          <p:sp>
            <p:nvSpPr>
              <p:cNvPr id="71" name="Oval 70">
                <a:extLst>
                  <a:ext uri="{FF2B5EF4-FFF2-40B4-BE49-F238E27FC236}">
                    <a16:creationId xmlns:a16="http://schemas.microsoft.com/office/drawing/2014/main" id="{86D15EA0-7254-77B8-7A91-E836A23F4FA6}"/>
                  </a:ext>
                  <a:ext uri="{C183D7F6-B498-43B3-948B-1728B52AA6E4}">
                    <adec:decorative xmlns:adec="http://schemas.microsoft.com/office/drawing/2017/decorative" val="1"/>
                  </a:ext>
                </a:extLst>
              </p:cNvPr>
              <p:cNvSpPr/>
              <p:nvPr/>
            </p:nvSpPr>
            <p:spPr>
              <a:xfrm>
                <a:off x="7874531" y="4772187"/>
                <a:ext cx="108338" cy="108338"/>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32F3E"/>
                  </a:solidFill>
                </a:endParaRPr>
              </a:p>
            </p:txBody>
          </p:sp>
          <p:sp>
            <p:nvSpPr>
              <p:cNvPr id="72" name="TextBox 71">
                <a:extLst>
                  <a:ext uri="{FF2B5EF4-FFF2-40B4-BE49-F238E27FC236}">
                    <a16:creationId xmlns:a16="http://schemas.microsoft.com/office/drawing/2014/main" id="{C607777A-27D5-A0EF-99C4-7D68CF814F68}"/>
                  </a:ext>
                </a:extLst>
              </p:cNvPr>
              <p:cNvSpPr txBox="1"/>
              <p:nvPr/>
            </p:nvSpPr>
            <p:spPr>
              <a:xfrm>
                <a:off x="7684805" y="3963467"/>
                <a:ext cx="2319867" cy="523220"/>
              </a:xfrm>
              <a:prstGeom prst="rect">
                <a:avLst/>
              </a:prstGeom>
              <a:noFill/>
            </p:spPr>
            <p:txBody>
              <a:bodyPr wrap="none" rtlCol="0">
                <a:spAutoFit/>
              </a:bodyPr>
              <a:lstStyle/>
              <a:p>
                <a:pPr algn="ctr"/>
                <a:r>
                  <a:rPr lang="en-US" sz="2800" dirty="0">
                    <a:solidFill>
                      <a:srgbClr val="232F3E"/>
                    </a:solidFill>
                    <a:ea typeface="Amazon Ember Light" panose="020B0403020204020204" pitchFamily="34" charset="0"/>
                    <a:cs typeface="Amazon Ember Light" panose="020B0403020204020204" pitchFamily="34" charset="0"/>
                  </a:rPr>
                  <a:t>Interpolation</a:t>
                </a:r>
              </a:p>
            </p:txBody>
          </p:sp>
          <p:sp>
            <p:nvSpPr>
              <p:cNvPr id="73" name="TextBox 72">
                <a:extLst>
                  <a:ext uri="{FF2B5EF4-FFF2-40B4-BE49-F238E27FC236}">
                    <a16:creationId xmlns:a16="http://schemas.microsoft.com/office/drawing/2014/main" id="{1714C3F7-855A-4E16-D240-4B72E84E7A42}"/>
                  </a:ext>
                </a:extLst>
              </p:cNvPr>
              <p:cNvSpPr txBox="1"/>
              <p:nvPr/>
            </p:nvSpPr>
            <p:spPr>
              <a:xfrm>
                <a:off x="8235581" y="4711900"/>
                <a:ext cx="1494320" cy="1015663"/>
              </a:xfrm>
              <a:prstGeom prst="rect">
                <a:avLst/>
              </a:prstGeom>
              <a:noFill/>
            </p:spPr>
            <p:txBody>
              <a:bodyPr wrap="none" rtlCol="0">
                <a:spAutoFit/>
              </a:bodyPr>
              <a:lstStyle/>
              <a:p>
                <a:r>
                  <a:rPr lang="en-US" sz="2000" dirty="0">
                    <a:solidFill>
                      <a:srgbClr val="232F3E"/>
                    </a:solidFill>
                    <a:ea typeface="Amazon Ember Light" panose="020B0403020204020204" pitchFamily="34" charset="0"/>
                    <a:cs typeface="Amazon Ember Light" panose="020B0403020204020204" pitchFamily="34" charset="0"/>
                  </a:rPr>
                  <a:t>Linear</a:t>
                </a:r>
              </a:p>
              <a:p>
                <a:r>
                  <a:rPr lang="en-US" sz="2000" dirty="0">
                    <a:solidFill>
                      <a:srgbClr val="232F3E"/>
                    </a:solidFill>
                    <a:ea typeface="Amazon Ember Light" panose="020B0403020204020204" pitchFamily="34" charset="0"/>
                    <a:cs typeface="Amazon Ember Light" panose="020B0403020204020204" pitchFamily="34" charset="0"/>
                  </a:rPr>
                  <a:t>Spline</a:t>
                </a:r>
              </a:p>
              <a:p>
                <a:r>
                  <a:rPr lang="en-US" sz="2000" dirty="0">
                    <a:solidFill>
                      <a:srgbClr val="232F3E"/>
                    </a:solidFill>
                    <a:ea typeface="Amazon Ember Light" panose="020B0403020204020204" pitchFamily="34" charset="0"/>
                    <a:cs typeface="Amazon Ember Light" panose="020B0403020204020204" pitchFamily="34" charset="0"/>
                  </a:rPr>
                  <a:t>Polynomial</a:t>
                </a:r>
              </a:p>
            </p:txBody>
          </p:sp>
          <p:sp>
            <p:nvSpPr>
              <p:cNvPr id="74" name="Oval 73">
                <a:extLst>
                  <a:ext uri="{FF2B5EF4-FFF2-40B4-BE49-F238E27FC236}">
                    <a16:creationId xmlns:a16="http://schemas.microsoft.com/office/drawing/2014/main" id="{423AF25C-5E6C-D765-DBBA-4D9103D0703E}"/>
                  </a:ext>
                  <a:ext uri="{C183D7F6-B498-43B3-948B-1728B52AA6E4}">
                    <adec:decorative xmlns:adec="http://schemas.microsoft.com/office/drawing/2017/decorative" val="1"/>
                  </a:ext>
                </a:extLst>
              </p:cNvPr>
              <p:cNvSpPr/>
              <p:nvPr/>
            </p:nvSpPr>
            <p:spPr>
              <a:xfrm>
                <a:off x="6961854" y="5274790"/>
                <a:ext cx="108338" cy="108338"/>
              </a:xfrm>
              <a:prstGeom prst="ellipse">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32F3E"/>
                  </a:solidFill>
                </a:endParaRPr>
              </a:p>
            </p:txBody>
          </p:sp>
          <p:sp>
            <p:nvSpPr>
              <p:cNvPr id="75" name="Oval 74">
                <a:extLst>
                  <a:ext uri="{FF2B5EF4-FFF2-40B4-BE49-F238E27FC236}">
                    <a16:creationId xmlns:a16="http://schemas.microsoft.com/office/drawing/2014/main" id="{52DA169F-BE72-0469-AB7E-3EE53EACACC6}"/>
                  </a:ext>
                  <a:ext uri="{C183D7F6-B498-43B3-948B-1728B52AA6E4}">
                    <adec:decorative xmlns:adec="http://schemas.microsoft.com/office/drawing/2017/decorative" val="1"/>
                  </a:ext>
                </a:extLst>
              </p:cNvPr>
              <p:cNvSpPr/>
              <p:nvPr/>
            </p:nvSpPr>
            <p:spPr>
              <a:xfrm>
                <a:off x="7650525" y="5129909"/>
                <a:ext cx="108338" cy="108338"/>
              </a:xfrm>
              <a:prstGeom prst="ellipse">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32F3E"/>
                  </a:solidFill>
                </a:endParaRPr>
              </a:p>
            </p:txBody>
          </p:sp>
          <p:sp>
            <p:nvSpPr>
              <p:cNvPr id="76" name="Freeform 180">
                <a:extLst>
                  <a:ext uri="{FF2B5EF4-FFF2-40B4-BE49-F238E27FC236}">
                    <a16:creationId xmlns:a16="http://schemas.microsoft.com/office/drawing/2014/main" id="{EAC812D8-3ED3-D966-AD94-87641D8961B3}"/>
                  </a:ext>
                  <a:ext uri="{C183D7F6-B498-43B3-948B-1728B52AA6E4}">
                    <adec:decorative xmlns:adec="http://schemas.microsoft.com/office/drawing/2017/decorative" val="1"/>
                  </a:ext>
                </a:extLst>
              </p:cNvPr>
              <p:cNvSpPr/>
              <p:nvPr/>
            </p:nvSpPr>
            <p:spPr>
              <a:xfrm>
                <a:off x="6546655" y="4821637"/>
                <a:ext cx="1382820" cy="813423"/>
              </a:xfrm>
              <a:custGeom>
                <a:avLst/>
                <a:gdLst>
                  <a:gd name="connsiteX0" fmla="*/ 0 w 1382820"/>
                  <a:gd name="connsiteY0" fmla="*/ 813423 h 813423"/>
                  <a:gd name="connsiteX1" fmla="*/ 246832 w 1382820"/>
                  <a:gd name="connsiteY1" fmla="*/ 583421 h 813423"/>
                  <a:gd name="connsiteX2" fmla="*/ 701227 w 1382820"/>
                  <a:gd name="connsiteY2" fmla="*/ 462810 h 813423"/>
                  <a:gd name="connsiteX3" fmla="*/ 925620 w 1382820"/>
                  <a:gd name="connsiteY3" fmla="*/ 645129 h 813423"/>
                  <a:gd name="connsiteX4" fmla="*/ 1382820 w 1382820"/>
                  <a:gd name="connsiteY4" fmla="*/ 0 h 813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82820" h="813423">
                    <a:moveTo>
                      <a:pt x="0" y="813423"/>
                    </a:moveTo>
                    <a:cubicBezTo>
                      <a:pt x="64980" y="727639"/>
                      <a:pt x="129961" y="641856"/>
                      <a:pt x="246832" y="583421"/>
                    </a:cubicBezTo>
                    <a:cubicBezTo>
                      <a:pt x="363703" y="524986"/>
                      <a:pt x="588096" y="452525"/>
                      <a:pt x="701227" y="462810"/>
                    </a:cubicBezTo>
                    <a:cubicBezTo>
                      <a:pt x="814358" y="473095"/>
                      <a:pt x="812021" y="722264"/>
                      <a:pt x="925620" y="645129"/>
                    </a:cubicBezTo>
                    <a:cubicBezTo>
                      <a:pt x="1039219" y="567994"/>
                      <a:pt x="1211019" y="283997"/>
                      <a:pt x="1382820" y="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32F3E"/>
                  </a:solidFill>
                </a:endParaRPr>
              </a:p>
            </p:txBody>
          </p:sp>
        </p:grpSp>
      </p:grpSp>
      <p:sp>
        <p:nvSpPr>
          <p:cNvPr id="97" name="TextBox 96">
            <a:extLst>
              <a:ext uri="{FF2B5EF4-FFF2-40B4-BE49-F238E27FC236}">
                <a16:creationId xmlns:a16="http://schemas.microsoft.com/office/drawing/2014/main" id="{38DB30F2-D034-36B0-63A9-A24CE6B7E865}"/>
              </a:ext>
            </a:extLst>
          </p:cNvPr>
          <p:cNvSpPr txBox="1"/>
          <p:nvPr/>
        </p:nvSpPr>
        <p:spPr>
          <a:xfrm>
            <a:off x="499910" y="5851681"/>
            <a:ext cx="7489551" cy="523220"/>
          </a:xfrm>
          <a:prstGeom prst="rect">
            <a:avLst/>
          </a:prstGeom>
          <a:noFill/>
        </p:spPr>
        <p:txBody>
          <a:bodyPr wrap="none" rtlCol="0">
            <a:spAutoFit/>
          </a:bodyPr>
          <a:lstStyle/>
          <a:p>
            <a:pPr algn="ctr"/>
            <a:r>
              <a:rPr lang="en-US" sz="2800" dirty="0">
                <a:solidFill>
                  <a:srgbClr val="232F3E"/>
                </a:solidFill>
                <a:ea typeface="Amazon Ember Light" panose="020B0403020204020204" pitchFamily="34" charset="0"/>
                <a:cs typeface="Amazon Ember Light" panose="020B0403020204020204" pitchFamily="34" charset="0"/>
              </a:rPr>
              <a:t>Note: Zero is sometimes the perfect fill value</a:t>
            </a:r>
          </a:p>
        </p:txBody>
      </p:sp>
    </p:spTree>
    <p:custDataLst>
      <p:tags r:id="rId1"/>
    </p:custDataLst>
    <p:extLst>
      <p:ext uri="{BB962C8B-B14F-4D97-AF65-F5344CB8AC3E}">
        <p14:creationId xmlns:p14="http://schemas.microsoft.com/office/powerpoint/2010/main" val="315943358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F54A59E-034D-4036-9DDE-F026296C9AE2}"/>
              </a:ext>
            </a:extLst>
          </p:cNvPr>
          <p:cNvSpPr>
            <a:spLocks noGrp="1"/>
          </p:cNvSpPr>
          <p:nvPr>
            <p:ph type="sldNum" idx="97"/>
          </p:nvPr>
        </p:nvSpPr>
        <p:spPr/>
        <p:txBody>
          <a:bodyPr/>
          <a:lstStyle/>
          <a:p>
            <a:fld id="{4037B1B0-0345-4E15-985A-6BECCDBE474F}" type="slidenum">
              <a:rPr lang="en-US" smtClean="0"/>
              <a:pPr/>
              <a:t>41</a:t>
            </a:fld>
            <a:endParaRPr lang="en-US" dirty="0"/>
          </a:p>
        </p:txBody>
      </p:sp>
      <p:sp>
        <p:nvSpPr>
          <p:cNvPr id="3" name="Title 2">
            <a:extLst>
              <a:ext uri="{FF2B5EF4-FFF2-40B4-BE49-F238E27FC236}">
                <a16:creationId xmlns:a16="http://schemas.microsoft.com/office/drawing/2014/main" id="{3BE02FE7-A6FA-4689-A30C-628FCBC12A88}"/>
              </a:ext>
            </a:extLst>
          </p:cNvPr>
          <p:cNvSpPr>
            <a:spLocks noGrp="1"/>
          </p:cNvSpPr>
          <p:nvPr>
            <p:ph type="title" idx="1"/>
          </p:nvPr>
        </p:nvSpPr>
        <p:spPr/>
        <p:txBody>
          <a:bodyPr/>
          <a:lstStyle/>
          <a:p>
            <a:r>
              <a:rPr lang="en-US" dirty="0"/>
              <a:t>Time series handling: Downsampling</a:t>
            </a:r>
          </a:p>
        </p:txBody>
      </p:sp>
      <p:sp>
        <p:nvSpPr>
          <p:cNvPr id="7" name="TextBox 6">
            <a:extLst>
              <a:ext uri="{FF2B5EF4-FFF2-40B4-BE49-F238E27FC236}">
                <a16:creationId xmlns:a16="http://schemas.microsoft.com/office/drawing/2014/main" id="{19C5E536-2B40-A15A-B070-5CB88035698E}"/>
              </a:ext>
            </a:extLst>
          </p:cNvPr>
          <p:cNvSpPr txBox="1"/>
          <p:nvPr/>
        </p:nvSpPr>
        <p:spPr>
          <a:xfrm>
            <a:off x="1162804" y="2330386"/>
            <a:ext cx="2403223" cy="338554"/>
          </a:xfrm>
          <a:prstGeom prst="rect">
            <a:avLst/>
          </a:prstGeom>
          <a:noFill/>
        </p:spPr>
        <p:txBody>
          <a:bodyPr wrap="none" rtlCol="0">
            <a:spAutoFit/>
          </a:bodyPr>
          <a:lstStyle/>
          <a:p>
            <a:pPr algn="ctr"/>
            <a:r>
              <a:rPr lang="en-US" sz="1600" dirty="0">
                <a:solidFill>
                  <a:srgbClr val="232F3E"/>
                </a:solidFill>
                <a:ea typeface="Amazon Ember Light" panose="020B0403020204020204" pitchFamily="34" charset="0"/>
                <a:cs typeface="Amazon Ember Light" panose="020B0403020204020204" pitchFamily="34" charset="0"/>
              </a:rPr>
              <a:t>yyyy-mm-dd HH:MM:SS</a:t>
            </a:r>
          </a:p>
        </p:txBody>
      </p:sp>
      <p:graphicFrame>
        <p:nvGraphicFramePr>
          <p:cNvPr id="9" name="Table 8">
            <a:extLst>
              <a:ext uri="{FF2B5EF4-FFF2-40B4-BE49-F238E27FC236}">
                <a16:creationId xmlns:a16="http://schemas.microsoft.com/office/drawing/2014/main" id="{44020DE0-F72B-2F09-D8F4-60687D4D0F09}"/>
              </a:ext>
            </a:extLst>
          </p:cNvPr>
          <p:cNvGraphicFramePr>
            <a:graphicFrameLocks noGrp="1"/>
          </p:cNvGraphicFramePr>
          <p:nvPr>
            <p:extLst>
              <p:ext uri="{D42A27DB-BD31-4B8C-83A1-F6EECF244321}">
                <p14:modId xmlns:p14="http://schemas.microsoft.com/office/powerpoint/2010/main" val="570019641"/>
              </p:ext>
            </p:extLst>
          </p:nvPr>
        </p:nvGraphicFramePr>
        <p:xfrm>
          <a:off x="234223" y="2766165"/>
          <a:ext cx="4101380" cy="2225040"/>
        </p:xfrm>
        <a:graphic>
          <a:graphicData uri="http://schemas.openxmlformats.org/drawingml/2006/table">
            <a:tbl>
              <a:tblPr firstRow="1" bandRow="1">
                <a:tableStyleId>{5C22544A-7EE6-4342-B048-85BDC9FD1C3A}</a:tableStyleId>
              </a:tblPr>
              <a:tblGrid>
                <a:gridCol w="2238073">
                  <a:extLst>
                    <a:ext uri="{9D8B030D-6E8A-4147-A177-3AD203B41FA5}">
                      <a16:colId xmlns:a16="http://schemas.microsoft.com/office/drawing/2014/main" val="281093953"/>
                    </a:ext>
                  </a:extLst>
                </a:gridCol>
                <a:gridCol w="800293">
                  <a:extLst>
                    <a:ext uri="{9D8B030D-6E8A-4147-A177-3AD203B41FA5}">
                      <a16:colId xmlns:a16="http://schemas.microsoft.com/office/drawing/2014/main" val="110435084"/>
                    </a:ext>
                  </a:extLst>
                </a:gridCol>
                <a:gridCol w="1063014">
                  <a:extLst>
                    <a:ext uri="{9D8B030D-6E8A-4147-A177-3AD203B41FA5}">
                      <a16:colId xmlns:a16="http://schemas.microsoft.com/office/drawing/2014/main" val="3231228084"/>
                    </a:ext>
                  </a:extLst>
                </a:gridCol>
              </a:tblGrid>
              <a:tr h="370840">
                <a:tc>
                  <a:txBody>
                    <a:bodyPr/>
                    <a:lstStyle/>
                    <a:p>
                      <a:r>
                        <a:rPr lang="en-US" sz="1600" dirty="0"/>
                        <a:t>Invoice</a:t>
                      </a:r>
                      <a:r>
                        <a:rPr lang="en-US" sz="1600" baseline="0" dirty="0"/>
                        <a:t>Date</a:t>
                      </a:r>
                      <a:endParaRPr lang="en-US" sz="1600" b="0" dirty="0">
                        <a:solidFill>
                          <a:schemeClr val="bg1"/>
                        </a:solidFill>
                        <a:latin typeface="Amazon Ember" panose="02000000000000000000" pitchFamily="2" charset="0"/>
                        <a:ea typeface="Amazon Ember" panose="02000000000000000000" pitchFamily="2" charset="0"/>
                      </a:endParaRPr>
                    </a:p>
                  </a:txBody>
                  <a:tcPr/>
                </a:tc>
                <a:tc>
                  <a:txBody>
                    <a:bodyPr/>
                    <a:lstStyle/>
                    <a:p>
                      <a:r>
                        <a:rPr lang="en-US" sz="1600" dirty="0"/>
                        <a:t>Item</a:t>
                      </a:r>
                      <a:endParaRPr lang="en-US" sz="1600" b="0" dirty="0">
                        <a:solidFill>
                          <a:schemeClr val="bg1"/>
                        </a:solidFill>
                        <a:latin typeface="Amazon Ember" panose="02000000000000000000" pitchFamily="2" charset="0"/>
                        <a:ea typeface="Amazon Ember" panose="02000000000000000000" pitchFamily="2" charset="0"/>
                      </a:endParaRPr>
                    </a:p>
                  </a:txBody>
                  <a:tcPr/>
                </a:tc>
                <a:tc>
                  <a:txBody>
                    <a:bodyPr/>
                    <a:lstStyle/>
                    <a:p>
                      <a:r>
                        <a:rPr lang="en-US" sz="1600" dirty="0"/>
                        <a:t>Quantity</a:t>
                      </a:r>
                      <a:endParaRPr lang="en-US" sz="1600" b="0" dirty="0">
                        <a:solidFill>
                          <a:schemeClr val="bg1"/>
                        </a:solidFill>
                        <a:latin typeface="Amazon Ember" panose="02000000000000000000" pitchFamily="2" charset="0"/>
                        <a:ea typeface="Amazon Ember" panose="02000000000000000000" pitchFamily="2" charset="0"/>
                      </a:endParaRPr>
                    </a:p>
                  </a:txBody>
                  <a:tcPr/>
                </a:tc>
                <a:extLst>
                  <a:ext uri="{0D108BD9-81ED-4DB2-BD59-A6C34878D82A}">
                    <a16:rowId xmlns:a16="http://schemas.microsoft.com/office/drawing/2014/main" val="2429658742"/>
                  </a:ext>
                </a:extLst>
              </a:tr>
              <a:tr h="370840">
                <a:tc>
                  <a:txBody>
                    <a:bodyPr/>
                    <a:lstStyle/>
                    <a:p>
                      <a:r>
                        <a:rPr lang="en-US" sz="1600" dirty="0"/>
                        <a:t>2009-12-01 07:45:00</a:t>
                      </a:r>
                    </a:p>
                  </a:txBody>
                  <a:tcPr/>
                </a:tc>
                <a:tc>
                  <a:txBody>
                    <a:bodyPr/>
                    <a:lstStyle/>
                    <a:p>
                      <a:r>
                        <a:rPr lang="en-US" sz="1600" dirty="0"/>
                        <a:t>21232</a:t>
                      </a:r>
                    </a:p>
                  </a:txBody>
                  <a:tcPr/>
                </a:tc>
                <a:tc>
                  <a:txBody>
                    <a:bodyPr/>
                    <a:lstStyle/>
                    <a:p>
                      <a:pPr algn="ctr"/>
                      <a:r>
                        <a:rPr lang="en-US" sz="1600" dirty="0"/>
                        <a:t>24</a:t>
                      </a:r>
                    </a:p>
                  </a:txBody>
                  <a:tcPr/>
                </a:tc>
                <a:extLst>
                  <a:ext uri="{0D108BD9-81ED-4DB2-BD59-A6C34878D82A}">
                    <a16:rowId xmlns:a16="http://schemas.microsoft.com/office/drawing/2014/main" val="3004578342"/>
                  </a:ext>
                </a:extLst>
              </a:tr>
              <a:tr h="370840">
                <a:tc>
                  <a:txBody>
                    <a:bodyPr/>
                    <a:lstStyle/>
                    <a:p>
                      <a:r>
                        <a:rPr lang="en-US" sz="1600" dirty="0"/>
                        <a:t>2009-12-01 10:06:00</a:t>
                      </a:r>
                    </a:p>
                  </a:txBody>
                  <a:tcPr/>
                </a:tc>
                <a:tc>
                  <a:txBody>
                    <a:bodyPr/>
                    <a:lstStyle/>
                    <a:p>
                      <a:r>
                        <a:rPr lang="en-US" sz="1600" dirty="0"/>
                        <a:t>21232</a:t>
                      </a:r>
                    </a:p>
                  </a:txBody>
                  <a:tcPr/>
                </a:tc>
                <a:tc>
                  <a:txBody>
                    <a:bodyPr/>
                    <a:lstStyle/>
                    <a:p>
                      <a:pPr algn="ctr"/>
                      <a:r>
                        <a:rPr lang="en-US" sz="1600" dirty="0"/>
                        <a:t>36</a:t>
                      </a:r>
                    </a:p>
                  </a:txBody>
                  <a:tcPr/>
                </a:tc>
                <a:extLst>
                  <a:ext uri="{0D108BD9-81ED-4DB2-BD59-A6C34878D82A}">
                    <a16:rowId xmlns:a16="http://schemas.microsoft.com/office/drawing/2014/main" val="4116295474"/>
                  </a:ext>
                </a:extLst>
              </a:tr>
              <a:tr h="370840">
                <a:tc>
                  <a:txBody>
                    <a:bodyPr/>
                    <a:lstStyle/>
                    <a:p>
                      <a:r>
                        <a:rPr lang="en-US" sz="1600" dirty="0"/>
                        <a:t>2010-12-08 14:21:00</a:t>
                      </a:r>
                    </a:p>
                  </a:txBody>
                  <a:tcPr/>
                </a:tc>
                <a:tc>
                  <a:txBody>
                    <a:bodyPr/>
                    <a:lstStyle/>
                    <a:p>
                      <a:r>
                        <a:rPr lang="en-US" sz="1600" dirty="0"/>
                        <a:t>21232</a:t>
                      </a:r>
                    </a:p>
                  </a:txBody>
                  <a:tcPr/>
                </a:tc>
                <a:tc>
                  <a:txBody>
                    <a:bodyPr/>
                    <a:lstStyle/>
                    <a:p>
                      <a:pPr algn="ctr"/>
                      <a:r>
                        <a:rPr lang="en-US" sz="1600" dirty="0"/>
                        <a:t>17</a:t>
                      </a:r>
                    </a:p>
                  </a:txBody>
                  <a:tcPr/>
                </a:tc>
                <a:extLst>
                  <a:ext uri="{0D108BD9-81ED-4DB2-BD59-A6C34878D82A}">
                    <a16:rowId xmlns:a16="http://schemas.microsoft.com/office/drawing/2014/main" val="1807727570"/>
                  </a:ext>
                </a:extLst>
              </a:tr>
              <a:tr h="370840">
                <a:tc>
                  <a:txBody>
                    <a:bodyPr/>
                    <a:lstStyle/>
                    <a:p>
                      <a:r>
                        <a:rPr lang="en-US" sz="1600" dirty="0"/>
                        <a:t>2010-12-08 13:11:00</a:t>
                      </a:r>
                    </a:p>
                  </a:txBody>
                  <a:tcPr/>
                </a:tc>
                <a:tc>
                  <a:txBody>
                    <a:bodyPr/>
                    <a:lstStyle/>
                    <a:p>
                      <a:r>
                        <a:rPr lang="en-US" sz="1600" dirty="0"/>
                        <a:t>21232</a:t>
                      </a:r>
                    </a:p>
                  </a:txBody>
                  <a:tcPr/>
                </a:tc>
                <a:tc>
                  <a:txBody>
                    <a:bodyPr/>
                    <a:lstStyle/>
                    <a:p>
                      <a:pPr algn="ctr"/>
                      <a:r>
                        <a:rPr lang="en-US" sz="1600" dirty="0"/>
                        <a:t>9</a:t>
                      </a:r>
                    </a:p>
                  </a:txBody>
                  <a:tcPr/>
                </a:tc>
                <a:extLst>
                  <a:ext uri="{0D108BD9-81ED-4DB2-BD59-A6C34878D82A}">
                    <a16:rowId xmlns:a16="http://schemas.microsoft.com/office/drawing/2014/main" val="4220540611"/>
                  </a:ext>
                </a:extLst>
              </a:tr>
              <a:tr h="370840">
                <a:tc>
                  <a:txBody>
                    <a:bodyPr/>
                    <a:lstStyle/>
                    <a:p>
                      <a:r>
                        <a:rPr lang="en-US" sz="1600" dirty="0"/>
                        <a:t>2010-12-09 18:28:00</a:t>
                      </a:r>
                    </a:p>
                  </a:txBody>
                  <a:tcPr/>
                </a:tc>
                <a:tc>
                  <a:txBody>
                    <a:bodyPr/>
                    <a:lstStyle/>
                    <a:p>
                      <a:r>
                        <a:rPr lang="en-US" sz="1600" dirty="0"/>
                        <a:t>21232</a:t>
                      </a:r>
                    </a:p>
                  </a:txBody>
                  <a:tcPr/>
                </a:tc>
                <a:tc>
                  <a:txBody>
                    <a:bodyPr/>
                    <a:lstStyle/>
                    <a:p>
                      <a:pPr algn="ctr"/>
                      <a:r>
                        <a:rPr lang="en-US" sz="1600" dirty="0"/>
                        <a:t>44</a:t>
                      </a:r>
                    </a:p>
                  </a:txBody>
                  <a:tcPr/>
                </a:tc>
                <a:extLst>
                  <a:ext uri="{0D108BD9-81ED-4DB2-BD59-A6C34878D82A}">
                    <a16:rowId xmlns:a16="http://schemas.microsoft.com/office/drawing/2014/main" val="2799208060"/>
                  </a:ext>
                </a:extLst>
              </a:tr>
            </a:tbl>
          </a:graphicData>
        </a:graphic>
      </p:graphicFrame>
      <p:sp>
        <p:nvSpPr>
          <p:cNvPr id="12" name="Right Arrow 14">
            <a:extLst>
              <a:ext uri="{FF2B5EF4-FFF2-40B4-BE49-F238E27FC236}">
                <a16:creationId xmlns:a16="http://schemas.microsoft.com/office/drawing/2014/main" id="{94D2D720-8EE3-5B1B-5797-0BCA7948CA02}"/>
              </a:ext>
              <a:ext uri="{C183D7F6-B498-43B3-948B-1728B52AA6E4}">
                <adec:decorative xmlns:adec="http://schemas.microsoft.com/office/drawing/2017/decorative" val="1"/>
              </a:ext>
            </a:extLst>
          </p:cNvPr>
          <p:cNvSpPr/>
          <p:nvPr/>
        </p:nvSpPr>
        <p:spPr>
          <a:xfrm>
            <a:off x="4496766" y="3636369"/>
            <a:ext cx="978408"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52896364-CE92-6BA2-52CB-C74D1472DE3D}"/>
              </a:ext>
              <a:ext uri="{C183D7F6-B498-43B3-948B-1728B52AA6E4}">
                <adec:decorative xmlns:adec="http://schemas.microsoft.com/office/drawing/2017/decorative" val="0"/>
              </a:ext>
            </a:extLst>
          </p:cNvPr>
          <p:cNvSpPr/>
          <p:nvPr/>
        </p:nvSpPr>
        <p:spPr>
          <a:xfrm>
            <a:off x="5636338" y="3421485"/>
            <a:ext cx="914400" cy="9144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Mean/</a:t>
            </a:r>
          </a:p>
          <a:p>
            <a:pPr algn="ctr"/>
            <a:r>
              <a:rPr lang="en-US" dirty="0">
                <a:solidFill>
                  <a:schemeClr val="tx1"/>
                </a:solidFill>
              </a:rPr>
              <a:t>Sum</a:t>
            </a:r>
          </a:p>
        </p:txBody>
      </p:sp>
      <p:sp>
        <p:nvSpPr>
          <p:cNvPr id="13" name="Right Arrow 15">
            <a:extLst>
              <a:ext uri="{FF2B5EF4-FFF2-40B4-BE49-F238E27FC236}">
                <a16:creationId xmlns:a16="http://schemas.microsoft.com/office/drawing/2014/main" id="{AA27B49B-DD06-AC1A-9F81-2811D25142E4}"/>
              </a:ext>
              <a:ext uri="{C183D7F6-B498-43B3-948B-1728B52AA6E4}">
                <adec:decorative xmlns:adec="http://schemas.microsoft.com/office/drawing/2017/decorative" val="1"/>
              </a:ext>
            </a:extLst>
          </p:cNvPr>
          <p:cNvSpPr/>
          <p:nvPr/>
        </p:nvSpPr>
        <p:spPr>
          <a:xfrm>
            <a:off x="6840579" y="3636369"/>
            <a:ext cx="978408"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id="{4D1A0379-597C-7611-4BDD-75D5372B5D24}"/>
              </a:ext>
            </a:extLst>
          </p:cNvPr>
          <p:cNvSpPr txBox="1"/>
          <p:nvPr/>
        </p:nvSpPr>
        <p:spPr>
          <a:xfrm>
            <a:off x="9088282" y="2330386"/>
            <a:ext cx="1370888" cy="338554"/>
          </a:xfrm>
          <a:prstGeom prst="rect">
            <a:avLst/>
          </a:prstGeom>
          <a:noFill/>
        </p:spPr>
        <p:txBody>
          <a:bodyPr wrap="none" rtlCol="0">
            <a:spAutoFit/>
          </a:bodyPr>
          <a:lstStyle/>
          <a:p>
            <a:pPr algn="ctr"/>
            <a:r>
              <a:rPr lang="en-US" sz="1600" dirty="0">
                <a:solidFill>
                  <a:srgbClr val="232F3E"/>
                </a:solidFill>
                <a:ea typeface="Amazon Ember Light" panose="020B0403020204020204" pitchFamily="34" charset="0"/>
                <a:cs typeface="Amazon Ember Light" panose="020B0403020204020204" pitchFamily="34" charset="0"/>
              </a:rPr>
              <a:t>yyyy-mm-dd</a:t>
            </a:r>
          </a:p>
        </p:txBody>
      </p:sp>
      <p:graphicFrame>
        <p:nvGraphicFramePr>
          <p:cNvPr id="10" name="Table 9">
            <a:extLst>
              <a:ext uri="{FF2B5EF4-FFF2-40B4-BE49-F238E27FC236}">
                <a16:creationId xmlns:a16="http://schemas.microsoft.com/office/drawing/2014/main" id="{8BE041AB-50C1-9409-CB2D-04F9096A4507}"/>
              </a:ext>
            </a:extLst>
          </p:cNvPr>
          <p:cNvGraphicFramePr>
            <a:graphicFrameLocks noGrp="1"/>
          </p:cNvGraphicFramePr>
          <p:nvPr>
            <p:extLst>
              <p:ext uri="{D42A27DB-BD31-4B8C-83A1-F6EECF244321}">
                <p14:modId xmlns:p14="http://schemas.microsoft.com/office/powerpoint/2010/main" val="3843041719"/>
              </p:ext>
            </p:extLst>
          </p:nvPr>
        </p:nvGraphicFramePr>
        <p:xfrm>
          <a:off x="8108828" y="3137005"/>
          <a:ext cx="3518728" cy="1483360"/>
        </p:xfrm>
        <a:graphic>
          <a:graphicData uri="http://schemas.openxmlformats.org/drawingml/2006/table">
            <a:tbl>
              <a:tblPr firstRow="1" bandRow="1">
                <a:tableStyleId>{5C22544A-7EE6-4342-B048-85BDC9FD1C3A}</a:tableStyleId>
              </a:tblPr>
              <a:tblGrid>
                <a:gridCol w="1574613">
                  <a:extLst>
                    <a:ext uri="{9D8B030D-6E8A-4147-A177-3AD203B41FA5}">
                      <a16:colId xmlns:a16="http://schemas.microsoft.com/office/drawing/2014/main" val="281093953"/>
                    </a:ext>
                  </a:extLst>
                </a:gridCol>
                <a:gridCol w="844191">
                  <a:extLst>
                    <a:ext uri="{9D8B030D-6E8A-4147-A177-3AD203B41FA5}">
                      <a16:colId xmlns:a16="http://schemas.microsoft.com/office/drawing/2014/main" val="110435084"/>
                    </a:ext>
                  </a:extLst>
                </a:gridCol>
                <a:gridCol w="1099924">
                  <a:extLst>
                    <a:ext uri="{9D8B030D-6E8A-4147-A177-3AD203B41FA5}">
                      <a16:colId xmlns:a16="http://schemas.microsoft.com/office/drawing/2014/main" val="3231228084"/>
                    </a:ext>
                  </a:extLst>
                </a:gridCol>
              </a:tblGrid>
              <a:tr h="370840">
                <a:tc>
                  <a:txBody>
                    <a:bodyPr/>
                    <a:lstStyle/>
                    <a:p>
                      <a:r>
                        <a:rPr lang="en-US" sz="1600" dirty="0"/>
                        <a:t>Invoice</a:t>
                      </a:r>
                      <a:r>
                        <a:rPr lang="en-US" sz="1600" baseline="0" dirty="0"/>
                        <a:t>Date</a:t>
                      </a:r>
                      <a:endParaRPr lang="en-US" sz="1600" b="0" dirty="0">
                        <a:latin typeface="Amazon Ember" panose="02000000000000000000" pitchFamily="2" charset="0"/>
                        <a:ea typeface="Amazon Ember" panose="02000000000000000000" pitchFamily="2" charset="0"/>
                      </a:endParaRPr>
                    </a:p>
                  </a:txBody>
                  <a:tcPr/>
                </a:tc>
                <a:tc>
                  <a:txBody>
                    <a:bodyPr/>
                    <a:lstStyle/>
                    <a:p>
                      <a:r>
                        <a:rPr lang="en-US" sz="1600" dirty="0"/>
                        <a:t>Item</a:t>
                      </a:r>
                      <a:endParaRPr lang="en-US" sz="1600" b="0" dirty="0">
                        <a:latin typeface="Amazon Ember" panose="02000000000000000000" pitchFamily="2" charset="0"/>
                        <a:ea typeface="Amazon Ember" panose="02000000000000000000" pitchFamily="2" charset="0"/>
                      </a:endParaRPr>
                    </a:p>
                  </a:txBody>
                  <a:tcPr/>
                </a:tc>
                <a:tc>
                  <a:txBody>
                    <a:bodyPr/>
                    <a:lstStyle/>
                    <a:p>
                      <a:r>
                        <a:rPr lang="en-US" sz="1600" dirty="0"/>
                        <a:t>Quantity</a:t>
                      </a:r>
                      <a:endParaRPr lang="en-US" sz="1600" b="0" dirty="0">
                        <a:latin typeface="Amazon Ember" panose="02000000000000000000" pitchFamily="2" charset="0"/>
                        <a:ea typeface="Amazon Ember" panose="02000000000000000000" pitchFamily="2" charset="0"/>
                      </a:endParaRPr>
                    </a:p>
                  </a:txBody>
                  <a:tcPr/>
                </a:tc>
                <a:extLst>
                  <a:ext uri="{0D108BD9-81ED-4DB2-BD59-A6C34878D82A}">
                    <a16:rowId xmlns:a16="http://schemas.microsoft.com/office/drawing/2014/main" val="2429658742"/>
                  </a:ext>
                </a:extLst>
              </a:tr>
              <a:tr h="370840">
                <a:tc>
                  <a:txBody>
                    <a:bodyPr/>
                    <a:lstStyle/>
                    <a:p>
                      <a:r>
                        <a:rPr lang="en-US" sz="1600" dirty="0"/>
                        <a:t>2009-12-01</a:t>
                      </a:r>
                    </a:p>
                  </a:txBody>
                  <a:tcPr/>
                </a:tc>
                <a:tc>
                  <a:txBody>
                    <a:bodyPr/>
                    <a:lstStyle/>
                    <a:p>
                      <a:r>
                        <a:rPr lang="en-US" sz="1600" dirty="0"/>
                        <a:t>21232</a:t>
                      </a:r>
                    </a:p>
                  </a:txBody>
                  <a:tcPr/>
                </a:tc>
                <a:tc>
                  <a:txBody>
                    <a:bodyPr/>
                    <a:lstStyle/>
                    <a:p>
                      <a:pPr algn="ctr"/>
                      <a:r>
                        <a:rPr lang="en-US" sz="1600" dirty="0"/>
                        <a:t>60</a:t>
                      </a:r>
                    </a:p>
                  </a:txBody>
                  <a:tcPr/>
                </a:tc>
                <a:extLst>
                  <a:ext uri="{0D108BD9-81ED-4DB2-BD59-A6C34878D82A}">
                    <a16:rowId xmlns:a16="http://schemas.microsoft.com/office/drawing/2014/main" val="3004578342"/>
                  </a:ext>
                </a:extLst>
              </a:tr>
              <a:tr h="370840">
                <a:tc>
                  <a:txBody>
                    <a:bodyPr/>
                    <a:lstStyle/>
                    <a:p>
                      <a:r>
                        <a:rPr lang="en-US" sz="1600" dirty="0"/>
                        <a:t>2010-12-08</a:t>
                      </a:r>
                    </a:p>
                  </a:txBody>
                  <a:tcPr/>
                </a:tc>
                <a:tc>
                  <a:txBody>
                    <a:bodyPr/>
                    <a:lstStyle/>
                    <a:p>
                      <a:r>
                        <a:rPr lang="en-US" sz="1600" dirty="0"/>
                        <a:t>21232</a:t>
                      </a:r>
                    </a:p>
                  </a:txBody>
                  <a:tcPr/>
                </a:tc>
                <a:tc>
                  <a:txBody>
                    <a:bodyPr/>
                    <a:lstStyle/>
                    <a:p>
                      <a:pPr algn="ctr"/>
                      <a:r>
                        <a:rPr lang="en-US" sz="1600" dirty="0"/>
                        <a:t>26</a:t>
                      </a:r>
                    </a:p>
                  </a:txBody>
                  <a:tcPr/>
                </a:tc>
                <a:extLst>
                  <a:ext uri="{0D108BD9-81ED-4DB2-BD59-A6C34878D82A}">
                    <a16:rowId xmlns:a16="http://schemas.microsoft.com/office/drawing/2014/main" val="1807727570"/>
                  </a:ext>
                </a:extLst>
              </a:tr>
              <a:tr h="370840">
                <a:tc>
                  <a:txBody>
                    <a:bodyPr/>
                    <a:lstStyle/>
                    <a:p>
                      <a:r>
                        <a:rPr lang="en-US" sz="1600" dirty="0"/>
                        <a:t>2010-12-09</a:t>
                      </a:r>
                    </a:p>
                  </a:txBody>
                  <a:tcPr/>
                </a:tc>
                <a:tc>
                  <a:txBody>
                    <a:bodyPr/>
                    <a:lstStyle/>
                    <a:p>
                      <a:r>
                        <a:rPr lang="en-US" sz="1600" dirty="0"/>
                        <a:t>21232</a:t>
                      </a:r>
                    </a:p>
                  </a:txBody>
                  <a:tcPr/>
                </a:tc>
                <a:tc>
                  <a:txBody>
                    <a:bodyPr/>
                    <a:lstStyle/>
                    <a:p>
                      <a:pPr algn="ctr"/>
                      <a:r>
                        <a:rPr lang="en-US" sz="1600" dirty="0"/>
                        <a:t>44</a:t>
                      </a:r>
                    </a:p>
                  </a:txBody>
                  <a:tcPr/>
                </a:tc>
                <a:extLst>
                  <a:ext uri="{0D108BD9-81ED-4DB2-BD59-A6C34878D82A}">
                    <a16:rowId xmlns:a16="http://schemas.microsoft.com/office/drawing/2014/main" val="2799208060"/>
                  </a:ext>
                </a:extLst>
              </a:tr>
            </a:tbl>
          </a:graphicData>
        </a:graphic>
      </p:graphicFrame>
    </p:spTree>
    <p:custDataLst>
      <p:tags r:id="rId1"/>
    </p:custDataLst>
    <p:extLst>
      <p:ext uri="{BB962C8B-B14F-4D97-AF65-F5344CB8AC3E}">
        <p14:creationId xmlns:p14="http://schemas.microsoft.com/office/powerpoint/2010/main" val="230940519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F54A59E-034D-4036-9DDE-F026296C9AE2}"/>
              </a:ext>
            </a:extLst>
          </p:cNvPr>
          <p:cNvSpPr>
            <a:spLocks noGrp="1"/>
          </p:cNvSpPr>
          <p:nvPr>
            <p:ph type="sldNum" idx="97"/>
          </p:nvPr>
        </p:nvSpPr>
        <p:spPr/>
        <p:txBody>
          <a:bodyPr/>
          <a:lstStyle/>
          <a:p>
            <a:fld id="{4037B1B0-0345-4E15-985A-6BECCDBE474F}" type="slidenum">
              <a:rPr lang="en-US" smtClean="0"/>
              <a:pPr/>
              <a:t>42</a:t>
            </a:fld>
            <a:endParaRPr lang="en-US" dirty="0"/>
          </a:p>
        </p:txBody>
      </p:sp>
      <p:sp>
        <p:nvSpPr>
          <p:cNvPr id="3" name="Title 2">
            <a:extLst>
              <a:ext uri="{FF2B5EF4-FFF2-40B4-BE49-F238E27FC236}">
                <a16:creationId xmlns:a16="http://schemas.microsoft.com/office/drawing/2014/main" id="{3BE02FE7-A6FA-4689-A30C-628FCBC12A88}"/>
              </a:ext>
            </a:extLst>
          </p:cNvPr>
          <p:cNvSpPr>
            <a:spLocks noGrp="1"/>
          </p:cNvSpPr>
          <p:nvPr>
            <p:ph type="title" idx="1"/>
          </p:nvPr>
        </p:nvSpPr>
        <p:spPr/>
        <p:txBody>
          <a:bodyPr/>
          <a:lstStyle/>
          <a:p>
            <a:r>
              <a:rPr lang="en-US" dirty="0"/>
              <a:t>Time series handling: Upsampling</a:t>
            </a:r>
          </a:p>
        </p:txBody>
      </p:sp>
      <p:sp>
        <p:nvSpPr>
          <p:cNvPr id="8" name="TextBox 7">
            <a:extLst>
              <a:ext uri="{FF2B5EF4-FFF2-40B4-BE49-F238E27FC236}">
                <a16:creationId xmlns:a16="http://schemas.microsoft.com/office/drawing/2014/main" id="{4F5CC003-AF4B-70D0-39EC-C77AD5740593}"/>
              </a:ext>
            </a:extLst>
          </p:cNvPr>
          <p:cNvSpPr txBox="1"/>
          <p:nvPr/>
        </p:nvSpPr>
        <p:spPr>
          <a:xfrm>
            <a:off x="2097519" y="1439255"/>
            <a:ext cx="1370888" cy="338554"/>
          </a:xfrm>
          <a:prstGeom prst="rect">
            <a:avLst/>
          </a:prstGeom>
          <a:noFill/>
        </p:spPr>
        <p:txBody>
          <a:bodyPr wrap="none" rtlCol="0">
            <a:spAutoFit/>
          </a:bodyPr>
          <a:lstStyle/>
          <a:p>
            <a:pPr algn="ctr"/>
            <a:r>
              <a:rPr lang="en-US" sz="1600" dirty="0">
                <a:solidFill>
                  <a:srgbClr val="232F3E"/>
                </a:solidFill>
                <a:ea typeface="Amazon Ember Light" panose="020B0403020204020204" pitchFamily="34" charset="0"/>
                <a:cs typeface="Amazon Ember Light" panose="020B0403020204020204" pitchFamily="34" charset="0"/>
              </a:rPr>
              <a:t>yyyy-mm-dd</a:t>
            </a:r>
          </a:p>
        </p:txBody>
      </p:sp>
      <p:graphicFrame>
        <p:nvGraphicFramePr>
          <p:cNvPr id="9" name="Table 8">
            <a:extLst>
              <a:ext uri="{FF2B5EF4-FFF2-40B4-BE49-F238E27FC236}">
                <a16:creationId xmlns:a16="http://schemas.microsoft.com/office/drawing/2014/main" id="{E0C28CB3-C019-DF7F-1B8A-46B4B91D015B}"/>
              </a:ext>
            </a:extLst>
          </p:cNvPr>
          <p:cNvGraphicFramePr>
            <a:graphicFrameLocks noGrp="1"/>
          </p:cNvGraphicFramePr>
          <p:nvPr>
            <p:extLst>
              <p:ext uri="{D42A27DB-BD31-4B8C-83A1-F6EECF244321}">
                <p14:modId xmlns:p14="http://schemas.microsoft.com/office/powerpoint/2010/main" val="2626686026"/>
              </p:ext>
            </p:extLst>
          </p:nvPr>
        </p:nvGraphicFramePr>
        <p:xfrm>
          <a:off x="1118065" y="2245874"/>
          <a:ext cx="3441692" cy="1483360"/>
        </p:xfrm>
        <a:graphic>
          <a:graphicData uri="http://schemas.openxmlformats.org/drawingml/2006/table">
            <a:tbl>
              <a:tblPr firstRow="1" bandRow="1">
                <a:tableStyleId>{5C22544A-7EE6-4342-B048-85BDC9FD1C3A}</a:tableStyleId>
              </a:tblPr>
              <a:tblGrid>
                <a:gridCol w="1540139">
                  <a:extLst>
                    <a:ext uri="{9D8B030D-6E8A-4147-A177-3AD203B41FA5}">
                      <a16:colId xmlns:a16="http://schemas.microsoft.com/office/drawing/2014/main" val="281093953"/>
                    </a:ext>
                  </a:extLst>
                </a:gridCol>
                <a:gridCol w="855017">
                  <a:extLst>
                    <a:ext uri="{9D8B030D-6E8A-4147-A177-3AD203B41FA5}">
                      <a16:colId xmlns:a16="http://schemas.microsoft.com/office/drawing/2014/main" val="110435084"/>
                    </a:ext>
                  </a:extLst>
                </a:gridCol>
                <a:gridCol w="1046536">
                  <a:extLst>
                    <a:ext uri="{9D8B030D-6E8A-4147-A177-3AD203B41FA5}">
                      <a16:colId xmlns:a16="http://schemas.microsoft.com/office/drawing/2014/main" val="3231228084"/>
                    </a:ext>
                  </a:extLst>
                </a:gridCol>
              </a:tblGrid>
              <a:tr h="370840">
                <a:tc>
                  <a:txBody>
                    <a:bodyPr/>
                    <a:lstStyle/>
                    <a:p>
                      <a:r>
                        <a:rPr lang="en-US" sz="1600" dirty="0"/>
                        <a:t>Invoice</a:t>
                      </a:r>
                      <a:r>
                        <a:rPr lang="en-US" sz="1600" baseline="0" dirty="0"/>
                        <a:t>Date</a:t>
                      </a:r>
                      <a:endParaRPr lang="en-US" sz="1600" b="0" dirty="0">
                        <a:latin typeface="Amazon Ember" panose="02000000000000000000" pitchFamily="2" charset="0"/>
                        <a:ea typeface="Amazon Ember" panose="02000000000000000000" pitchFamily="2" charset="0"/>
                      </a:endParaRPr>
                    </a:p>
                  </a:txBody>
                  <a:tcPr/>
                </a:tc>
                <a:tc>
                  <a:txBody>
                    <a:bodyPr/>
                    <a:lstStyle/>
                    <a:p>
                      <a:r>
                        <a:rPr lang="en-US" sz="1600" dirty="0"/>
                        <a:t>Item</a:t>
                      </a:r>
                      <a:endParaRPr lang="en-US" sz="1600" b="0" dirty="0">
                        <a:latin typeface="Amazon Ember" panose="02000000000000000000" pitchFamily="2" charset="0"/>
                        <a:ea typeface="Amazon Ember" panose="02000000000000000000" pitchFamily="2" charset="0"/>
                      </a:endParaRPr>
                    </a:p>
                  </a:txBody>
                  <a:tcPr/>
                </a:tc>
                <a:tc>
                  <a:txBody>
                    <a:bodyPr/>
                    <a:lstStyle/>
                    <a:p>
                      <a:r>
                        <a:rPr lang="en-US" sz="1600" dirty="0"/>
                        <a:t>Quantity</a:t>
                      </a:r>
                      <a:endParaRPr lang="en-US" sz="1600" b="0" dirty="0">
                        <a:latin typeface="Amazon Ember" panose="02000000000000000000" pitchFamily="2" charset="0"/>
                        <a:ea typeface="Amazon Ember" panose="02000000000000000000" pitchFamily="2" charset="0"/>
                      </a:endParaRPr>
                    </a:p>
                  </a:txBody>
                  <a:tcPr/>
                </a:tc>
                <a:extLst>
                  <a:ext uri="{0D108BD9-81ED-4DB2-BD59-A6C34878D82A}">
                    <a16:rowId xmlns:a16="http://schemas.microsoft.com/office/drawing/2014/main" val="2429658742"/>
                  </a:ext>
                </a:extLst>
              </a:tr>
              <a:tr h="370840">
                <a:tc>
                  <a:txBody>
                    <a:bodyPr/>
                    <a:lstStyle/>
                    <a:p>
                      <a:r>
                        <a:rPr lang="en-US" sz="1600" dirty="0"/>
                        <a:t>2009-12-01</a:t>
                      </a:r>
                    </a:p>
                  </a:txBody>
                  <a:tcPr/>
                </a:tc>
                <a:tc>
                  <a:txBody>
                    <a:bodyPr/>
                    <a:lstStyle/>
                    <a:p>
                      <a:r>
                        <a:rPr lang="en-US" sz="1600" dirty="0"/>
                        <a:t>21232</a:t>
                      </a:r>
                    </a:p>
                  </a:txBody>
                  <a:tcPr/>
                </a:tc>
                <a:tc>
                  <a:txBody>
                    <a:bodyPr/>
                    <a:lstStyle/>
                    <a:p>
                      <a:pPr algn="ctr"/>
                      <a:r>
                        <a:rPr lang="en-US" sz="1600" dirty="0"/>
                        <a:t>60</a:t>
                      </a:r>
                    </a:p>
                  </a:txBody>
                  <a:tcPr/>
                </a:tc>
                <a:extLst>
                  <a:ext uri="{0D108BD9-81ED-4DB2-BD59-A6C34878D82A}">
                    <a16:rowId xmlns:a16="http://schemas.microsoft.com/office/drawing/2014/main" val="3004578342"/>
                  </a:ext>
                </a:extLst>
              </a:tr>
              <a:tr h="370840">
                <a:tc>
                  <a:txBody>
                    <a:bodyPr/>
                    <a:lstStyle/>
                    <a:p>
                      <a:r>
                        <a:rPr lang="en-US" sz="1600" dirty="0"/>
                        <a:t>2010-12-08</a:t>
                      </a:r>
                    </a:p>
                  </a:txBody>
                  <a:tcPr/>
                </a:tc>
                <a:tc>
                  <a:txBody>
                    <a:bodyPr/>
                    <a:lstStyle/>
                    <a:p>
                      <a:r>
                        <a:rPr lang="en-US" sz="1600" dirty="0"/>
                        <a:t>21232</a:t>
                      </a:r>
                    </a:p>
                  </a:txBody>
                  <a:tcPr/>
                </a:tc>
                <a:tc>
                  <a:txBody>
                    <a:bodyPr/>
                    <a:lstStyle/>
                    <a:p>
                      <a:pPr algn="ctr"/>
                      <a:r>
                        <a:rPr lang="en-US" sz="1600" dirty="0"/>
                        <a:t>26</a:t>
                      </a:r>
                    </a:p>
                  </a:txBody>
                  <a:tcPr/>
                </a:tc>
                <a:extLst>
                  <a:ext uri="{0D108BD9-81ED-4DB2-BD59-A6C34878D82A}">
                    <a16:rowId xmlns:a16="http://schemas.microsoft.com/office/drawing/2014/main" val="1807727570"/>
                  </a:ext>
                </a:extLst>
              </a:tr>
              <a:tr h="370840">
                <a:tc>
                  <a:txBody>
                    <a:bodyPr/>
                    <a:lstStyle/>
                    <a:p>
                      <a:r>
                        <a:rPr lang="en-US" sz="1600" dirty="0"/>
                        <a:t>2010-12-09</a:t>
                      </a:r>
                    </a:p>
                  </a:txBody>
                  <a:tcPr/>
                </a:tc>
                <a:tc>
                  <a:txBody>
                    <a:bodyPr/>
                    <a:lstStyle/>
                    <a:p>
                      <a:r>
                        <a:rPr lang="en-US" sz="1600" dirty="0"/>
                        <a:t>21232</a:t>
                      </a:r>
                    </a:p>
                  </a:txBody>
                  <a:tcPr/>
                </a:tc>
                <a:tc>
                  <a:txBody>
                    <a:bodyPr/>
                    <a:lstStyle/>
                    <a:p>
                      <a:pPr algn="ctr"/>
                      <a:r>
                        <a:rPr lang="en-US" sz="1600" dirty="0"/>
                        <a:t>44</a:t>
                      </a:r>
                    </a:p>
                  </a:txBody>
                  <a:tcPr/>
                </a:tc>
                <a:extLst>
                  <a:ext uri="{0D108BD9-81ED-4DB2-BD59-A6C34878D82A}">
                    <a16:rowId xmlns:a16="http://schemas.microsoft.com/office/drawing/2014/main" val="2799208060"/>
                  </a:ext>
                </a:extLst>
              </a:tr>
            </a:tbl>
          </a:graphicData>
        </a:graphic>
      </p:graphicFrame>
      <p:sp>
        <p:nvSpPr>
          <p:cNvPr id="11" name="Right Arrow 14">
            <a:extLst>
              <a:ext uri="{FF2B5EF4-FFF2-40B4-BE49-F238E27FC236}">
                <a16:creationId xmlns:a16="http://schemas.microsoft.com/office/drawing/2014/main" id="{AE61BF01-A499-A65A-1C5E-1FC5AC7EC7B1}"/>
              </a:ext>
              <a:ext uri="{C183D7F6-B498-43B3-948B-1728B52AA6E4}">
                <adec:decorative xmlns:adec="http://schemas.microsoft.com/office/drawing/2017/decorative" val="1"/>
              </a:ext>
            </a:extLst>
          </p:cNvPr>
          <p:cNvSpPr/>
          <p:nvPr/>
        </p:nvSpPr>
        <p:spPr>
          <a:xfrm>
            <a:off x="4790071" y="2745238"/>
            <a:ext cx="538323"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2F479828-C6CB-4FAF-CBD6-404C22657415}"/>
              </a:ext>
              <a:ext uri="{C183D7F6-B498-43B3-948B-1728B52AA6E4}">
                <adec:decorative xmlns:adec="http://schemas.microsoft.com/office/drawing/2017/decorative" val="0"/>
              </a:ext>
            </a:extLst>
          </p:cNvPr>
          <p:cNvSpPr/>
          <p:nvPr/>
        </p:nvSpPr>
        <p:spPr>
          <a:xfrm>
            <a:off x="5558708" y="2530354"/>
            <a:ext cx="914400" cy="9144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800" dirty="0">
                <a:solidFill>
                  <a:schemeClr val="tx1"/>
                </a:solidFill>
              </a:rPr>
              <a:t>?</a:t>
            </a:r>
          </a:p>
        </p:txBody>
      </p:sp>
      <p:sp>
        <p:nvSpPr>
          <p:cNvPr id="14" name="Right Arrow 18">
            <a:extLst>
              <a:ext uri="{FF2B5EF4-FFF2-40B4-BE49-F238E27FC236}">
                <a16:creationId xmlns:a16="http://schemas.microsoft.com/office/drawing/2014/main" id="{2F16D905-2CA0-6C28-523F-4E853376E164}"/>
              </a:ext>
              <a:ext uri="{C183D7F6-B498-43B3-948B-1728B52AA6E4}">
                <adec:decorative xmlns:adec="http://schemas.microsoft.com/office/drawing/2017/decorative" val="1"/>
              </a:ext>
            </a:extLst>
          </p:cNvPr>
          <p:cNvSpPr/>
          <p:nvPr/>
        </p:nvSpPr>
        <p:spPr>
          <a:xfrm>
            <a:off x="6641248" y="2774440"/>
            <a:ext cx="538323"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extBox 6">
            <a:extLst>
              <a:ext uri="{FF2B5EF4-FFF2-40B4-BE49-F238E27FC236}">
                <a16:creationId xmlns:a16="http://schemas.microsoft.com/office/drawing/2014/main" id="{88A59FFD-D11D-486F-173D-31336B2C8377}"/>
              </a:ext>
            </a:extLst>
          </p:cNvPr>
          <p:cNvSpPr txBox="1"/>
          <p:nvPr/>
        </p:nvSpPr>
        <p:spPr>
          <a:xfrm>
            <a:off x="8344281" y="1435755"/>
            <a:ext cx="2403223" cy="338554"/>
          </a:xfrm>
          <a:prstGeom prst="rect">
            <a:avLst/>
          </a:prstGeom>
          <a:noFill/>
        </p:spPr>
        <p:txBody>
          <a:bodyPr wrap="none" rtlCol="0">
            <a:spAutoFit/>
          </a:bodyPr>
          <a:lstStyle/>
          <a:p>
            <a:pPr algn="ctr"/>
            <a:r>
              <a:rPr lang="en-US" sz="1600" dirty="0">
                <a:solidFill>
                  <a:srgbClr val="232F3E"/>
                </a:solidFill>
                <a:ea typeface="Amazon Ember Light" panose="020B0403020204020204" pitchFamily="34" charset="0"/>
                <a:cs typeface="Amazon Ember Light" panose="020B0403020204020204" pitchFamily="34" charset="0"/>
              </a:rPr>
              <a:t>yyyy-mm-dd HH:MM:SS</a:t>
            </a:r>
          </a:p>
        </p:txBody>
      </p:sp>
      <p:graphicFrame>
        <p:nvGraphicFramePr>
          <p:cNvPr id="13" name="Table 12">
            <a:extLst>
              <a:ext uri="{FF2B5EF4-FFF2-40B4-BE49-F238E27FC236}">
                <a16:creationId xmlns:a16="http://schemas.microsoft.com/office/drawing/2014/main" id="{E9350F46-F399-D3AC-ED20-C2CBB43FE351}"/>
              </a:ext>
            </a:extLst>
          </p:cNvPr>
          <p:cNvGraphicFramePr>
            <a:graphicFrameLocks noGrp="1"/>
          </p:cNvGraphicFramePr>
          <p:nvPr>
            <p:extLst>
              <p:ext uri="{D42A27DB-BD31-4B8C-83A1-F6EECF244321}">
                <p14:modId xmlns:p14="http://schemas.microsoft.com/office/powerpoint/2010/main" val="3302384150"/>
              </p:ext>
            </p:extLst>
          </p:nvPr>
        </p:nvGraphicFramePr>
        <p:xfrm>
          <a:off x="7276862" y="1904236"/>
          <a:ext cx="4101380" cy="2225040"/>
        </p:xfrm>
        <a:graphic>
          <a:graphicData uri="http://schemas.openxmlformats.org/drawingml/2006/table">
            <a:tbl>
              <a:tblPr firstRow="1" bandRow="1">
                <a:tableStyleId>{5C22544A-7EE6-4342-B048-85BDC9FD1C3A}</a:tableStyleId>
              </a:tblPr>
              <a:tblGrid>
                <a:gridCol w="2238073">
                  <a:extLst>
                    <a:ext uri="{9D8B030D-6E8A-4147-A177-3AD203B41FA5}">
                      <a16:colId xmlns:a16="http://schemas.microsoft.com/office/drawing/2014/main" val="281093953"/>
                    </a:ext>
                  </a:extLst>
                </a:gridCol>
                <a:gridCol w="808160">
                  <a:extLst>
                    <a:ext uri="{9D8B030D-6E8A-4147-A177-3AD203B41FA5}">
                      <a16:colId xmlns:a16="http://schemas.microsoft.com/office/drawing/2014/main" val="110435084"/>
                    </a:ext>
                  </a:extLst>
                </a:gridCol>
                <a:gridCol w="1055147">
                  <a:extLst>
                    <a:ext uri="{9D8B030D-6E8A-4147-A177-3AD203B41FA5}">
                      <a16:colId xmlns:a16="http://schemas.microsoft.com/office/drawing/2014/main" val="3231228084"/>
                    </a:ext>
                  </a:extLst>
                </a:gridCol>
              </a:tblGrid>
              <a:tr h="370840">
                <a:tc>
                  <a:txBody>
                    <a:bodyPr/>
                    <a:lstStyle/>
                    <a:p>
                      <a:r>
                        <a:rPr lang="en-US" sz="1600" dirty="0"/>
                        <a:t>Invoice</a:t>
                      </a:r>
                      <a:r>
                        <a:rPr lang="en-US" sz="1600" baseline="0" dirty="0"/>
                        <a:t>Date</a:t>
                      </a:r>
                      <a:endParaRPr lang="en-US" sz="1600" b="0" dirty="0">
                        <a:solidFill>
                          <a:schemeClr val="bg1"/>
                        </a:solidFill>
                        <a:latin typeface="Amazon Ember" panose="02000000000000000000" pitchFamily="2" charset="0"/>
                        <a:ea typeface="Amazon Ember" panose="02000000000000000000" pitchFamily="2" charset="0"/>
                      </a:endParaRPr>
                    </a:p>
                  </a:txBody>
                  <a:tcPr/>
                </a:tc>
                <a:tc>
                  <a:txBody>
                    <a:bodyPr/>
                    <a:lstStyle/>
                    <a:p>
                      <a:r>
                        <a:rPr lang="en-US" sz="1600" dirty="0"/>
                        <a:t>Item</a:t>
                      </a:r>
                      <a:endParaRPr lang="en-US" sz="1600" b="0" dirty="0">
                        <a:solidFill>
                          <a:schemeClr val="bg1"/>
                        </a:solidFill>
                        <a:latin typeface="Amazon Ember" panose="02000000000000000000" pitchFamily="2" charset="0"/>
                        <a:ea typeface="Amazon Ember" panose="02000000000000000000" pitchFamily="2" charset="0"/>
                      </a:endParaRPr>
                    </a:p>
                  </a:txBody>
                  <a:tcPr/>
                </a:tc>
                <a:tc>
                  <a:txBody>
                    <a:bodyPr/>
                    <a:lstStyle/>
                    <a:p>
                      <a:r>
                        <a:rPr lang="en-US" sz="1600" dirty="0"/>
                        <a:t>Quantity</a:t>
                      </a:r>
                      <a:endParaRPr lang="en-US" sz="1600" b="0" dirty="0">
                        <a:solidFill>
                          <a:schemeClr val="bg1"/>
                        </a:solidFill>
                        <a:latin typeface="Amazon Ember" panose="02000000000000000000" pitchFamily="2" charset="0"/>
                        <a:ea typeface="Amazon Ember" panose="02000000000000000000" pitchFamily="2" charset="0"/>
                      </a:endParaRPr>
                    </a:p>
                  </a:txBody>
                  <a:tcPr/>
                </a:tc>
                <a:extLst>
                  <a:ext uri="{0D108BD9-81ED-4DB2-BD59-A6C34878D82A}">
                    <a16:rowId xmlns:a16="http://schemas.microsoft.com/office/drawing/2014/main" val="2429658742"/>
                  </a:ext>
                </a:extLst>
              </a:tr>
              <a:tr h="370840">
                <a:tc>
                  <a:txBody>
                    <a:bodyPr/>
                    <a:lstStyle/>
                    <a:p>
                      <a:r>
                        <a:rPr lang="en-US" sz="1600" dirty="0"/>
                        <a:t>2009-12-01 ??:??:??</a:t>
                      </a:r>
                      <a:endParaRPr lang="en-US" sz="1600" dirty="0">
                        <a:solidFill>
                          <a:schemeClr val="accent5"/>
                        </a:solidFill>
                      </a:endParaRPr>
                    </a:p>
                  </a:txBody>
                  <a:tcPr/>
                </a:tc>
                <a:tc>
                  <a:txBody>
                    <a:bodyPr/>
                    <a:lstStyle/>
                    <a:p>
                      <a:r>
                        <a:rPr lang="en-US" sz="1600" dirty="0"/>
                        <a:t>21232</a:t>
                      </a:r>
                    </a:p>
                  </a:txBody>
                  <a:tcPr/>
                </a:tc>
                <a:tc>
                  <a:txBody>
                    <a:bodyPr/>
                    <a:lstStyle/>
                    <a:p>
                      <a:pPr algn="ctr"/>
                      <a:r>
                        <a:rPr lang="en-US" sz="1600" dirty="0"/>
                        <a:t>??</a:t>
                      </a:r>
                      <a:endParaRPr lang="en-US" sz="1600" dirty="0">
                        <a:solidFill>
                          <a:schemeClr val="accent5"/>
                        </a:solidFill>
                      </a:endParaRPr>
                    </a:p>
                  </a:txBody>
                  <a:tcPr/>
                </a:tc>
                <a:extLst>
                  <a:ext uri="{0D108BD9-81ED-4DB2-BD59-A6C34878D82A}">
                    <a16:rowId xmlns:a16="http://schemas.microsoft.com/office/drawing/2014/main" val="3004578342"/>
                  </a:ext>
                </a:extLst>
              </a:tr>
              <a:tr h="370840">
                <a:tc>
                  <a:txBody>
                    <a:bodyPr/>
                    <a:lstStyle/>
                    <a:p>
                      <a:r>
                        <a:rPr lang="en-US" sz="1600" dirty="0"/>
                        <a:t>2009-12-01 ??:??:??</a:t>
                      </a:r>
                      <a:endParaRPr lang="en-US" sz="1600" dirty="0">
                        <a:solidFill>
                          <a:schemeClr val="accent5"/>
                        </a:solidFill>
                      </a:endParaRPr>
                    </a:p>
                  </a:txBody>
                  <a:tcPr/>
                </a:tc>
                <a:tc>
                  <a:txBody>
                    <a:bodyPr/>
                    <a:lstStyle/>
                    <a:p>
                      <a:r>
                        <a:rPr lang="en-US" sz="1600" dirty="0"/>
                        <a:t>21232</a:t>
                      </a:r>
                    </a:p>
                  </a:txBody>
                  <a:tcPr/>
                </a:tc>
                <a:tc>
                  <a:txBody>
                    <a:bodyPr/>
                    <a:lstStyle/>
                    <a:p>
                      <a:pPr algn="ctr"/>
                      <a:r>
                        <a:rPr lang="en-US" sz="1600" dirty="0"/>
                        <a:t>??</a:t>
                      </a:r>
                      <a:endParaRPr lang="en-US" sz="1600" dirty="0">
                        <a:solidFill>
                          <a:schemeClr val="accent5"/>
                        </a:solidFill>
                      </a:endParaRPr>
                    </a:p>
                  </a:txBody>
                  <a:tcPr/>
                </a:tc>
                <a:extLst>
                  <a:ext uri="{0D108BD9-81ED-4DB2-BD59-A6C34878D82A}">
                    <a16:rowId xmlns:a16="http://schemas.microsoft.com/office/drawing/2014/main" val="4116295474"/>
                  </a:ext>
                </a:extLst>
              </a:tr>
              <a:tr h="370840">
                <a:tc>
                  <a:txBody>
                    <a:bodyPr/>
                    <a:lstStyle/>
                    <a:p>
                      <a:r>
                        <a:rPr lang="en-US" sz="1600" dirty="0"/>
                        <a:t>2010-12-08 ??:??:??</a:t>
                      </a:r>
                      <a:endParaRPr lang="en-US" sz="1600" dirty="0">
                        <a:solidFill>
                          <a:schemeClr val="accent5"/>
                        </a:solidFill>
                      </a:endParaRPr>
                    </a:p>
                  </a:txBody>
                  <a:tcPr/>
                </a:tc>
                <a:tc>
                  <a:txBody>
                    <a:bodyPr/>
                    <a:lstStyle/>
                    <a:p>
                      <a:r>
                        <a:rPr lang="en-US" sz="1600" dirty="0"/>
                        <a:t>21232</a:t>
                      </a:r>
                    </a:p>
                  </a:txBody>
                  <a:tcPr/>
                </a:tc>
                <a:tc>
                  <a:txBody>
                    <a:bodyPr/>
                    <a:lstStyle/>
                    <a:p>
                      <a:pPr algn="ctr"/>
                      <a:r>
                        <a:rPr lang="en-US" sz="1600" dirty="0"/>
                        <a:t>??</a:t>
                      </a:r>
                      <a:endParaRPr lang="en-US" sz="1600" dirty="0">
                        <a:solidFill>
                          <a:schemeClr val="accent5"/>
                        </a:solidFill>
                      </a:endParaRPr>
                    </a:p>
                  </a:txBody>
                  <a:tcPr/>
                </a:tc>
                <a:extLst>
                  <a:ext uri="{0D108BD9-81ED-4DB2-BD59-A6C34878D82A}">
                    <a16:rowId xmlns:a16="http://schemas.microsoft.com/office/drawing/2014/main" val="1807727570"/>
                  </a:ext>
                </a:extLst>
              </a:tr>
              <a:tr h="370840">
                <a:tc>
                  <a:txBody>
                    <a:bodyPr/>
                    <a:lstStyle/>
                    <a:p>
                      <a:r>
                        <a:rPr lang="en-US" sz="1600" dirty="0"/>
                        <a:t>2010-12-08 ??:??:??</a:t>
                      </a:r>
                      <a:endParaRPr lang="en-US" sz="1600" dirty="0">
                        <a:solidFill>
                          <a:schemeClr val="accent5"/>
                        </a:solidFill>
                      </a:endParaRPr>
                    </a:p>
                  </a:txBody>
                  <a:tcPr/>
                </a:tc>
                <a:tc>
                  <a:txBody>
                    <a:bodyPr/>
                    <a:lstStyle/>
                    <a:p>
                      <a:r>
                        <a:rPr lang="en-US" sz="1600" dirty="0"/>
                        <a:t>21232</a:t>
                      </a:r>
                    </a:p>
                  </a:txBody>
                  <a:tcPr/>
                </a:tc>
                <a:tc>
                  <a:txBody>
                    <a:bodyPr/>
                    <a:lstStyle/>
                    <a:p>
                      <a:pPr algn="ctr"/>
                      <a:r>
                        <a:rPr lang="en-US" sz="1600" dirty="0"/>
                        <a:t>??</a:t>
                      </a:r>
                      <a:endParaRPr lang="en-US" sz="1600" dirty="0">
                        <a:solidFill>
                          <a:schemeClr val="accent5"/>
                        </a:solidFill>
                      </a:endParaRPr>
                    </a:p>
                  </a:txBody>
                  <a:tcPr/>
                </a:tc>
                <a:extLst>
                  <a:ext uri="{0D108BD9-81ED-4DB2-BD59-A6C34878D82A}">
                    <a16:rowId xmlns:a16="http://schemas.microsoft.com/office/drawing/2014/main" val="4220540611"/>
                  </a:ext>
                </a:extLst>
              </a:tr>
              <a:tr h="370840">
                <a:tc>
                  <a:txBody>
                    <a:bodyPr/>
                    <a:lstStyle/>
                    <a:p>
                      <a:r>
                        <a:rPr lang="en-US" sz="1600" dirty="0"/>
                        <a:t>2010-12-09 ??:??:??</a:t>
                      </a:r>
                      <a:endParaRPr lang="en-US" sz="1600" dirty="0">
                        <a:solidFill>
                          <a:schemeClr val="accent5"/>
                        </a:solidFill>
                      </a:endParaRPr>
                    </a:p>
                  </a:txBody>
                  <a:tcPr/>
                </a:tc>
                <a:tc>
                  <a:txBody>
                    <a:bodyPr/>
                    <a:lstStyle/>
                    <a:p>
                      <a:r>
                        <a:rPr lang="en-US" sz="1600" dirty="0"/>
                        <a:t>21232</a:t>
                      </a:r>
                    </a:p>
                  </a:txBody>
                  <a:tcPr/>
                </a:tc>
                <a:tc>
                  <a:txBody>
                    <a:bodyPr/>
                    <a:lstStyle/>
                    <a:p>
                      <a:pPr algn="ctr"/>
                      <a:r>
                        <a:rPr lang="en-US" sz="1600" dirty="0"/>
                        <a:t>44</a:t>
                      </a:r>
                    </a:p>
                  </a:txBody>
                  <a:tcPr/>
                </a:tc>
                <a:extLst>
                  <a:ext uri="{0D108BD9-81ED-4DB2-BD59-A6C34878D82A}">
                    <a16:rowId xmlns:a16="http://schemas.microsoft.com/office/drawing/2014/main" val="2799208060"/>
                  </a:ext>
                </a:extLst>
              </a:tr>
            </a:tbl>
          </a:graphicData>
        </a:graphic>
      </p:graphicFrame>
      <p:sp>
        <p:nvSpPr>
          <p:cNvPr id="12" name="TextBox 11">
            <a:extLst>
              <a:ext uri="{FF2B5EF4-FFF2-40B4-BE49-F238E27FC236}">
                <a16:creationId xmlns:a16="http://schemas.microsoft.com/office/drawing/2014/main" id="{69B4ABDB-CC6C-99A1-2E6D-026FBA4B50C4}"/>
              </a:ext>
            </a:extLst>
          </p:cNvPr>
          <p:cNvSpPr txBox="1"/>
          <p:nvPr/>
        </p:nvSpPr>
        <p:spPr>
          <a:xfrm>
            <a:off x="663477" y="4410541"/>
            <a:ext cx="10835534" cy="1815882"/>
          </a:xfrm>
          <a:prstGeom prst="rect">
            <a:avLst/>
          </a:prstGeom>
          <a:noFill/>
        </p:spPr>
        <p:txBody>
          <a:bodyPr wrap="square" rtlCol="0">
            <a:spAutoFit/>
          </a:bodyPr>
          <a:lstStyle/>
          <a:p>
            <a:r>
              <a:rPr lang="en-US" sz="2800" dirty="0">
                <a:solidFill>
                  <a:srgbClr val="232F3E"/>
                </a:solidFill>
                <a:ea typeface="Amazon Ember Light" panose="020B0403020204020204" pitchFamily="34" charset="0"/>
                <a:cs typeface="Amazon Ember Light" panose="020B0403020204020204" pitchFamily="34" charset="0"/>
              </a:rPr>
              <a:t>Reasons to upsample:</a:t>
            </a:r>
          </a:p>
          <a:p>
            <a:pPr marL="457200" indent="-457200">
              <a:buFont typeface="Arial" panose="020B0604020202020204" pitchFamily="34" charset="0"/>
              <a:buChar char="•"/>
            </a:pPr>
            <a:r>
              <a:rPr lang="en-US" sz="2800" dirty="0">
                <a:solidFill>
                  <a:srgbClr val="232F3E"/>
                </a:solidFill>
                <a:ea typeface="Amazon Ember Light" panose="020B0403020204020204" pitchFamily="34" charset="0"/>
                <a:cs typeface="Amazon Ember Light" panose="020B0403020204020204" pitchFamily="34" charset="0"/>
              </a:rPr>
              <a:t>Match different time series</a:t>
            </a:r>
          </a:p>
          <a:p>
            <a:pPr marL="457200" indent="-457200">
              <a:buFont typeface="Arial" panose="020B0604020202020204" pitchFamily="34" charset="0"/>
              <a:buChar char="•"/>
            </a:pPr>
            <a:r>
              <a:rPr lang="en-US" sz="2800" dirty="0">
                <a:solidFill>
                  <a:srgbClr val="232F3E"/>
                </a:solidFill>
                <a:ea typeface="Amazon Ember Light" panose="020B0403020204020204" pitchFamily="34" charset="0"/>
                <a:cs typeface="Amazon Ember Light" panose="020B0403020204020204" pitchFamily="34" charset="0"/>
              </a:rPr>
              <a:t>Irregular time series</a:t>
            </a:r>
          </a:p>
          <a:p>
            <a:pPr marL="457200" indent="-457200">
              <a:buFont typeface="Arial" panose="020B0604020202020204" pitchFamily="34" charset="0"/>
              <a:buChar char="•"/>
            </a:pPr>
            <a:r>
              <a:rPr lang="en-US" sz="2800" dirty="0">
                <a:solidFill>
                  <a:srgbClr val="232F3E"/>
                </a:solidFill>
                <a:ea typeface="Amazon Ember Light" panose="020B0403020204020204" pitchFamily="34" charset="0"/>
                <a:cs typeface="Amazon Ember Light" panose="020B0403020204020204" pitchFamily="34" charset="0"/>
              </a:rPr>
              <a:t>Knowledge of domain</a:t>
            </a:r>
          </a:p>
        </p:txBody>
      </p:sp>
    </p:spTree>
    <p:custDataLst>
      <p:tags r:id="rId1"/>
    </p:custDataLst>
    <p:extLst>
      <p:ext uri="{BB962C8B-B14F-4D97-AF65-F5344CB8AC3E}">
        <p14:creationId xmlns:p14="http://schemas.microsoft.com/office/powerpoint/2010/main" val="301762064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F54A59E-034D-4036-9DDE-F026296C9AE2}"/>
              </a:ext>
            </a:extLst>
          </p:cNvPr>
          <p:cNvSpPr>
            <a:spLocks noGrp="1"/>
          </p:cNvSpPr>
          <p:nvPr>
            <p:ph type="sldNum" idx="97"/>
          </p:nvPr>
        </p:nvSpPr>
        <p:spPr/>
        <p:txBody>
          <a:bodyPr/>
          <a:lstStyle/>
          <a:p>
            <a:fld id="{4037B1B0-0345-4E15-985A-6BECCDBE474F}" type="slidenum">
              <a:rPr lang="en-US" smtClean="0"/>
              <a:pPr/>
              <a:t>43</a:t>
            </a:fld>
            <a:endParaRPr lang="en-US" dirty="0"/>
          </a:p>
        </p:txBody>
      </p:sp>
      <p:sp>
        <p:nvSpPr>
          <p:cNvPr id="3" name="Title 2">
            <a:extLst>
              <a:ext uri="{FF2B5EF4-FFF2-40B4-BE49-F238E27FC236}">
                <a16:creationId xmlns:a16="http://schemas.microsoft.com/office/drawing/2014/main" id="{3BE02FE7-A6FA-4689-A30C-628FCBC12A88}"/>
              </a:ext>
            </a:extLst>
          </p:cNvPr>
          <p:cNvSpPr>
            <a:spLocks noGrp="1"/>
          </p:cNvSpPr>
          <p:nvPr>
            <p:ph type="title" idx="1"/>
          </p:nvPr>
        </p:nvSpPr>
        <p:spPr/>
        <p:txBody>
          <a:bodyPr/>
          <a:lstStyle/>
          <a:p>
            <a:r>
              <a:rPr lang="en-US" dirty="0"/>
              <a:t>Time series handling: Smoothing data</a:t>
            </a:r>
          </a:p>
        </p:txBody>
      </p:sp>
      <p:grpSp>
        <p:nvGrpSpPr>
          <p:cNvPr id="5" name="Group 4" descr="Line plot with outliers.">
            <a:extLst>
              <a:ext uri="{FF2B5EF4-FFF2-40B4-BE49-F238E27FC236}">
                <a16:creationId xmlns:a16="http://schemas.microsoft.com/office/drawing/2014/main" id="{3DAC4265-9B0A-151A-8F3E-7821A17AB649}"/>
              </a:ext>
            </a:extLst>
          </p:cNvPr>
          <p:cNvGrpSpPr/>
          <p:nvPr/>
        </p:nvGrpSpPr>
        <p:grpSpPr>
          <a:xfrm>
            <a:off x="900196" y="1425755"/>
            <a:ext cx="3036152" cy="2437000"/>
            <a:chOff x="900196" y="1425755"/>
            <a:chExt cx="3036152" cy="2437000"/>
          </a:xfrm>
        </p:grpSpPr>
        <p:grpSp>
          <p:nvGrpSpPr>
            <p:cNvPr id="4" name="Group 3" descr="Line plot with outliers.">
              <a:extLst>
                <a:ext uri="{FF2B5EF4-FFF2-40B4-BE49-F238E27FC236}">
                  <a16:creationId xmlns:a16="http://schemas.microsoft.com/office/drawing/2014/main" id="{47DFA257-AB3E-1C82-66EF-27E7274BF150}"/>
                </a:ext>
              </a:extLst>
            </p:cNvPr>
            <p:cNvGrpSpPr/>
            <p:nvPr/>
          </p:nvGrpSpPr>
          <p:grpSpPr>
            <a:xfrm>
              <a:off x="900196" y="1425755"/>
              <a:ext cx="3036152" cy="2437000"/>
              <a:chOff x="900196" y="1425755"/>
              <a:chExt cx="3036152" cy="2437000"/>
            </a:xfrm>
          </p:grpSpPr>
          <p:grpSp>
            <p:nvGrpSpPr>
              <p:cNvPr id="7" name="Group 6" descr="Line plot with outliers.">
                <a:extLst>
                  <a:ext uri="{FF2B5EF4-FFF2-40B4-BE49-F238E27FC236}">
                    <a16:creationId xmlns:a16="http://schemas.microsoft.com/office/drawing/2014/main" id="{76900925-9F94-1E92-FD96-205776EDC480}"/>
                  </a:ext>
                  <a:ext uri="{C183D7F6-B498-43B3-948B-1728B52AA6E4}">
                    <adec:decorative xmlns:adec="http://schemas.microsoft.com/office/drawing/2017/decorative" val="0"/>
                  </a:ext>
                </a:extLst>
              </p:cNvPr>
              <p:cNvGrpSpPr/>
              <p:nvPr/>
            </p:nvGrpSpPr>
            <p:grpSpPr>
              <a:xfrm>
                <a:off x="900196" y="1425755"/>
                <a:ext cx="3036152" cy="2437000"/>
                <a:chOff x="654545" y="1699404"/>
                <a:chExt cx="3036152" cy="2437000"/>
              </a:xfrm>
            </p:grpSpPr>
            <p:sp>
              <p:nvSpPr>
                <p:cNvPr id="8" name="Oval 7">
                  <a:extLst>
                    <a:ext uri="{FF2B5EF4-FFF2-40B4-BE49-F238E27FC236}">
                      <a16:creationId xmlns:a16="http://schemas.microsoft.com/office/drawing/2014/main" id="{42D1AC9A-0F6B-B685-3D9A-520DD5C83861}"/>
                    </a:ext>
                    <a:ext uri="{C183D7F6-B498-43B3-948B-1728B52AA6E4}">
                      <adec:decorative xmlns:adec="http://schemas.microsoft.com/office/drawing/2017/decorative" val="1"/>
                    </a:ext>
                  </a:extLst>
                </p:cNvPr>
                <p:cNvSpPr/>
                <p:nvPr/>
              </p:nvSpPr>
              <p:spPr>
                <a:xfrm>
                  <a:off x="829209" y="3741790"/>
                  <a:ext cx="108338" cy="108338"/>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9" name="Straight Connector 8">
                  <a:extLst>
                    <a:ext uri="{FF2B5EF4-FFF2-40B4-BE49-F238E27FC236}">
                      <a16:creationId xmlns:a16="http://schemas.microsoft.com/office/drawing/2014/main" id="{7F220393-0222-7C43-B871-03C8A119C9EF}"/>
                    </a:ext>
                    <a:ext uri="{C183D7F6-B498-43B3-948B-1728B52AA6E4}">
                      <adec:decorative xmlns:adec="http://schemas.microsoft.com/office/drawing/2017/decorative" val="1"/>
                    </a:ext>
                  </a:extLst>
                </p:cNvPr>
                <p:cNvCxnSpPr/>
                <p:nvPr/>
              </p:nvCxnSpPr>
              <p:spPr>
                <a:xfrm flipV="1">
                  <a:off x="654545" y="1699404"/>
                  <a:ext cx="0" cy="2437000"/>
                </a:xfrm>
                <a:prstGeom prst="line">
                  <a:avLst/>
                </a:prstGeom>
              </p:spPr>
              <p:style>
                <a:lnRef idx="1">
                  <a:schemeClr val="accent1"/>
                </a:lnRef>
                <a:fillRef idx="0">
                  <a:schemeClr val="accent1"/>
                </a:fillRef>
                <a:effectRef idx="0">
                  <a:schemeClr val="accent1"/>
                </a:effectRef>
                <a:fontRef idx="minor">
                  <a:schemeClr val="tx1"/>
                </a:fontRef>
              </p:style>
            </p:cxnSp>
            <p:sp>
              <p:nvSpPr>
                <p:cNvPr id="10" name="Oval 9">
                  <a:extLst>
                    <a:ext uri="{FF2B5EF4-FFF2-40B4-BE49-F238E27FC236}">
                      <a16:creationId xmlns:a16="http://schemas.microsoft.com/office/drawing/2014/main" id="{A5021D5C-7559-095C-7633-4F1346D0DA90}"/>
                    </a:ext>
                    <a:ext uri="{C183D7F6-B498-43B3-948B-1728B52AA6E4}">
                      <adec:decorative xmlns:adec="http://schemas.microsoft.com/office/drawing/2017/decorative" val="1"/>
                    </a:ext>
                  </a:extLst>
                </p:cNvPr>
                <p:cNvSpPr/>
                <p:nvPr/>
              </p:nvSpPr>
              <p:spPr>
                <a:xfrm>
                  <a:off x="1064239" y="3509819"/>
                  <a:ext cx="108338" cy="108338"/>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Oval 10">
                  <a:extLst>
                    <a:ext uri="{FF2B5EF4-FFF2-40B4-BE49-F238E27FC236}">
                      <a16:creationId xmlns:a16="http://schemas.microsoft.com/office/drawing/2014/main" id="{EBF2A200-DDD7-A70D-CB25-030B778FC9A2}"/>
                    </a:ext>
                    <a:ext uri="{C183D7F6-B498-43B3-948B-1728B52AA6E4}">
                      <adec:decorative xmlns:adec="http://schemas.microsoft.com/office/drawing/2017/decorative" val="1"/>
                    </a:ext>
                  </a:extLst>
                </p:cNvPr>
                <p:cNvSpPr/>
                <p:nvPr/>
              </p:nvSpPr>
              <p:spPr>
                <a:xfrm>
                  <a:off x="1515868" y="3391998"/>
                  <a:ext cx="108338" cy="108338"/>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Oval 11">
                  <a:extLst>
                    <a:ext uri="{FF2B5EF4-FFF2-40B4-BE49-F238E27FC236}">
                      <a16:creationId xmlns:a16="http://schemas.microsoft.com/office/drawing/2014/main" id="{E28C3F08-E203-F5B3-2D77-CAB0E24ECE94}"/>
                    </a:ext>
                    <a:ext uri="{C183D7F6-B498-43B3-948B-1728B52AA6E4}">
                      <adec:decorative xmlns:adec="http://schemas.microsoft.com/office/drawing/2017/decorative" val="1"/>
                    </a:ext>
                  </a:extLst>
                </p:cNvPr>
                <p:cNvSpPr/>
                <p:nvPr/>
              </p:nvSpPr>
              <p:spPr>
                <a:xfrm>
                  <a:off x="1744780" y="3570106"/>
                  <a:ext cx="108338" cy="108338"/>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Oval 12">
                  <a:extLst>
                    <a:ext uri="{FF2B5EF4-FFF2-40B4-BE49-F238E27FC236}">
                      <a16:creationId xmlns:a16="http://schemas.microsoft.com/office/drawing/2014/main" id="{B61F23CB-86B9-39F9-E31E-048C567BE6BD}"/>
                    </a:ext>
                    <a:ext uri="{C183D7F6-B498-43B3-948B-1728B52AA6E4}">
                      <adec:decorative xmlns:adec="http://schemas.microsoft.com/office/drawing/2017/decorative" val="1"/>
                    </a:ext>
                  </a:extLst>
                </p:cNvPr>
                <p:cNvSpPr/>
                <p:nvPr/>
              </p:nvSpPr>
              <p:spPr>
                <a:xfrm>
                  <a:off x="2199633" y="2931284"/>
                  <a:ext cx="108338" cy="108338"/>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13AE8F48-9DDF-2B38-DAB2-115122029171}"/>
                    </a:ext>
                  </a:extLst>
                </p:cNvPr>
                <p:cNvGrpSpPr/>
                <p:nvPr/>
              </p:nvGrpSpPr>
              <p:grpSpPr>
                <a:xfrm>
                  <a:off x="654545" y="4068457"/>
                  <a:ext cx="2986122" cy="67946"/>
                  <a:chOff x="654545" y="4068457"/>
                  <a:chExt cx="2986122" cy="67946"/>
                </a:xfrm>
              </p:grpSpPr>
              <p:cxnSp>
                <p:nvCxnSpPr>
                  <p:cNvPr id="23" name="Straight Connector 22">
                    <a:extLst>
                      <a:ext uri="{FF2B5EF4-FFF2-40B4-BE49-F238E27FC236}">
                        <a16:creationId xmlns:a16="http://schemas.microsoft.com/office/drawing/2014/main" id="{1E486AEE-163C-90BE-7694-D9EC78A738D7}"/>
                      </a:ext>
                      <a:ext uri="{C183D7F6-B498-43B3-948B-1728B52AA6E4}">
                        <adec:decorative xmlns:adec="http://schemas.microsoft.com/office/drawing/2017/decorative" val="1"/>
                      </a:ext>
                    </a:extLst>
                  </p:cNvPr>
                  <p:cNvCxnSpPr/>
                  <p:nvPr/>
                </p:nvCxnSpPr>
                <p:spPr>
                  <a:xfrm>
                    <a:off x="654545" y="4136403"/>
                    <a:ext cx="298612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2928EF77-00ED-7625-1760-A39BE67469CC}"/>
                      </a:ext>
                      <a:ext uri="{C183D7F6-B498-43B3-948B-1728B52AA6E4}">
                        <adec:decorative xmlns:adec="http://schemas.microsoft.com/office/drawing/2017/decorative" val="1"/>
                      </a:ext>
                    </a:extLst>
                  </p:cNvPr>
                  <p:cNvCxnSpPr/>
                  <p:nvPr/>
                </p:nvCxnSpPr>
                <p:spPr>
                  <a:xfrm flipV="1">
                    <a:off x="883301" y="4068457"/>
                    <a:ext cx="0" cy="67946"/>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9FE61076-80C0-43BA-FFC1-9C97EED458FA}"/>
                      </a:ext>
                      <a:ext uri="{C183D7F6-B498-43B3-948B-1728B52AA6E4}">
                        <adec:decorative xmlns:adec="http://schemas.microsoft.com/office/drawing/2017/decorative" val="1"/>
                      </a:ext>
                    </a:extLst>
                  </p:cNvPr>
                  <p:cNvCxnSpPr/>
                  <p:nvPr/>
                </p:nvCxnSpPr>
                <p:spPr>
                  <a:xfrm flipV="1">
                    <a:off x="1112737" y="4068457"/>
                    <a:ext cx="0" cy="67946"/>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382E3E22-CDFB-29D3-F31F-8D845D8E8ABE}"/>
                      </a:ext>
                      <a:ext uri="{C183D7F6-B498-43B3-948B-1728B52AA6E4}">
                        <adec:decorative xmlns:adec="http://schemas.microsoft.com/office/drawing/2017/decorative" val="1"/>
                      </a:ext>
                    </a:extLst>
                  </p:cNvPr>
                  <p:cNvCxnSpPr/>
                  <p:nvPr/>
                </p:nvCxnSpPr>
                <p:spPr>
                  <a:xfrm flipV="1">
                    <a:off x="1342173" y="4068457"/>
                    <a:ext cx="0" cy="67946"/>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8D048553-9F01-FC06-8672-07B498FF721F}"/>
                      </a:ext>
                      <a:ext uri="{C183D7F6-B498-43B3-948B-1728B52AA6E4}">
                        <adec:decorative xmlns:adec="http://schemas.microsoft.com/office/drawing/2017/decorative" val="1"/>
                      </a:ext>
                    </a:extLst>
                  </p:cNvPr>
                  <p:cNvCxnSpPr/>
                  <p:nvPr/>
                </p:nvCxnSpPr>
                <p:spPr>
                  <a:xfrm flipV="1">
                    <a:off x="1571609" y="4068457"/>
                    <a:ext cx="0" cy="67946"/>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9A43561F-AB11-031A-9127-D7E168497DBE}"/>
                      </a:ext>
                      <a:ext uri="{C183D7F6-B498-43B3-948B-1728B52AA6E4}">
                        <adec:decorative xmlns:adec="http://schemas.microsoft.com/office/drawing/2017/decorative" val="1"/>
                      </a:ext>
                    </a:extLst>
                  </p:cNvPr>
                  <p:cNvCxnSpPr/>
                  <p:nvPr/>
                </p:nvCxnSpPr>
                <p:spPr>
                  <a:xfrm flipV="1">
                    <a:off x="1801045" y="4068457"/>
                    <a:ext cx="0" cy="67946"/>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5128A03D-526F-B1D1-79A0-C4599BE49996}"/>
                      </a:ext>
                      <a:ext uri="{C183D7F6-B498-43B3-948B-1728B52AA6E4}">
                        <adec:decorative xmlns:adec="http://schemas.microsoft.com/office/drawing/2017/decorative" val="1"/>
                      </a:ext>
                    </a:extLst>
                  </p:cNvPr>
                  <p:cNvCxnSpPr/>
                  <p:nvPr/>
                </p:nvCxnSpPr>
                <p:spPr>
                  <a:xfrm flipV="1">
                    <a:off x="2030481" y="4068457"/>
                    <a:ext cx="0" cy="67946"/>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23627F7D-FA8D-272D-762C-EBE0B5E1282A}"/>
                      </a:ext>
                      <a:ext uri="{C183D7F6-B498-43B3-948B-1728B52AA6E4}">
                        <adec:decorative xmlns:adec="http://schemas.microsoft.com/office/drawing/2017/decorative" val="1"/>
                      </a:ext>
                    </a:extLst>
                  </p:cNvPr>
                  <p:cNvCxnSpPr/>
                  <p:nvPr/>
                </p:nvCxnSpPr>
                <p:spPr>
                  <a:xfrm flipV="1">
                    <a:off x="2259917" y="4068457"/>
                    <a:ext cx="0" cy="67946"/>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26150643-A24E-181D-4156-3ACFBE6A1A84}"/>
                      </a:ext>
                      <a:ext uri="{C183D7F6-B498-43B3-948B-1728B52AA6E4}">
                        <adec:decorative xmlns:adec="http://schemas.microsoft.com/office/drawing/2017/decorative" val="1"/>
                      </a:ext>
                    </a:extLst>
                  </p:cNvPr>
                  <p:cNvCxnSpPr/>
                  <p:nvPr/>
                </p:nvCxnSpPr>
                <p:spPr>
                  <a:xfrm flipV="1">
                    <a:off x="2489353" y="4068457"/>
                    <a:ext cx="0" cy="67946"/>
                  </a:xfrm>
                  <a:prstGeom prst="line">
                    <a:avLst/>
                  </a:prstGeom>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F474F7DA-32E1-B32C-777F-10049FAE4821}"/>
                      </a:ext>
                      <a:ext uri="{C183D7F6-B498-43B3-948B-1728B52AA6E4}">
                        <adec:decorative xmlns:adec="http://schemas.microsoft.com/office/drawing/2017/decorative" val="1"/>
                      </a:ext>
                    </a:extLst>
                  </p:cNvPr>
                  <p:cNvCxnSpPr/>
                  <p:nvPr/>
                </p:nvCxnSpPr>
                <p:spPr>
                  <a:xfrm flipV="1">
                    <a:off x="2718789" y="4068457"/>
                    <a:ext cx="0" cy="67946"/>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99215CB7-E9DB-B4DD-57BB-4E9E8CA15FC3}"/>
                      </a:ext>
                      <a:ext uri="{C183D7F6-B498-43B3-948B-1728B52AA6E4}">
                        <adec:decorative xmlns:adec="http://schemas.microsoft.com/office/drawing/2017/decorative" val="1"/>
                      </a:ext>
                    </a:extLst>
                  </p:cNvPr>
                  <p:cNvCxnSpPr/>
                  <p:nvPr/>
                </p:nvCxnSpPr>
                <p:spPr>
                  <a:xfrm flipV="1">
                    <a:off x="2948225" y="4068457"/>
                    <a:ext cx="0" cy="67946"/>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F24496A6-FA30-6C5B-8F12-2E1285F7D2D6}"/>
                      </a:ext>
                      <a:ext uri="{C183D7F6-B498-43B3-948B-1728B52AA6E4}">
                        <adec:decorative xmlns:adec="http://schemas.microsoft.com/office/drawing/2017/decorative" val="1"/>
                      </a:ext>
                    </a:extLst>
                  </p:cNvPr>
                  <p:cNvCxnSpPr/>
                  <p:nvPr/>
                </p:nvCxnSpPr>
                <p:spPr>
                  <a:xfrm flipV="1">
                    <a:off x="3177661" y="4068457"/>
                    <a:ext cx="0" cy="67946"/>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9D12DECC-C465-542D-7388-BDFE8E2A6199}"/>
                      </a:ext>
                      <a:ext uri="{C183D7F6-B498-43B3-948B-1728B52AA6E4}">
                        <adec:decorative xmlns:adec="http://schemas.microsoft.com/office/drawing/2017/decorative" val="1"/>
                      </a:ext>
                    </a:extLst>
                  </p:cNvPr>
                  <p:cNvCxnSpPr/>
                  <p:nvPr/>
                </p:nvCxnSpPr>
                <p:spPr>
                  <a:xfrm flipV="1">
                    <a:off x="3407097" y="4068457"/>
                    <a:ext cx="0" cy="67946"/>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29E17075-FC5E-8E97-D4EB-BFFEF55218B8}"/>
                      </a:ext>
                      <a:ext uri="{C183D7F6-B498-43B3-948B-1728B52AA6E4}">
                        <adec:decorative xmlns:adec="http://schemas.microsoft.com/office/drawing/2017/decorative" val="1"/>
                      </a:ext>
                    </a:extLst>
                  </p:cNvPr>
                  <p:cNvCxnSpPr/>
                  <p:nvPr/>
                </p:nvCxnSpPr>
                <p:spPr>
                  <a:xfrm flipV="1">
                    <a:off x="3636528" y="4068457"/>
                    <a:ext cx="0" cy="67946"/>
                  </a:xfrm>
                  <a:prstGeom prst="line">
                    <a:avLst/>
                  </a:prstGeom>
                </p:spPr>
                <p:style>
                  <a:lnRef idx="1">
                    <a:schemeClr val="accent1"/>
                  </a:lnRef>
                  <a:fillRef idx="0">
                    <a:schemeClr val="accent1"/>
                  </a:fillRef>
                  <a:effectRef idx="0">
                    <a:schemeClr val="accent1"/>
                  </a:effectRef>
                  <a:fontRef idx="minor">
                    <a:schemeClr val="tx1"/>
                  </a:fontRef>
                </p:style>
              </p:cxnSp>
            </p:grpSp>
            <p:sp>
              <p:nvSpPr>
                <p:cNvPr id="15" name="Oval 14">
                  <a:extLst>
                    <a:ext uri="{FF2B5EF4-FFF2-40B4-BE49-F238E27FC236}">
                      <a16:creationId xmlns:a16="http://schemas.microsoft.com/office/drawing/2014/main" id="{F1FE7958-98C2-7082-F3BB-74702F9FFF96}"/>
                    </a:ext>
                    <a:ext uri="{C183D7F6-B498-43B3-948B-1728B52AA6E4}">
                      <adec:decorative xmlns:adec="http://schemas.microsoft.com/office/drawing/2017/decorative" val="1"/>
                    </a:ext>
                  </a:extLst>
                </p:cNvPr>
                <p:cNvSpPr/>
                <p:nvPr/>
              </p:nvSpPr>
              <p:spPr>
                <a:xfrm>
                  <a:off x="1288004" y="3608050"/>
                  <a:ext cx="108338" cy="108338"/>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Oval 15">
                  <a:extLst>
                    <a:ext uri="{FF2B5EF4-FFF2-40B4-BE49-F238E27FC236}">
                      <a16:creationId xmlns:a16="http://schemas.microsoft.com/office/drawing/2014/main" id="{10A0DCE3-6F8F-136E-D9E4-F8B153FD62B1}"/>
                    </a:ext>
                    <a:ext uri="{C183D7F6-B498-43B3-948B-1728B52AA6E4}">
                      <adec:decorative xmlns:adec="http://schemas.microsoft.com/office/drawing/2017/decorative" val="1"/>
                    </a:ext>
                  </a:extLst>
                </p:cNvPr>
                <p:cNvSpPr/>
                <p:nvPr/>
              </p:nvSpPr>
              <p:spPr>
                <a:xfrm>
                  <a:off x="1976312" y="3222074"/>
                  <a:ext cx="108338" cy="108338"/>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Oval 16">
                  <a:extLst>
                    <a:ext uri="{FF2B5EF4-FFF2-40B4-BE49-F238E27FC236}">
                      <a16:creationId xmlns:a16="http://schemas.microsoft.com/office/drawing/2014/main" id="{74E80CB4-C0A6-BF6E-EC57-147BBC06A123}"/>
                    </a:ext>
                    <a:ext uri="{C183D7F6-B498-43B3-948B-1728B52AA6E4}">
                      <adec:decorative xmlns:adec="http://schemas.microsoft.com/office/drawing/2017/decorative" val="1"/>
                    </a:ext>
                  </a:extLst>
                </p:cNvPr>
                <p:cNvSpPr/>
                <p:nvPr/>
              </p:nvSpPr>
              <p:spPr>
                <a:xfrm>
                  <a:off x="2435184" y="1868152"/>
                  <a:ext cx="108338" cy="108338"/>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Oval 17">
                  <a:extLst>
                    <a:ext uri="{FF2B5EF4-FFF2-40B4-BE49-F238E27FC236}">
                      <a16:creationId xmlns:a16="http://schemas.microsoft.com/office/drawing/2014/main" id="{D980CB97-1A8E-AFD2-F76E-9EA4A1E7BA20}"/>
                    </a:ext>
                    <a:ext uri="{C183D7F6-B498-43B3-948B-1728B52AA6E4}">
                      <adec:decorative xmlns:adec="http://schemas.microsoft.com/office/drawing/2017/decorative" val="1"/>
                    </a:ext>
                  </a:extLst>
                </p:cNvPr>
                <p:cNvSpPr/>
                <p:nvPr/>
              </p:nvSpPr>
              <p:spPr>
                <a:xfrm>
                  <a:off x="2664620" y="3059190"/>
                  <a:ext cx="108338" cy="108338"/>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Oval 18">
                  <a:extLst>
                    <a:ext uri="{FF2B5EF4-FFF2-40B4-BE49-F238E27FC236}">
                      <a16:creationId xmlns:a16="http://schemas.microsoft.com/office/drawing/2014/main" id="{1B32A767-7A95-028B-6395-BE9BD2BDC6FB}"/>
                    </a:ext>
                    <a:ext uri="{C183D7F6-B498-43B3-948B-1728B52AA6E4}">
                      <adec:decorative xmlns:adec="http://schemas.microsoft.com/office/drawing/2017/decorative" val="1"/>
                    </a:ext>
                  </a:extLst>
                </p:cNvPr>
                <p:cNvSpPr/>
                <p:nvPr/>
              </p:nvSpPr>
              <p:spPr>
                <a:xfrm>
                  <a:off x="2894056" y="2904315"/>
                  <a:ext cx="108338" cy="108338"/>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Oval 19">
                  <a:extLst>
                    <a:ext uri="{FF2B5EF4-FFF2-40B4-BE49-F238E27FC236}">
                      <a16:creationId xmlns:a16="http://schemas.microsoft.com/office/drawing/2014/main" id="{F711E083-B692-D9FB-25ED-D666FE8EA193}"/>
                    </a:ext>
                    <a:ext uri="{C183D7F6-B498-43B3-948B-1728B52AA6E4}">
                      <adec:decorative xmlns:adec="http://schemas.microsoft.com/office/drawing/2017/decorative" val="1"/>
                    </a:ext>
                  </a:extLst>
                </p:cNvPr>
                <p:cNvSpPr/>
                <p:nvPr/>
              </p:nvSpPr>
              <p:spPr>
                <a:xfrm>
                  <a:off x="3123492" y="3722482"/>
                  <a:ext cx="108338" cy="108338"/>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Oval 20">
                  <a:extLst>
                    <a:ext uri="{FF2B5EF4-FFF2-40B4-BE49-F238E27FC236}">
                      <a16:creationId xmlns:a16="http://schemas.microsoft.com/office/drawing/2014/main" id="{CBA68099-D431-E46B-A231-AA86C67343B5}"/>
                    </a:ext>
                    <a:ext uri="{C183D7F6-B498-43B3-948B-1728B52AA6E4}">
                      <adec:decorative xmlns:adec="http://schemas.microsoft.com/office/drawing/2017/decorative" val="1"/>
                    </a:ext>
                  </a:extLst>
                </p:cNvPr>
                <p:cNvSpPr/>
                <p:nvPr/>
              </p:nvSpPr>
              <p:spPr>
                <a:xfrm>
                  <a:off x="3352928" y="2667666"/>
                  <a:ext cx="108338" cy="108338"/>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Oval 21">
                  <a:extLst>
                    <a:ext uri="{FF2B5EF4-FFF2-40B4-BE49-F238E27FC236}">
                      <a16:creationId xmlns:a16="http://schemas.microsoft.com/office/drawing/2014/main" id="{CB4CE220-A171-73FB-4333-99FE44975C8D}"/>
                    </a:ext>
                    <a:ext uri="{C183D7F6-B498-43B3-948B-1728B52AA6E4}">
                      <adec:decorative xmlns:adec="http://schemas.microsoft.com/office/drawing/2017/decorative" val="1"/>
                    </a:ext>
                  </a:extLst>
                </p:cNvPr>
                <p:cNvSpPr/>
                <p:nvPr/>
              </p:nvSpPr>
              <p:spPr>
                <a:xfrm>
                  <a:off x="3582359" y="2795789"/>
                  <a:ext cx="108338" cy="108338"/>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cxnSp>
            <p:nvCxnSpPr>
              <p:cNvPr id="66" name="Straight Arrow Connector 65">
                <a:extLst>
                  <a:ext uri="{FF2B5EF4-FFF2-40B4-BE49-F238E27FC236}">
                    <a16:creationId xmlns:a16="http://schemas.microsoft.com/office/drawing/2014/main" id="{AABB4606-C9A1-64D5-748C-9BBFDA9552A8}"/>
                  </a:ext>
                  <a:ext uri="{C183D7F6-B498-43B3-948B-1728B52AA6E4}">
                    <adec:decorative xmlns:adec="http://schemas.microsoft.com/office/drawing/2017/decorative" val="1"/>
                  </a:ext>
                </a:extLst>
              </p:cNvPr>
              <p:cNvCxnSpPr>
                <a:stCxn id="37" idx="3"/>
                <a:endCxn id="17" idx="2"/>
              </p:cNvCxnSpPr>
              <p:nvPr/>
            </p:nvCxnSpPr>
            <p:spPr>
              <a:xfrm flipV="1">
                <a:off x="2408967" y="1648672"/>
                <a:ext cx="271868" cy="170890"/>
              </a:xfrm>
              <a:prstGeom prst="straightConnector1">
                <a:avLst/>
              </a:prstGeom>
              <a:ln w="12700">
                <a:solidFill>
                  <a:schemeClr val="accent5"/>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F3B47206-E92A-D3E5-23AE-40784E25FE20}"/>
                  </a:ext>
                  <a:ext uri="{C183D7F6-B498-43B3-948B-1728B52AA6E4}">
                    <adec:decorative xmlns:adec="http://schemas.microsoft.com/office/drawing/2017/decorative" val="1"/>
                  </a:ext>
                </a:extLst>
              </p:cNvPr>
              <p:cNvCxnSpPr>
                <a:stCxn id="37" idx="3"/>
                <a:endCxn id="20" idx="0"/>
              </p:cNvCxnSpPr>
              <p:nvPr/>
            </p:nvCxnSpPr>
            <p:spPr>
              <a:xfrm>
                <a:off x="2408967" y="1819562"/>
                <a:ext cx="1014345" cy="1629271"/>
              </a:xfrm>
              <a:prstGeom prst="straightConnector1">
                <a:avLst/>
              </a:prstGeom>
              <a:ln w="12700">
                <a:solidFill>
                  <a:schemeClr val="accent5"/>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grpSp>
        <p:sp>
          <p:nvSpPr>
            <p:cNvPr id="68" name="Freeform 98">
              <a:extLst>
                <a:ext uri="{FF2B5EF4-FFF2-40B4-BE49-F238E27FC236}">
                  <a16:creationId xmlns:a16="http://schemas.microsoft.com/office/drawing/2014/main" id="{95C7A3C4-EF88-5916-954D-7C49F00233AD}"/>
                </a:ext>
                <a:ext uri="{C183D7F6-B498-43B3-948B-1728B52AA6E4}">
                  <adec:decorative xmlns:adec="http://schemas.microsoft.com/office/drawing/2017/decorative" val="1"/>
                </a:ext>
              </a:extLst>
            </p:cNvPr>
            <p:cNvSpPr/>
            <p:nvPr/>
          </p:nvSpPr>
          <p:spPr>
            <a:xfrm>
              <a:off x="1125545" y="1649693"/>
              <a:ext cx="2760453" cy="1872281"/>
            </a:xfrm>
            <a:custGeom>
              <a:avLst/>
              <a:gdLst>
                <a:gd name="connsiteX0" fmla="*/ 0 w 2760453"/>
                <a:gd name="connsiteY0" fmla="*/ 1872281 h 1872281"/>
                <a:gd name="connsiteX1" fmla="*/ 241540 w 2760453"/>
                <a:gd name="connsiteY1" fmla="*/ 1639367 h 1872281"/>
                <a:gd name="connsiteX2" fmla="*/ 465827 w 2760453"/>
                <a:gd name="connsiteY2" fmla="*/ 1742884 h 1872281"/>
                <a:gd name="connsiteX3" fmla="*/ 690114 w 2760453"/>
                <a:gd name="connsiteY3" fmla="*/ 1518598 h 1872281"/>
                <a:gd name="connsiteX4" fmla="*/ 923027 w 2760453"/>
                <a:gd name="connsiteY4" fmla="*/ 1699752 h 1872281"/>
                <a:gd name="connsiteX5" fmla="*/ 1155940 w 2760453"/>
                <a:gd name="connsiteY5" fmla="*/ 1354696 h 1872281"/>
                <a:gd name="connsiteX6" fmla="*/ 1380227 w 2760453"/>
                <a:gd name="connsiteY6" fmla="*/ 1061398 h 1872281"/>
                <a:gd name="connsiteX7" fmla="*/ 1613140 w 2760453"/>
                <a:gd name="connsiteY7" fmla="*/ 349 h 1872281"/>
                <a:gd name="connsiteX8" fmla="*/ 1846053 w 2760453"/>
                <a:gd name="connsiteY8" fmla="*/ 1182167 h 1872281"/>
                <a:gd name="connsiteX9" fmla="*/ 2061714 w 2760453"/>
                <a:gd name="connsiteY9" fmla="*/ 1044145 h 1872281"/>
                <a:gd name="connsiteX10" fmla="*/ 2303253 w 2760453"/>
                <a:gd name="connsiteY10" fmla="*/ 1855028 h 1872281"/>
                <a:gd name="connsiteX11" fmla="*/ 2527540 w 2760453"/>
                <a:gd name="connsiteY11" fmla="*/ 793979 h 1872281"/>
                <a:gd name="connsiteX12" fmla="*/ 2760453 w 2760453"/>
                <a:gd name="connsiteY12" fmla="*/ 940628 h 1872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760453" h="1872281">
                  <a:moveTo>
                    <a:pt x="0" y="1872281"/>
                  </a:moveTo>
                  <a:cubicBezTo>
                    <a:pt x="81951" y="1766607"/>
                    <a:pt x="163902" y="1660933"/>
                    <a:pt x="241540" y="1639367"/>
                  </a:cubicBezTo>
                  <a:cubicBezTo>
                    <a:pt x="319178" y="1617801"/>
                    <a:pt x="391065" y="1763012"/>
                    <a:pt x="465827" y="1742884"/>
                  </a:cubicBezTo>
                  <a:cubicBezTo>
                    <a:pt x="540589" y="1722756"/>
                    <a:pt x="613914" y="1525787"/>
                    <a:pt x="690114" y="1518598"/>
                  </a:cubicBezTo>
                  <a:cubicBezTo>
                    <a:pt x="766314" y="1511409"/>
                    <a:pt x="845389" y="1727069"/>
                    <a:pt x="923027" y="1699752"/>
                  </a:cubicBezTo>
                  <a:cubicBezTo>
                    <a:pt x="1000665" y="1672435"/>
                    <a:pt x="1079740" y="1461088"/>
                    <a:pt x="1155940" y="1354696"/>
                  </a:cubicBezTo>
                  <a:cubicBezTo>
                    <a:pt x="1232140" y="1248304"/>
                    <a:pt x="1304027" y="1287122"/>
                    <a:pt x="1380227" y="1061398"/>
                  </a:cubicBezTo>
                  <a:cubicBezTo>
                    <a:pt x="1456427" y="835673"/>
                    <a:pt x="1535502" y="-19779"/>
                    <a:pt x="1613140" y="349"/>
                  </a:cubicBezTo>
                  <a:cubicBezTo>
                    <a:pt x="1690778" y="20477"/>
                    <a:pt x="1771291" y="1008201"/>
                    <a:pt x="1846053" y="1182167"/>
                  </a:cubicBezTo>
                  <a:cubicBezTo>
                    <a:pt x="1920815" y="1356133"/>
                    <a:pt x="1985514" y="932001"/>
                    <a:pt x="2061714" y="1044145"/>
                  </a:cubicBezTo>
                  <a:cubicBezTo>
                    <a:pt x="2137914" y="1156289"/>
                    <a:pt x="2225615" y="1896722"/>
                    <a:pt x="2303253" y="1855028"/>
                  </a:cubicBezTo>
                  <a:cubicBezTo>
                    <a:pt x="2380891" y="1813334"/>
                    <a:pt x="2451340" y="946379"/>
                    <a:pt x="2527540" y="793979"/>
                  </a:cubicBezTo>
                  <a:cubicBezTo>
                    <a:pt x="2603740" y="641579"/>
                    <a:pt x="2697193" y="943503"/>
                    <a:pt x="2760453" y="940628"/>
                  </a:cubicBezTo>
                </a:path>
              </a:pathLst>
            </a:custGeom>
            <a:no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37" name="TextBox 36">
            <a:extLst>
              <a:ext uri="{FF2B5EF4-FFF2-40B4-BE49-F238E27FC236}">
                <a16:creationId xmlns:a16="http://schemas.microsoft.com/office/drawing/2014/main" id="{D83FE2A3-BD97-AA43-64A4-3D3C9DC7F13B}"/>
              </a:ext>
              <a:ext uri="{C183D7F6-B498-43B3-948B-1728B52AA6E4}">
                <adec:decorative xmlns:adec="http://schemas.microsoft.com/office/drawing/2017/decorative" val="0"/>
              </a:ext>
            </a:extLst>
          </p:cNvPr>
          <p:cNvSpPr txBox="1"/>
          <p:nvPr/>
        </p:nvSpPr>
        <p:spPr>
          <a:xfrm>
            <a:off x="998003" y="1557952"/>
            <a:ext cx="1410964" cy="523220"/>
          </a:xfrm>
          <a:prstGeom prst="rect">
            <a:avLst/>
          </a:prstGeom>
          <a:noFill/>
        </p:spPr>
        <p:txBody>
          <a:bodyPr wrap="none" rtlCol="0">
            <a:spAutoFit/>
          </a:bodyPr>
          <a:lstStyle/>
          <a:p>
            <a:r>
              <a:rPr lang="en-US" sz="2800" dirty="0">
                <a:solidFill>
                  <a:srgbClr val="232F3E"/>
                </a:solidFill>
                <a:ea typeface="Amazon Ember Light" panose="020B0403020204020204" pitchFamily="34" charset="0"/>
                <a:cs typeface="Amazon Ember Light" panose="020B0403020204020204" pitchFamily="34" charset="0"/>
              </a:rPr>
              <a:t>outliers</a:t>
            </a:r>
          </a:p>
        </p:txBody>
      </p:sp>
      <p:sp>
        <p:nvSpPr>
          <p:cNvPr id="72" name="TextBox 71">
            <a:extLst>
              <a:ext uri="{FF2B5EF4-FFF2-40B4-BE49-F238E27FC236}">
                <a16:creationId xmlns:a16="http://schemas.microsoft.com/office/drawing/2014/main" id="{8CE80B05-CCE6-F9AE-F18A-40E9BA5BE47A}"/>
              </a:ext>
            </a:extLst>
          </p:cNvPr>
          <p:cNvSpPr txBox="1"/>
          <p:nvPr/>
        </p:nvSpPr>
        <p:spPr>
          <a:xfrm>
            <a:off x="641742" y="4155443"/>
            <a:ext cx="4214615" cy="1138773"/>
          </a:xfrm>
          <a:prstGeom prst="rect">
            <a:avLst/>
          </a:prstGeom>
          <a:noFill/>
        </p:spPr>
        <p:txBody>
          <a:bodyPr wrap="none" rtlCol="0">
            <a:spAutoFit/>
          </a:bodyPr>
          <a:lstStyle/>
          <a:p>
            <a:r>
              <a:rPr lang="en-US" sz="2800" dirty="0">
                <a:solidFill>
                  <a:srgbClr val="232F3E"/>
                </a:solidFill>
                <a:ea typeface="Amazon Ember Light" panose="020B0403020204020204" pitchFamily="34" charset="0"/>
                <a:cs typeface="Amazon Ember Light" panose="020B0403020204020204" pitchFamily="34" charset="0"/>
              </a:rPr>
              <a:t>Why are you smoothing?</a:t>
            </a:r>
          </a:p>
          <a:p>
            <a:pPr marL="457200" indent="-457200">
              <a:buFont typeface="Arial" panose="020B0604020202020204" pitchFamily="34" charset="0"/>
              <a:buChar char="•"/>
            </a:pPr>
            <a:r>
              <a:rPr lang="en-US" sz="2000" dirty="0">
                <a:solidFill>
                  <a:srgbClr val="232F3E"/>
                </a:solidFill>
                <a:ea typeface="Amazon Ember Light" panose="020B0403020204020204" pitchFamily="34" charset="0"/>
                <a:cs typeface="Amazon Ember Light" panose="020B0403020204020204" pitchFamily="34" charset="0"/>
              </a:rPr>
              <a:t>Data preparation</a:t>
            </a:r>
          </a:p>
          <a:p>
            <a:pPr marL="457200" indent="-457200">
              <a:buFont typeface="Arial" panose="020B0604020202020204" pitchFamily="34" charset="0"/>
              <a:buChar char="•"/>
            </a:pPr>
            <a:r>
              <a:rPr lang="en-US" sz="2000" dirty="0">
                <a:solidFill>
                  <a:srgbClr val="232F3E"/>
                </a:solidFill>
                <a:ea typeface="Amazon Ember Light" panose="020B0403020204020204" pitchFamily="34" charset="0"/>
                <a:cs typeface="Amazon Ember Light" panose="020B0403020204020204" pitchFamily="34" charset="0"/>
              </a:rPr>
              <a:t>Visualization</a:t>
            </a:r>
          </a:p>
        </p:txBody>
      </p:sp>
      <p:sp>
        <p:nvSpPr>
          <p:cNvPr id="70" name="TextBox 69">
            <a:extLst>
              <a:ext uri="{FF2B5EF4-FFF2-40B4-BE49-F238E27FC236}">
                <a16:creationId xmlns:a16="http://schemas.microsoft.com/office/drawing/2014/main" id="{D94657AD-DDF8-17A2-DBBF-53AA6A735C5D}"/>
              </a:ext>
              <a:ext uri="{C183D7F6-B498-43B3-948B-1728B52AA6E4}">
                <adec:decorative xmlns:adec="http://schemas.microsoft.com/office/drawing/2017/decorative" val="0"/>
              </a:ext>
            </a:extLst>
          </p:cNvPr>
          <p:cNvSpPr txBox="1"/>
          <p:nvPr/>
        </p:nvSpPr>
        <p:spPr>
          <a:xfrm>
            <a:off x="4467703" y="1914490"/>
            <a:ext cx="3449983" cy="523220"/>
          </a:xfrm>
          <a:prstGeom prst="rect">
            <a:avLst/>
          </a:prstGeom>
          <a:noFill/>
        </p:spPr>
        <p:txBody>
          <a:bodyPr wrap="none" rtlCol="0">
            <a:spAutoFit/>
          </a:bodyPr>
          <a:lstStyle/>
          <a:p>
            <a:r>
              <a:rPr lang="en-US" sz="2800" dirty="0">
                <a:solidFill>
                  <a:srgbClr val="232F3E"/>
                </a:solidFill>
                <a:ea typeface="Amazon Ember Light" panose="020B0403020204020204" pitchFamily="34" charset="0"/>
                <a:cs typeface="Amazon Ember Light" panose="020B0403020204020204" pitchFamily="34" charset="0"/>
              </a:rPr>
              <a:t>Smoothing function</a:t>
            </a:r>
          </a:p>
        </p:txBody>
      </p:sp>
      <p:sp>
        <p:nvSpPr>
          <p:cNvPr id="71" name="Right Arrow 101">
            <a:extLst>
              <a:ext uri="{FF2B5EF4-FFF2-40B4-BE49-F238E27FC236}">
                <a16:creationId xmlns:a16="http://schemas.microsoft.com/office/drawing/2014/main" id="{67A9FFF3-C02E-0932-5876-2C91D00F81F5}"/>
              </a:ext>
              <a:ext uri="{C183D7F6-B498-43B3-948B-1728B52AA6E4}">
                <adec:decorative xmlns:adec="http://schemas.microsoft.com/office/drawing/2017/decorative" val="1"/>
              </a:ext>
            </a:extLst>
          </p:cNvPr>
          <p:cNvSpPr/>
          <p:nvPr/>
        </p:nvSpPr>
        <p:spPr>
          <a:xfrm>
            <a:off x="4516313" y="2463792"/>
            <a:ext cx="3226304" cy="484632"/>
          </a:xfrm>
          <a:prstGeom prs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 name="Group 5" descr="Line plot after smoothing function applied.">
            <a:extLst>
              <a:ext uri="{FF2B5EF4-FFF2-40B4-BE49-F238E27FC236}">
                <a16:creationId xmlns:a16="http://schemas.microsoft.com/office/drawing/2014/main" id="{C81B98EE-F1BB-46CC-E036-90BC9825E419}"/>
              </a:ext>
            </a:extLst>
          </p:cNvPr>
          <p:cNvGrpSpPr/>
          <p:nvPr/>
        </p:nvGrpSpPr>
        <p:grpSpPr>
          <a:xfrm>
            <a:off x="8255653" y="1425754"/>
            <a:ext cx="3036152" cy="2437000"/>
            <a:chOff x="8255653" y="1425754"/>
            <a:chExt cx="3036152" cy="2437000"/>
          </a:xfrm>
        </p:grpSpPr>
        <p:grpSp>
          <p:nvGrpSpPr>
            <p:cNvPr id="38" name="Group 37" descr="Line plot after smoothing function applied.">
              <a:extLst>
                <a:ext uri="{FF2B5EF4-FFF2-40B4-BE49-F238E27FC236}">
                  <a16:creationId xmlns:a16="http://schemas.microsoft.com/office/drawing/2014/main" id="{A2A8B4A8-4754-7A4D-35B9-007F996402E0}"/>
                </a:ext>
                <a:ext uri="{C183D7F6-B498-43B3-948B-1728B52AA6E4}">
                  <adec:decorative xmlns:adec="http://schemas.microsoft.com/office/drawing/2017/decorative" val="0"/>
                </a:ext>
              </a:extLst>
            </p:cNvPr>
            <p:cNvGrpSpPr/>
            <p:nvPr/>
          </p:nvGrpSpPr>
          <p:grpSpPr>
            <a:xfrm>
              <a:off x="8255653" y="1425754"/>
              <a:ext cx="3036152" cy="2437000"/>
              <a:chOff x="654545" y="1699404"/>
              <a:chExt cx="3036152" cy="2437000"/>
            </a:xfrm>
          </p:grpSpPr>
          <p:sp>
            <p:nvSpPr>
              <p:cNvPr id="39" name="Oval 38">
                <a:extLst>
                  <a:ext uri="{FF2B5EF4-FFF2-40B4-BE49-F238E27FC236}">
                    <a16:creationId xmlns:a16="http://schemas.microsoft.com/office/drawing/2014/main" id="{073CB4B6-8388-2EA0-0BF1-6499939BBAE2}"/>
                  </a:ext>
                  <a:ext uri="{C183D7F6-B498-43B3-948B-1728B52AA6E4}">
                    <adec:decorative xmlns:adec="http://schemas.microsoft.com/office/drawing/2017/decorative" val="1"/>
                  </a:ext>
                </a:extLst>
              </p:cNvPr>
              <p:cNvSpPr/>
              <p:nvPr/>
            </p:nvSpPr>
            <p:spPr>
              <a:xfrm>
                <a:off x="829209" y="3741790"/>
                <a:ext cx="108338" cy="108338"/>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40" name="Straight Connector 39">
                <a:extLst>
                  <a:ext uri="{FF2B5EF4-FFF2-40B4-BE49-F238E27FC236}">
                    <a16:creationId xmlns:a16="http://schemas.microsoft.com/office/drawing/2014/main" id="{0FDA56B7-0153-5AD7-FAC3-46C66F84E7C6}"/>
                  </a:ext>
                  <a:ext uri="{C183D7F6-B498-43B3-948B-1728B52AA6E4}">
                    <adec:decorative xmlns:adec="http://schemas.microsoft.com/office/drawing/2017/decorative" val="1"/>
                  </a:ext>
                </a:extLst>
              </p:cNvPr>
              <p:cNvCxnSpPr/>
              <p:nvPr/>
            </p:nvCxnSpPr>
            <p:spPr>
              <a:xfrm flipV="1">
                <a:off x="654545" y="1699404"/>
                <a:ext cx="0" cy="2437000"/>
              </a:xfrm>
              <a:prstGeom prst="line">
                <a:avLst/>
              </a:prstGeom>
            </p:spPr>
            <p:style>
              <a:lnRef idx="1">
                <a:schemeClr val="accent1"/>
              </a:lnRef>
              <a:fillRef idx="0">
                <a:schemeClr val="accent1"/>
              </a:fillRef>
              <a:effectRef idx="0">
                <a:schemeClr val="accent1"/>
              </a:effectRef>
              <a:fontRef idx="minor">
                <a:schemeClr val="tx1"/>
              </a:fontRef>
            </p:style>
          </p:cxnSp>
          <p:sp>
            <p:nvSpPr>
              <p:cNvPr id="41" name="Oval 40">
                <a:extLst>
                  <a:ext uri="{FF2B5EF4-FFF2-40B4-BE49-F238E27FC236}">
                    <a16:creationId xmlns:a16="http://schemas.microsoft.com/office/drawing/2014/main" id="{45E3DA96-9268-374A-255A-47E317299103}"/>
                  </a:ext>
                  <a:ext uri="{C183D7F6-B498-43B3-948B-1728B52AA6E4}">
                    <adec:decorative xmlns:adec="http://schemas.microsoft.com/office/drawing/2017/decorative" val="1"/>
                  </a:ext>
                </a:extLst>
              </p:cNvPr>
              <p:cNvSpPr/>
              <p:nvPr/>
            </p:nvSpPr>
            <p:spPr>
              <a:xfrm>
                <a:off x="1064239" y="3509819"/>
                <a:ext cx="108338" cy="108338"/>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Oval 41">
                <a:extLst>
                  <a:ext uri="{FF2B5EF4-FFF2-40B4-BE49-F238E27FC236}">
                    <a16:creationId xmlns:a16="http://schemas.microsoft.com/office/drawing/2014/main" id="{BBF1142C-6134-B71D-E6AA-D71FC5E4E512}"/>
                  </a:ext>
                  <a:ext uri="{C183D7F6-B498-43B3-948B-1728B52AA6E4}">
                    <adec:decorative xmlns:adec="http://schemas.microsoft.com/office/drawing/2017/decorative" val="1"/>
                  </a:ext>
                </a:extLst>
              </p:cNvPr>
              <p:cNvSpPr/>
              <p:nvPr/>
            </p:nvSpPr>
            <p:spPr>
              <a:xfrm>
                <a:off x="1515868" y="3391998"/>
                <a:ext cx="108338" cy="108338"/>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Oval 42">
                <a:extLst>
                  <a:ext uri="{FF2B5EF4-FFF2-40B4-BE49-F238E27FC236}">
                    <a16:creationId xmlns:a16="http://schemas.microsoft.com/office/drawing/2014/main" id="{69BA4A6C-AA81-7424-1678-952011F104E7}"/>
                  </a:ext>
                  <a:ext uri="{C183D7F6-B498-43B3-948B-1728B52AA6E4}">
                    <adec:decorative xmlns:adec="http://schemas.microsoft.com/office/drawing/2017/decorative" val="1"/>
                  </a:ext>
                </a:extLst>
              </p:cNvPr>
              <p:cNvSpPr/>
              <p:nvPr/>
            </p:nvSpPr>
            <p:spPr>
              <a:xfrm>
                <a:off x="1744780" y="3570106"/>
                <a:ext cx="108338" cy="108338"/>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4" name="Oval 43">
                <a:extLst>
                  <a:ext uri="{FF2B5EF4-FFF2-40B4-BE49-F238E27FC236}">
                    <a16:creationId xmlns:a16="http://schemas.microsoft.com/office/drawing/2014/main" id="{EE2C4B1C-D813-EF5A-304D-7E10BE0A74F1}"/>
                  </a:ext>
                  <a:ext uri="{C183D7F6-B498-43B3-948B-1728B52AA6E4}">
                    <adec:decorative xmlns:adec="http://schemas.microsoft.com/office/drawing/2017/decorative" val="1"/>
                  </a:ext>
                </a:extLst>
              </p:cNvPr>
              <p:cNvSpPr/>
              <p:nvPr/>
            </p:nvSpPr>
            <p:spPr>
              <a:xfrm>
                <a:off x="2199633" y="2931284"/>
                <a:ext cx="108338" cy="108338"/>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5" name="Group 44">
                <a:extLst>
                  <a:ext uri="{FF2B5EF4-FFF2-40B4-BE49-F238E27FC236}">
                    <a16:creationId xmlns:a16="http://schemas.microsoft.com/office/drawing/2014/main" id="{92C2DECB-EB07-B83A-01E7-E37EF1E526F2}"/>
                  </a:ext>
                </a:extLst>
              </p:cNvPr>
              <p:cNvGrpSpPr/>
              <p:nvPr/>
            </p:nvGrpSpPr>
            <p:grpSpPr>
              <a:xfrm>
                <a:off x="654545" y="4068457"/>
                <a:ext cx="2986122" cy="67946"/>
                <a:chOff x="654545" y="4068457"/>
                <a:chExt cx="2986122" cy="67946"/>
              </a:xfrm>
            </p:grpSpPr>
            <p:cxnSp>
              <p:nvCxnSpPr>
                <p:cNvPr id="52" name="Straight Connector 51">
                  <a:extLst>
                    <a:ext uri="{FF2B5EF4-FFF2-40B4-BE49-F238E27FC236}">
                      <a16:creationId xmlns:a16="http://schemas.microsoft.com/office/drawing/2014/main" id="{2DBDCD1E-BB6C-CBC2-7995-3F274791AFBD}"/>
                    </a:ext>
                    <a:ext uri="{C183D7F6-B498-43B3-948B-1728B52AA6E4}">
                      <adec:decorative xmlns:adec="http://schemas.microsoft.com/office/drawing/2017/decorative" val="1"/>
                    </a:ext>
                  </a:extLst>
                </p:cNvPr>
                <p:cNvCxnSpPr/>
                <p:nvPr/>
              </p:nvCxnSpPr>
              <p:spPr>
                <a:xfrm>
                  <a:off x="654545" y="4136403"/>
                  <a:ext cx="298612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0F5B6BD4-9322-2409-F730-DF3601DA18FF}"/>
                    </a:ext>
                    <a:ext uri="{C183D7F6-B498-43B3-948B-1728B52AA6E4}">
                      <adec:decorative xmlns:adec="http://schemas.microsoft.com/office/drawing/2017/decorative" val="1"/>
                    </a:ext>
                  </a:extLst>
                </p:cNvPr>
                <p:cNvCxnSpPr/>
                <p:nvPr/>
              </p:nvCxnSpPr>
              <p:spPr>
                <a:xfrm flipV="1">
                  <a:off x="883301" y="4068457"/>
                  <a:ext cx="0" cy="67946"/>
                </a:xfrm>
                <a:prstGeom prst="line">
                  <a:avLst/>
                </a:prstGeom>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74EA5388-B73E-CD11-503C-5416110B4548}"/>
                    </a:ext>
                    <a:ext uri="{C183D7F6-B498-43B3-948B-1728B52AA6E4}">
                      <adec:decorative xmlns:adec="http://schemas.microsoft.com/office/drawing/2017/decorative" val="1"/>
                    </a:ext>
                  </a:extLst>
                </p:cNvPr>
                <p:cNvCxnSpPr/>
                <p:nvPr/>
              </p:nvCxnSpPr>
              <p:spPr>
                <a:xfrm flipV="1">
                  <a:off x="1112737" y="4068457"/>
                  <a:ext cx="0" cy="67946"/>
                </a:xfrm>
                <a:prstGeom prst="line">
                  <a:avLst/>
                </a:prstGeom>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5AEEEE1A-34FD-4CC5-3AAC-CB3B252F80E5}"/>
                    </a:ext>
                    <a:ext uri="{C183D7F6-B498-43B3-948B-1728B52AA6E4}">
                      <adec:decorative xmlns:adec="http://schemas.microsoft.com/office/drawing/2017/decorative" val="1"/>
                    </a:ext>
                  </a:extLst>
                </p:cNvPr>
                <p:cNvCxnSpPr/>
                <p:nvPr/>
              </p:nvCxnSpPr>
              <p:spPr>
                <a:xfrm flipV="1">
                  <a:off x="1342173" y="4068457"/>
                  <a:ext cx="0" cy="67946"/>
                </a:xfrm>
                <a:prstGeom prst="line">
                  <a:avLst/>
                </a:prstGeom>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B10C3694-99B8-B91B-A2F5-92012B828381}"/>
                    </a:ext>
                    <a:ext uri="{C183D7F6-B498-43B3-948B-1728B52AA6E4}">
                      <adec:decorative xmlns:adec="http://schemas.microsoft.com/office/drawing/2017/decorative" val="1"/>
                    </a:ext>
                  </a:extLst>
                </p:cNvPr>
                <p:cNvCxnSpPr/>
                <p:nvPr/>
              </p:nvCxnSpPr>
              <p:spPr>
                <a:xfrm flipV="1">
                  <a:off x="1571609" y="4068457"/>
                  <a:ext cx="0" cy="67946"/>
                </a:xfrm>
                <a:prstGeom prst="line">
                  <a:avLst/>
                </a:prstGeom>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A184917E-3B8B-A0B7-9803-90E9AF24FB3F}"/>
                    </a:ext>
                    <a:ext uri="{C183D7F6-B498-43B3-948B-1728B52AA6E4}">
                      <adec:decorative xmlns:adec="http://schemas.microsoft.com/office/drawing/2017/decorative" val="1"/>
                    </a:ext>
                  </a:extLst>
                </p:cNvPr>
                <p:cNvCxnSpPr/>
                <p:nvPr/>
              </p:nvCxnSpPr>
              <p:spPr>
                <a:xfrm flipV="1">
                  <a:off x="1801045" y="4068457"/>
                  <a:ext cx="0" cy="67946"/>
                </a:xfrm>
                <a:prstGeom prst="line">
                  <a:avLst/>
                </a:prstGeom>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CF718A66-5EEC-4082-F743-2842178F7279}"/>
                    </a:ext>
                    <a:ext uri="{C183D7F6-B498-43B3-948B-1728B52AA6E4}">
                      <adec:decorative xmlns:adec="http://schemas.microsoft.com/office/drawing/2017/decorative" val="1"/>
                    </a:ext>
                  </a:extLst>
                </p:cNvPr>
                <p:cNvCxnSpPr/>
                <p:nvPr/>
              </p:nvCxnSpPr>
              <p:spPr>
                <a:xfrm flipV="1">
                  <a:off x="2030481" y="4068457"/>
                  <a:ext cx="0" cy="67946"/>
                </a:xfrm>
                <a:prstGeom prst="line">
                  <a:avLst/>
                </a:prstGeom>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0C26DFEE-CC2B-3DD9-64B3-9250662F154B}"/>
                    </a:ext>
                    <a:ext uri="{C183D7F6-B498-43B3-948B-1728B52AA6E4}">
                      <adec:decorative xmlns:adec="http://schemas.microsoft.com/office/drawing/2017/decorative" val="1"/>
                    </a:ext>
                  </a:extLst>
                </p:cNvPr>
                <p:cNvCxnSpPr/>
                <p:nvPr/>
              </p:nvCxnSpPr>
              <p:spPr>
                <a:xfrm flipV="1">
                  <a:off x="2259917" y="4068457"/>
                  <a:ext cx="0" cy="67946"/>
                </a:xfrm>
                <a:prstGeom prst="line">
                  <a:avLst/>
                </a:prstGeom>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61B099A4-157F-7274-C0DA-86F9137B9B34}"/>
                    </a:ext>
                    <a:ext uri="{C183D7F6-B498-43B3-948B-1728B52AA6E4}">
                      <adec:decorative xmlns:adec="http://schemas.microsoft.com/office/drawing/2017/decorative" val="1"/>
                    </a:ext>
                  </a:extLst>
                </p:cNvPr>
                <p:cNvCxnSpPr/>
                <p:nvPr/>
              </p:nvCxnSpPr>
              <p:spPr>
                <a:xfrm flipV="1">
                  <a:off x="2489353" y="4068457"/>
                  <a:ext cx="0" cy="67946"/>
                </a:xfrm>
                <a:prstGeom prst="line">
                  <a:avLst/>
                </a:prstGeom>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ABBEC9F4-8F3D-C6A8-C1C1-CD838ECD9492}"/>
                    </a:ext>
                    <a:ext uri="{C183D7F6-B498-43B3-948B-1728B52AA6E4}">
                      <adec:decorative xmlns:adec="http://schemas.microsoft.com/office/drawing/2017/decorative" val="1"/>
                    </a:ext>
                  </a:extLst>
                </p:cNvPr>
                <p:cNvCxnSpPr/>
                <p:nvPr/>
              </p:nvCxnSpPr>
              <p:spPr>
                <a:xfrm flipV="1">
                  <a:off x="2718789" y="4068457"/>
                  <a:ext cx="0" cy="67946"/>
                </a:xfrm>
                <a:prstGeom prst="line">
                  <a:avLst/>
                </a:prstGeom>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B8F867F1-5564-BF5E-F432-A6E415D78513}"/>
                    </a:ext>
                    <a:ext uri="{C183D7F6-B498-43B3-948B-1728B52AA6E4}">
                      <adec:decorative xmlns:adec="http://schemas.microsoft.com/office/drawing/2017/decorative" val="1"/>
                    </a:ext>
                  </a:extLst>
                </p:cNvPr>
                <p:cNvCxnSpPr/>
                <p:nvPr/>
              </p:nvCxnSpPr>
              <p:spPr>
                <a:xfrm flipV="1">
                  <a:off x="2948225" y="4068457"/>
                  <a:ext cx="0" cy="67946"/>
                </a:xfrm>
                <a:prstGeom prst="line">
                  <a:avLst/>
                </a:prstGeom>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CD9B8B41-B7C4-ADF6-9E93-FD626BDBBBA1}"/>
                    </a:ext>
                    <a:ext uri="{C183D7F6-B498-43B3-948B-1728B52AA6E4}">
                      <adec:decorative xmlns:adec="http://schemas.microsoft.com/office/drawing/2017/decorative" val="1"/>
                    </a:ext>
                  </a:extLst>
                </p:cNvPr>
                <p:cNvCxnSpPr/>
                <p:nvPr/>
              </p:nvCxnSpPr>
              <p:spPr>
                <a:xfrm flipV="1">
                  <a:off x="3177661" y="4068457"/>
                  <a:ext cx="0" cy="67946"/>
                </a:xfrm>
                <a:prstGeom prst="line">
                  <a:avLst/>
                </a:prstGeom>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A9E7F069-979A-B112-792D-56E4101125AB}"/>
                    </a:ext>
                    <a:ext uri="{C183D7F6-B498-43B3-948B-1728B52AA6E4}">
                      <adec:decorative xmlns:adec="http://schemas.microsoft.com/office/drawing/2017/decorative" val="1"/>
                    </a:ext>
                  </a:extLst>
                </p:cNvPr>
                <p:cNvCxnSpPr/>
                <p:nvPr/>
              </p:nvCxnSpPr>
              <p:spPr>
                <a:xfrm flipV="1">
                  <a:off x="3407097" y="4068457"/>
                  <a:ext cx="0" cy="67946"/>
                </a:xfrm>
                <a:prstGeom prst="line">
                  <a:avLst/>
                </a:prstGeom>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2C6D15C5-4150-22ED-F0F0-5D1DF7CD21ED}"/>
                    </a:ext>
                    <a:ext uri="{C183D7F6-B498-43B3-948B-1728B52AA6E4}">
                      <adec:decorative xmlns:adec="http://schemas.microsoft.com/office/drawing/2017/decorative" val="1"/>
                    </a:ext>
                  </a:extLst>
                </p:cNvPr>
                <p:cNvCxnSpPr/>
                <p:nvPr/>
              </p:nvCxnSpPr>
              <p:spPr>
                <a:xfrm flipV="1">
                  <a:off x="3636528" y="4068457"/>
                  <a:ext cx="0" cy="67946"/>
                </a:xfrm>
                <a:prstGeom prst="line">
                  <a:avLst/>
                </a:prstGeom>
              </p:spPr>
              <p:style>
                <a:lnRef idx="1">
                  <a:schemeClr val="accent1"/>
                </a:lnRef>
                <a:fillRef idx="0">
                  <a:schemeClr val="accent1"/>
                </a:fillRef>
                <a:effectRef idx="0">
                  <a:schemeClr val="accent1"/>
                </a:effectRef>
                <a:fontRef idx="minor">
                  <a:schemeClr val="tx1"/>
                </a:fontRef>
              </p:style>
            </p:cxnSp>
          </p:grpSp>
          <p:sp>
            <p:nvSpPr>
              <p:cNvPr id="46" name="Oval 45">
                <a:extLst>
                  <a:ext uri="{FF2B5EF4-FFF2-40B4-BE49-F238E27FC236}">
                    <a16:creationId xmlns:a16="http://schemas.microsoft.com/office/drawing/2014/main" id="{732C2605-3EC9-1EBE-5AA1-A476E5D4F5BD}"/>
                  </a:ext>
                  <a:ext uri="{C183D7F6-B498-43B3-948B-1728B52AA6E4}">
                    <adec:decorative xmlns:adec="http://schemas.microsoft.com/office/drawing/2017/decorative" val="1"/>
                  </a:ext>
                </a:extLst>
              </p:cNvPr>
              <p:cNvSpPr/>
              <p:nvPr/>
            </p:nvSpPr>
            <p:spPr>
              <a:xfrm>
                <a:off x="1288004" y="3608050"/>
                <a:ext cx="108338" cy="108338"/>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7" name="Oval 46">
                <a:extLst>
                  <a:ext uri="{FF2B5EF4-FFF2-40B4-BE49-F238E27FC236}">
                    <a16:creationId xmlns:a16="http://schemas.microsoft.com/office/drawing/2014/main" id="{F0F40357-BC6D-F6E1-A663-0F2FE82CEBD7}"/>
                  </a:ext>
                  <a:ext uri="{C183D7F6-B498-43B3-948B-1728B52AA6E4}">
                    <adec:decorative xmlns:adec="http://schemas.microsoft.com/office/drawing/2017/decorative" val="1"/>
                  </a:ext>
                </a:extLst>
              </p:cNvPr>
              <p:cNvSpPr/>
              <p:nvPr/>
            </p:nvSpPr>
            <p:spPr>
              <a:xfrm>
                <a:off x="1976312" y="3222074"/>
                <a:ext cx="108338" cy="108338"/>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8" name="Oval 47">
                <a:extLst>
                  <a:ext uri="{FF2B5EF4-FFF2-40B4-BE49-F238E27FC236}">
                    <a16:creationId xmlns:a16="http://schemas.microsoft.com/office/drawing/2014/main" id="{0F67778D-EB61-67ED-56B8-45280621A551}"/>
                  </a:ext>
                  <a:ext uri="{C183D7F6-B498-43B3-948B-1728B52AA6E4}">
                    <adec:decorative xmlns:adec="http://schemas.microsoft.com/office/drawing/2017/decorative" val="1"/>
                  </a:ext>
                </a:extLst>
              </p:cNvPr>
              <p:cNvSpPr/>
              <p:nvPr/>
            </p:nvSpPr>
            <p:spPr>
              <a:xfrm>
                <a:off x="2664620" y="3059190"/>
                <a:ext cx="108338" cy="108338"/>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9" name="Oval 48">
                <a:extLst>
                  <a:ext uri="{FF2B5EF4-FFF2-40B4-BE49-F238E27FC236}">
                    <a16:creationId xmlns:a16="http://schemas.microsoft.com/office/drawing/2014/main" id="{1E5941D0-9C07-E0B7-E41E-855D9DE51D32}"/>
                  </a:ext>
                  <a:ext uri="{C183D7F6-B498-43B3-948B-1728B52AA6E4}">
                    <adec:decorative xmlns:adec="http://schemas.microsoft.com/office/drawing/2017/decorative" val="1"/>
                  </a:ext>
                </a:extLst>
              </p:cNvPr>
              <p:cNvSpPr/>
              <p:nvPr/>
            </p:nvSpPr>
            <p:spPr>
              <a:xfrm>
                <a:off x="2894056" y="2904315"/>
                <a:ext cx="108338" cy="108338"/>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0" name="Oval 49">
                <a:extLst>
                  <a:ext uri="{FF2B5EF4-FFF2-40B4-BE49-F238E27FC236}">
                    <a16:creationId xmlns:a16="http://schemas.microsoft.com/office/drawing/2014/main" id="{4D40A8ED-24B7-0188-D1EE-45F17332E4A0}"/>
                  </a:ext>
                  <a:ext uri="{C183D7F6-B498-43B3-948B-1728B52AA6E4}">
                    <adec:decorative xmlns:adec="http://schemas.microsoft.com/office/drawing/2017/decorative" val="1"/>
                  </a:ext>
                </a:extLst>
              </p:cNvPr>
              <p:cNvSpPr/>
              <p:nvPr/>
            </p:nvSpPr>
            <p:spPr>
              <a:xfrm>
                <a:off x="3352928" y="2667666"/>
                <a:ext cx="108338" cy="108338"/>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1" name="Oval 50">
                <a:extLst>
                  <a:ext uri="{FF2B5EF4-FFF2-40B4-BE49-F238E27FC236}">
                    <a16:creationId xmlns:a16="http://schemas.microsoft.com/office/drawing/2014/main" id="{A4456457-A429-C759-78D4-CD7D78268868}"/>
                  </a:ext>
                  <a:ext uri="{C183D7F6-B498-43B3-948B-1728B52AA6E4}">
                    <adec:decorative xmlns:adec="http://schemas.microsoft.com/office/drawing/2017/decorative" val="1"/>
                  </a:ext>
                </a:extLst>
              </p:cNvPr>
              <p:cNvSpPr/>
              <p:nvPr/>
            </p:nvSpPr>
            <p:spPr>
              <a:xfrm>
                <a:off x="3582359" y="2795789"/>
                <a:ext cx="108338" cy="108338"/>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9" name="Freeform 99">
              <a:extLst>
                <a:ext uri="{FF2B5EF4-FFF2-40B4-BE49-F238E27FC236}">
                  <a16:creationId xmlns:a16="http://schemas.microsoft.com/office/drawing/2014/main" id="{63E4AF86-E636-F368-94C1-D8C1548E6059}"/>
                </a:ext>
                <a:ext uri="{C183D7F6-B498-43B3-948B-1728B52AA6E4}">
                  <adec:decorative xmlns:adec="http://schemas.microsoft.com/office/drawing/2017/decorative" val="1"/>
                </a:ext>
              </a:extLst>
            </p:cNvPr>
            <p:cNvSpPr/>
            <p:nvPr/>
          </p:nvSpPr>
          <p:spPr>
            <a:xfrm>
              <a:off x="8483877" y="2442148"/>
              <a:ext cx="2769080" cy="1079826"/>
            </a:xfrm>
            <a:custGeom>
              <a:avLst/>
              <a:gdLst>
                <a:gd name="connsiteX0" fmla="*/ 0 w 2769080"/>
                <a:gd name="connsiteY0" fmla="*/ 1079826 h 1079826"/>
                <a:gd name="connsiteX1" fmla="*/ 232914 w 2769080"/>
                <a:gd name="connsiteY1" fmla="*/ 846912 h 1079826"/>
                <a:gd name="connsiteX2" fmla="*/ 465827 w 2769080"/>
                <a:gd name="connsiteY2" fmla="*/ 950429 h 1079826"/>
                <a:gd name="connsiteX3" fmla="*/ 690114 w 2769080"/>
                <a:gd name="connsiteY3" fmla="*/ 726143 h 1079826"/>
                <a:gd name="connsiteX4" fmla="*/ 914400 w 2769080"/>
                <a:gd name="connsiteY4" fmla="*/ 915924 h 1079826"/>
                <a:gd name="connsiteX5" fmla="*/ 1155940 w 2769080"/>
                <a:gd name="connsiteY5" fmla="*/ 562241 h 1079826"/>
                <a:gd name="connsiteX6" fmla="*/ 1406106 w 2769080"/>
                <a:gd name="connsiteY6" fmla="*/ 260316 h 1079826"/>
                <a:gd name="connsiteX7" fmla="*/ 1846053 w 2769080"/>
                <a:gd name="connsiteY7" fmla="*/ 389712 h 1079826"/>
                <a:gd name="connsiteX8" fmla="*/ 2061714 w 2769080"/>
                <a:gd name="connsiteY8" fmla="*/ 243063 h 1079826"/>
                <a:gd name="connsiteX9" fmla="*/ 2518914 w 2769080"/>
                <a:gd name="connsiteY9" fmla="*/ 1524 h 1079826"/>
                <a:gd name="connsiteX10" fmla="*/ 2769080 w 2769080"/>
                <a:gd name="connsiteY10" fmla="*/ 130920 h 107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69080" h="1079826">
                  <a:moveTo>
                    <a:pt x="0" y="1079826"/>
                  </a:moveTo>
                  <a:cubicBezTo>
                    <a:pt x="77638" y="974152"/>
                    <a:pt x="155276" y="868478"/>
                    <a:pt x="232914" y="846912"/>
                  </a:cubicBezTo>
                  <a:cubicBezTo>
                    <a:pt x="310552" y="825346"/>
                    <a:pt x="389627" y="970557"/>
                    <a:pt x="465827" y="950429"/>
                  </a:cubicBezTo>
                  <a:cubicBezTo>
                    <a:pt x="542027" y="930301"/>
                    <a:pt x="615352" y="731894"/>
                    <a:pt x="690114" y="726143"/>
                  </a:cubicBezTo>
                  <a:cubicBezTo>
                    <a:pt x="764876" y="720392"/>
                    <a:pt x="836762" y="943241"/>
                    <a:pt x="914400" y="915924"/>
                  </a:cubicBezTo>
                  <a:cubicBezTo>
                    <a:pt x="992038" y="888607"/>
                    <a:pt x="1073989" y="671509"/>
                    <a:pt x="1155940" y="562241"/>
                  </a:cubicBezTo>
                  <a:cubicBezTo>
                    <a:pt x="1237891" y="452973"/>
                    <a:pt x="1291087" y="289071"/>
                    <a:pt x="1406106" y="260316"/>
                  </a:cubicBezTo>
                  <a:cubicBezTo>
                    <a:pt x="1521125" y="231561"/>
                    <a:pt x="1736785" y="392587"/>
                    <a:pt x="1846053" y="389712"/>
                  </a:cubicBezTo>
                  <a:cubicBezTo>
                    <a:pt x="1955321" y="386837"/>
                    <a:pt x="1949571" y="307761"/>
                    <a:pt x="2061714" y="243063"/>
                  </a:cubicBezTo>
                  <a:cubicBezTo>
                    <a:pt x="2173857" y="178365"/>
                    <a:pt x="2401020" y="20214"/>
                    <a:pt x="2518914" y="1524"/>
                  </a:cubicBezTo>
                  <a:cubicBezTo>
                    <a:pt x="2636808" y="-17166"/>
                    <a:pt x="2723073" y="142422"/>
                    <a:pt x="2769080" y="130920"/>
                  </a:cubicBezTo>
                </a:path>
              </a:pathLst>
            </a:custGeom>
            <a:no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73" name="Rectangle 72">
            <a:extLst>
              <a:ext uri="{FF2B5EF4-FFF2-40B4-BE49-F238E27FC236}">
                <a16:creationId xmlns:a16="http://schemas.microsoft.com/office/drawing/2014/main" id="{AD8EE570-D8C1-7FBF-CE86-133DE467F089}"/>
              </a:ext>
              <a:ext uri="{C183D7F6-B498-43B3-948B-1728B52AA6E4}">
                <adec:decorative xmlns:adec="http://schemas.microsoft.com/office/drawing/2017/decorative" val="0"/>
              </a:ext>
            </a:extLst>
          </p:cNvPr>
          <p:cNvSpPr/>
          <p:nvPr/>
        </p:nvSpPr>
        <p:spPr>
          <a:xfrm>
            <a:off x="7742617" y="4155443"/>
            <a:ext cx="3699303" cy="1877437"/>
          </a:xfrm>
          <a:prstGeom prst="rect">
            <a:avLst/>
          </a:prstGeom>
        </p:spPr>
        <p:txBody>
          <a:bodyPr wrap="square">
            <a:spAutoFit/>
          </a:bodyPr>
          <a:lstStyle/>
          <a:p>
            <a:r>
              <a:rPr lang="en-US" sz="2800" dirty="0">
                <a:solidFill>
                  <a:srgbClr val="232F3E"/>
                </a:solidFill>
              </a:rPr>
              <a:t>How does smoothing affect your outcome?</a:t>
            </a:r>
          </a:p>
          <a:p>
            <a:pPr marL="457200" indent="-457200">
              <a:buFont typeface="Arial" panose="020B0604020202020204" pitchFamily="34" charset="0"/>
              <a:buChar char="•"/>
            </a:pPr>
            <a:r>
              <a:rPr lang="en-US" sz="2000" dirty="0">
                <a:solidFill>
                  <a:srgbClr val="232F3E"/>
                </a:solidFill>
                <a:ea typeface="Amazon Ember Light" panose="020B0403020204020204" pitchFamily="34" charset="0"/>
                <a:cs typeface="Amazon Ember Light" panose="020B0403020204020204" pitchFamily="34" charset="0"/>
              </a:rPr>
              <a:t>Cleaner data to model</a:t>
            </a:r>
          </a:p>
          <a:p>
            <a:pPr marL="457200" indent="-457200">
              <a:buFont typeface="Arial" panose="020B0604020202020204" pitchFamily="34" charset="0"/>
              <a:buChar char="•"/>
            </a:pPr>
            <a:r>
              <a:rPr lang="en-US" sz="2000" dirty="0">
                <a:solidFill>
                  <a:srgbClr val="232F3E"/>
                </a:solidFill>
                <a:ea typeface="Amazon Ember Light" panose="020B0403020204020204" pitchFamily="34" charset="0"/>
                <a:cs typeface="Amazon Ember Light" panose="020B0403020204020204" pitchFamily="34" charset="0"/>
              </a:rPr>
              <a:t>Model compatibility</a:t>
            </a:r>
          </a:p>
          <a:p>
            <a:pPr marL="457200" indent="-457200">
              <a:buFont typeface="Arial" panose="020B0604020202020204" pitchFamily="34" charset="0"/>
              <a:buChar char="•"/>
            </a:pPr>
            <a:r>
              <a:rPr lang="en-US" sz="2000" dirty="0">
                <a:solidFill>
                  <a:srgbClr val="232F3E"/>
                </a:solidFill>
                <a:ea typeface="Amazon Ember Light" panose="020B0403020204020204" pitchFamily="34" charset="0"/>
                <a:cs typeface="Amazon Ember Light" panose="020B0403020204020204" pitchFamily="34" charset="0"/>
              </a:rPr>
              <a:t>Production improvements</a:t>
            </a:r>
            <a:endParaRPr lang="en-US" sz="2000" dirty="0">
              <a:solidFill>
                <a:srgbClr val="232F3E"/>
              </a:solidFill>
            </a:endParaRPr>
          </a:p>
        </p:txBody>
      </p:sp>
    </p:spTree>
    <p:custDataLst>
      <p:tags r:id="rId1"/>
    </p:custDataLst>
    <p:extLst>
      <p:ext uri="{BB962C8B-B14F-4D97-AF65-F5344CB8AC3E}">
        <p14:creationId xmlns:p14="http://schemas.microsoft.com/office/powerpoint/2010/main" val="121332099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F54A59E-034D-4036-9DDE-F026296C9AE2}"/>
              </a:ext>
            </a:extLst>
          </p:cNvPr>
          <p:cNvSpPr>
            <a:spLocks noGrp="1"/>
          </p:cNvSpPr>
          <p:nvPr>
            <p:ph type="sldNum" idx="97"/>
          </p:nvPr>
        </p:nvSpPr>
        <p:spPr/>
        <p:txBody>
          <a:bodyPr/>
          <a:lstStyle/>
          <a:p>
            <a:fld id="{4037B1B0-0345-4E15-985A-6BECCDBE474F}" type="slidenum">
              <a:rPr lang="en-US" smtClean="0"/>
              <a:pPr/>
              <a:t>44</a:t>
            </a:fld>
            <a:endParaRPr lang="en-US" dirty="0"/>
          </a:p>
        </p:txBody>
      </p:sp>
      <p:sp>
        <p:nvSpPr>
          <p:cNvPr id="3" name="Title 2">
            <a:extLst>
              <a:ext uri="{FF2B5EF4-FFF2-40B4-BE49-F238E27FC236}">
                <a16:creationId xmlns:a16="http://schemas.microsoft.com/office/drawing/2014/main" id="{3BE02FE7-A6FA-4689-A30C-628FCBC12A88}"/>
              </a:ext>
            </a:extLst>
          </p:cNvPr>
          <p:cNvSpPr>
            <a:spLocks noGrp="1"/>
          </p:cNvSpPr>
          <p:nvPr>
            <p:ph type="title" idx="1"/>
          </p:nvPr>
        </p:nvSpPr>
        <p:spPr/>
        <p:txBody>
          <a:bodyPr/>
          <a:lstStyle/>
          <a:p>
            <a:r>
              <a:rPr lang="en-US" dirty="0"/>
              <a:t>Seasonality</a:t>
            </a:r>
          </a:p>
        </p:txBody>
      </p:sp>
      <p:sp>
        <p:nvSpPr>
          <p:cNvPr id="89" name="Content Placeholder 5">
            <a:extLst>
              <a:ext uri="{FF2B5EF4-FFF2-40B4-BE49-F238E27FC236}">
                <a16:creationId xmlns:a16="http://schemas.microsoft.com/office/drawing/2014/main" id="{7D6130FD-A273-9A86-7560-22CB325A9DDE}"/>
              </a:ext>
            </a:extLst>
          </p:cNvPr>
          <p:cNvSpPr txBox="1">
            <a:spLocks/>
          </p:cNvSpPr>
          <p:nvPr/>
        </p:nvSpPr>
        <p:spPr>
          <a:xfrm>
            <a:off x="419100" y="1528175"/>
            <a:ext cx="5040659" cy="464878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srgbClr val="232F3E"/>
                </a:solidFill>
                <a:effectLst/>
                <a:uLnTx/>
                <a:uFillTx/>
                <a:latin typeface="+mn-lt"/>
                <a:ea typeface="Amazon Ember Light" panose="020B0403020204020204" pitchFamily="34" charset="0"/>
                <a:cs typeface="Amazon Ember Light" panose="020B0403020204020204" pitchFamily="34" charset="0"/>
              </a:rPr>
              <a:t>Seasonality frequency</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srgbClr val="232F3E"/>
                </a:solidFill>
                <a:effectLst/>
                <a:uLnTx/>
                <a:uFillTx/>
                <a:latin typeface="+mn-lt"/>
                <a:ea typeface="Amazon Ember Light" panose="020B0403020204020204" pitchFamily="34" charset="0"/>
                <a:cs typeface="Amazon Ember Light" panose="020B0403020204020204" pitchFamily="34" charset="0"/>
              </a:rPr>
              <a:t>Hourly, daily, quarterly, yearly</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srgbClr val="232F3E"/>
                </a:solidFill>
                <a:effectLst/>
                <a:uLnTx/>
                <a:uFillTx/>
                <a:latin typeface="+mn-lt"/>
                <a:ea typeface="Amazon Ember Light" panose="020B0403020204020204" pitchFamily="34" charset="0"/>
                <a:cs typeface="Amazon Ember Light" panose="020B0403020204020204" pitchFamily="34" charset="0"/>
              </a:rPr>
              <a:t>Spring, summer, fall, winter</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srgbClr val="232F3E"/>
                </a:solidFill>
                <a:effectLst/>
                <a:uLnTx/>
                <a:uFillTx/>
                <a:latin typeface="+mn-lt"/>
                <a:ea typeface="Amazon Ember Light" panose="020B0403020204020204" pitchFamily="34" charset="0"/>
                <a:cs typeface="Amazon Ember Light" panose="020B0403020204020204" pitchFamily="34" charset="0"/>
              </a:rPr>
              <a:t>Major holiday sales, winter holiday season</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srgbClr val="232F3E"/>
                </a:solidFill>
                <a:effectLst/>
                <a:uLnTx/>
                <a:uFillTx/>
                <a:latin typeface="+mn-lt"/>
                <a:ea typeface="Amazon Ember Light" panose="020B0403020204020204" pitchFamily="34" charset="0"/>
                <a:cs typeface="Amazon Ember Light" panose="020B0403020204020204" pitchFamily="34" charset="0"/>
              </a:rPr>
              <a:t>Incorporating holidays</a:t>
            </a:r>
          </a:p>
        </p:txBody>
      </p:sp>
      <p:grpSp>
        <p:nvGrpSpPr>
          <p:cNvPr id="90" name="Group 89" descr="Line plot for 24 values that rise and fall along the y axis.">
            <a:extLst>
              <a:ext uri="{FF2B5EF4-FFF2-40B4-BE49-F238E27FC236}">
                <a16:creationId xmlns:a16="http://schemas.microsoft.com/office/drawing/2014/main" id="{14F2B771-B105-4709-7B24-54A35A05262A}"/>
              </a:ext>
            </a:extLst>
          </p:cNvPr>
          <p:cNvGrpSpPr/>
          <p:nvPr/>
        </p:nvGrpSpPr>
        <p:grpSpPr>
          <a:xfrm>
            <a:off x="5599482" y="2166849"/>
            <a:ext cx="5972244" cy="2758222"/>
            <a:chOff x="2636481" y="2186294"/>
            <a:chExt cx="5972244" cy="2758222"/>
          </a:xfrm>
        </p:grpSpPr>
        <p:sp>
          <p:nvSpPr>
            <p:cNvPr id="91" name="Oval 90">
              <a:extLst>
                <a:ext uri="{FF2B5EF4-FFF2-40B4-BE49-F238E27FC236}">
                  <a16:creationId xmlns:a16="http://schemas.microsoft.com/office/drawing/2014/main" id="{24364FDB-D5B7-58FC-985E-63A2E908B6A8}"/>
                </a:ext>
                <a:ext uri="{C183D7F6-B498-43B3-948B-1728B52AA6E4}">
                  <adec:decorative xmlns:adec="http://schemas.microsoft.com/office/drawing/2017/decorative" val="1"/>
                </a:ext>
              </a:extLst>
            </p:cNvPr>
            <p:cNvSpPr/>
            <p:nvPr/>
          </p:nvSpPr>
          <p:spPr>
            <a:xfrm>
              <a:off x="2811145" y="4228680"/>
              <a:ext cx="108338" cy="108338"/>
            </a:xfrm>
            <a:prstGeom prst="ellipse">
              <a:avLst/>
            </a:prstGeom>
            <a:solidFill>
              <a:srgbClr val="FFFFFF"/>
            </a:solidFill>
            <a:ln w="12700" cap="flat" cmpd="sng" algn="ctr">
              <a:solidFill>
                <a:srgbClr val="232F3E">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ea typeface="+mn-ea"/>
                <a:cs typeface="+mn-cs"/>
              </a:endParaRPr>
            </a:p>
          </p:txBody>
        </p:sp>
        <p:cxnSp>
          <p:nvCxnSpPr>
            <p:cNvPr id="92" name="Straight Connector 91">
              <a:extLst>
                <a:ext uri="{FF2B5EF4-FFF2-40B4-BE49-F238E27FC236}">
                  <a16:creationId xmlns:a16="http://schemas.microsoft.com/office/drawing/2014/main" id="{8B792746-2B3B-8375-2AA0-57B72F5E6A01}"/>
                </a:ext>
                <a:ext uri="{C183D7F6-B498-43B3-948B-1728B52AA6E4}">
                  <adec:decorative xmlns:adec="http://schemas.microsoft.com/office/drawing/2017/decorative" val="1"/>
                </a:ext>
              </a:extLst>
            </p:cNvPr>
            <p:cNvCxnSpPr/>
            <p:nvPr/>
          </p:nvCxnSpPr>
          <p:spPr>
            <a:xfrm flipV="1">
              <a:off x="2636481" y="2186294"/>
              <a:ext cx="0" cy="2437000"/>
            </a:xfrm>
            <a:prstGeom prst="line">
              <a:avLst/>
            </a:prstGeom>
            <a:noFill/>
            <a:ln w="6350" cap="flat" cmpd="sng" algn="ctr">
              <a:solidFill>
                <a:srgbClr val="232F3E"/>
              </a:solidFill>
              <a:prstDash val="solid"/>
              <a:miter lim="800000"/>
            </a:ln>
            <a:effectLst/>
          </p:spPr>
        </p:cxnSp>
        <p:sp>
          <p:nvSpPr>
            <p:cNvPr id="93" name="Oval 92">
              <a:extLst>
                <a:ext uri="{FF2B5EF4-FFF2-40B4-BE49-F238E27FC236}">
                  <a16:creationId xmlns:a16="http://schemas.microsoft.com/office/drawing/2014/main" id="{71056016-C89C-3E84-7C74-F8BE4E583814}"/>
                </a:ext>
                <a:ext uri="{C183D7F6-B498-43B3-948B-1728B52AA6E4}">
                  <adec:decorative xmlns:adec="http://schemas.microsoft.com/office/drawing/2017/decorative" val="1"/>
                </a:ext>
              </a:extLst>
            </p:cNvPr>
            <p:cNvSpPr/>
            <p:nvPr/>
          </p:nvSpPr>
          <p:spPr>
            <a:xfrm>
              <a:off x="3046175" y="3996709"/>
              <a:ext cx="108338" cy="108338"/>
            </a:xfrm>
            <a:prstGeom prst="ellipse">
              <a:avLst/>
            </a:prstGeom>
            <a:solidFill>
              <a:srgbClr val="FFFFFF"/>
            </a:solidFill>
            <a:ln w="12700" cap="flat" cmpd="sng" algn="ctr">
              <a:solidFill>
                <a:srgbClr val="232F3E">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ea typeface="+mn-ea"/>
                <a:cs typeface="+mn-cs"/>
              </a:endParaRPr>
            </a:p>
          </p:txBody>
        </p:sp>
        <p:sp>
          <p:nvSpPr>
            <p:cNvPr id="94" name="Oval 93">
              <a:extLst>
                <a:ext uri="{FF2B5EF4-FFF2-40B4-BE49-F238E27FC236}">
                  <a16:creationId xmlns:a16="http://schemas.microsoft.com/office/drawing/2014/main" id="{C3E071E3-5D31-2223-E7A0-2B5F5954263F}"/>
                </a:ext>
                <a:ext uri="{C183D7F6-B498-43B3-948B-1728B52AA6E4}">
                  <adec:decorative xmlns:adec="http://schemas.microsoft.com/office/drawing/2017/decorative" val="1"/>
                </a:ext>
              </a:extLst>
            </p:cNvPr>
            <p:cNvSpPr/>
            <p:nvPr/>
          </p:nvSpPr>
          <p:spPr>
            <a:xfrm>
              <a:off x="3497804" y="3878888"/>
              <a:ext cx="108338" cy="108338"/>
            </a:xfrm>
            <a:prstGeom prst="ellipse">
              <a:avLst/>
            </a:prstGeom>
            <a:solidFill>
              <a:srgbClr val="FFFFFF"/>
            </a:solidFill>
            <a:ln w="12700" cap="flat" cmpd="sng" algn="ctr">
              <a:solidFill>
                <a:srgbClr val="232F3E">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ea typeface="+mn-ea"/>
                <a:cs typeface="+mn-cs"/>
              </a:endParaRPr>
            </a:p>
          </p:txBody>
        </p:sp>
        <p:sp>
          <p:nvSpPr>
            <p:cNvPr id="95" name="Oval 94">
              <a:extLst>
                <a:ext uri="{FF2B5EF4-FFF2-40B4-BE49-F238E27FC236}">
                  <a16:creationId xmlns:a16="http://schemas.microsoft.com/office/drawing/2014/main" id="{F00DD98E-94BB-090E-E49A-A7ADE3C43F98}"/>
                </a:ext>
                <a:ext uri="{C183D7F6-B498-43B3-948B-1728B52AA6E4}">
                  <adec:decorative xmlns:adec="http://schemas.microsoft.com/office/drawing/2017/decorative" val="1"/>
                </a:ext>
              </a:extLst>
            </p:cNvPr>
            <p:cNvSpPr/>
            <p:nvPr/>
          </p:nvSpPr>
          <p:spPr>
            <a:xfrm>
              <a:off x="3726716" y="4056996"/>
              <a:ext cx="108338" cy="108338"/>
            </a:xfrm>
            <a:prstGeom prst="ellipse">
              <a:avLst/>
            </a:prstGeom>
            <a:solidFill>
              <a:srgbClr val="FFFFFF"/>
            </a:solidFill>
            <a:ln w="12700" cap="flat" cmpd="sng" algn="ctr">
              <a:solidFill>
                <a:srgbClr val="232F3E">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ea typeface="+mn-ea"/>
                <a:cs typeface="+mn-cs"/>
              </a:endParaRPr>
            </a:p>
          </p:txBody>
        </p:sp>
        <p:sp>
          <p:nvSpPr>
            <p:cNvPr id="96" name="Oval 95">
              <a:extLst>
                <a:ext uri="{FF2B5EF4-FFF2-40B4-BE49-F238E27FC236}">
                  <a16:creationId xmlns:a16="http://schemas.microsoft.com/office/drawing/2014/main" id="{491D5839-9CA4-CCE7-64B3-08B4A62FD5E6}"/>
                </a:ext>
                <a:ext uri="{C183D7F6-B498-43B3-948B-1728B52AA6E4}">
                  <adec:decorative xmlns:adec="http://schemas.microsoft.com/office/drawing/2017/decorative" val="1"/>
                </a:ext>
              </a:extLst>
            </p:cNvPr>
            <p:cNvSpPr/>
            <p:nvPr/>
          </p:nvSpPr>
          <p:spPr>
            <a:xfrm>
              <a:off x="4187684" y="3414825"/>
              <a:ext cx="108338" cy="108338"/>
            </a:xfrm>
            <a:prstGeom prst="ellipse">
              <a:avLst/>
            </a:prstGeom>
            <a:solidFill>
              <a:srgbClr val="FFFFFF"/>
            </a:solidFill>
            <a:ln w="12700" cap="flat" cmpd="sng" algn="ctr">
              <a:solidFill>
                <a:srgbClr val="232F3E">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ea typeface="+mn-ea"/>
                <a:cs typeface="+mn-cs"/>
              </a:endParaRPr>
            </a:p>
          </p:txBody>
        </p:sp>
        <p:grpSp>
          <p:nvGrpSpPr>
            <p:cNvPr id="97" name="Group 96">
              <a:extLst>
                <a:ext uri="{FF2B5EF4-FFF2-40B4-BE49-F238E27FC236}">
                  <a16:creationId xmlns:a16="http://schemas.microsoft.com/office/drawing/2014/main" id="{865C9610-ADB1-0C3A-E062-8FD0948F2502}"/>
                </a:ext>
              </a:extLst>
            </p:cNvPr>
            <p:cNvGrpSpPr/>
            <p:nvPr/>
          </p:nvGrpSpPr>
          <p:grpSpPr>
            <a:xfrm>
              <a:off x="2636481" y="4555347"/>
              <a:ext cx="2986122" cy="67946"/>
              <a:chOff x="654545" y="4068457"/>
              <a:chExt cx="2986122" cy="67946"/>
            </a:xfrm>
          </p:grpSpPr>
          <p:cxnSp>
            <p:nvCxnSpPr>
              <p:cNvPr id="157" name="Straight Connector 156">
                <a:extLst>
                  <a:ext uri="{FF2B5EF4-FFF2-40B4-BE49-F238E27FC236}">
                    <a16:creationId xmlns:a16="http://schemas.microsoft.com/office/drawing/2014/main" id="{C31171EE-C8F4-E534-20BB-88C1DC78DA05}"/>
                  </a:ext>
                  <a:ext uri="{C183D7F6-B498-43B3-948B-1728B52AA6E4}">
                    <adec:decorative xmlns:adec="http://schemas.microsoft.com/office/drawing/2017/decorative" val="1"/>
                  </a:ext>
                </a:extLst>
              </p:cNvPr>
              <p:cNvCxnSpPr/>
              <p:nvPr/>
            </p:nvCxnSpPr>
            <p:spPr>
              <a:xfrm>
                <a:off x="654545" y="4136403"/>
                <a:ext cx="2986122" cy="0"/>
              </a:xfrm>
              <a:prstGeom prst="line">
                <a:avLst/>
              </a:prstGeom>
              <a:noFill/>
              <a:ln w="6350" cap="flat" cmpd="sng" algn="ctr">
                <a:solidFill>
                  <a:srgbClr val="232F3E"/>
                </a:solidFill>
                <a:prstDash val="solid"/>
                <a:miter lim="800000"/>
              </a:ln>
              <a:effectLst/>
            </p:spPr>
          </p:cxnSp>
          <p:cxnSp>
            <p:nvCxnSpPr>
              <p:cNvPr id="158" name="Straight Connector 157">
                <a:extLst>
                  <a:ext uri="{FF2B5EF4-FFF2-40B4-BE49-F238E27FC236}">
                    <a16:creationId xmlns:a16="http://schemas.microsoft.com/office/drawing/2014/main" id="{6045A298-45CD-9EBB-E416-DD34178E0DEA}"/>
                  </a:ext>
                  <a:ext uri="{C183D7F6-B498-43B3-948B-1728B52AA6E4}">
                    <adec:decorative xmlns:adec="http://schemas.microsoft.com/office/drawing/2017/decorative" val="1"/>
                  </a:ext>
                </a:extLst>
              </p:cNvPr>
              <p:cNvCxnSpPr/>
              <p:nvPr/>
            </p:nvCxnSpPr>
            <p:spPr>
              <a:xfrm flipV="1">
                <a:off x="883301" y="4068457"/>
                <a:ext cx="0" cy="67946"/>
              </a:xfrm>
              <a:prstGeom prst="line">
                <a:avLst/>
              </a:prstGeom>
              <a:noFill/>
              <a:ln w="6350" cap="flat" cmpd="sng" algn="ctr">
                <a:solidFill>
                  <a:srgbClr val="232F3E"/>
                </a:solidFill>
                <a:prstDash val="solid"/>
                <a:miter lim="800000"/>
              </a:ln>
              <a:effectLst/>
            </p:spPr>
          </p:cxnSp>
          <p:cxnSp>
            <p:nvCxnSpPr>
              <p:cNvPr id="159" name="Straight Connector 158">
                <a:extLst>
                  <a:ext uri="{FF2B5EF4-FFF2-40B4-BE49-F238E27FC236}">
                    <a16:creationId xmlns:a16="http://schemas.microsoft.com/office/drawing/2014/main" id="{21FC41AE-8E40-7BA6-C121-17F5708AD4BE}"/>
                  </a:ext>
                  <a:ext uri="{C183D7F6-B498-43B3-948B-1728B52AA6E4}">
                    <adec:decorative xmlns:adec="http://schemas.microsoft.com/office/drawing/2017/decorative" val="1"/>
                  </a:ext>
                </a:extLst>
              </p:cNvPr>
              <p:cNvCxnSpPr/>
              <p:nvPr/>
            </p:nvCxnSpPr>
            <p:spPr>
              <a:xfrm flipV="1">
                <a:off x="1112737" y="4068457"/>
                <a:ext cx="0" cy="67946"/>
              </a:xfrm>
              <a:prstGeom prst="line">
                <a:avLst/>
              </a:prstGeom>
              <a:noFill/>
              <a:ln w="6350" cap="flat" cmpd="sng" algn="ctr">
                <a:solidFill>
                  <a:srgbClr val="232F3E"/>
                </a:solidFill>
                <a:prstDash val="solid"/>
                <a:miter lim="800000"/>
              </a:ln>
              <a:effectLst/>
            </p:spPr>
          </p:cxnSp>
          <p:cxnSp>
            <p:nvCxnSpPr>
              <p:cNvPr id="160" name="Straight Connector 159">
                <a:extLst>
                  <a:ext uri="{FF2B5EF4-FFF2-40B4-BE49-F238E27FC236}">
                    <a16:creationId xmlns:a16="http://schemas.microsoft.com/office/drawing/2014/main" id="{DD421BE3-882B-7B3F-2694-5054FAE4F803}"/>
                  </a:ext>
                  <a:ext uri="{C183D7F6-B498-43B3-948B-1728B52AA6E4}">
                    <adec:decorative xmlns:adec="http://schemas.microsoft.com/office/drawing/2017/decorative" val="1"/>
                  </a:ext>
                </a:extLst>
              </p:cNvPr>
              <p:cNvCxnSpPr/>
              <p:nvPr/>
            </p:nvCxnSpPr>
            <p:spPr>
              <a:xfrm flipV="1">
                <a:off x="1342173" y="4068457"/>
                <a:ext cx="0" cy="67946"/>
              </a:xfrm>
              <a:prstGeom prst="line">
                <a:avLst/>
              </a:prstGeom>
              <a:noFill/>
              <a:ln w="6350" cap="flat" cmpd="sng" algn="ctr">
                <a:solidFill>
                  <a:srgbClr val="232F3E"/>
                </a:solidFill>
                <a:prstDash val="solid"/>
                <a:miter lim="800000"/>
              </a:ln>
              <a:effectLst/>
            </p:spPr>
          </p:cxnSp>
          <p:cxnSp>
            <p:nvCxnSpPr>
              <p:cNvPr id="161" name="Straight Connector 160">
                <a:extLst>
                  <a:ext uri="{FF2B5EF4-FFF2-40B4-BE49-F238E27FC236}">
                    <a16:creationId xmlns:a16="http://schemas.microsoft.com/office/drawing/2014/main" id="{8F846273-2108-5CE8-BB76-42BC4E4088C3}"/>
                  </a:ext>
                  <a:ext uri="{C183D7F6-B498-43B3-948B-1728B52AA6E4}">
                    <adec:decorative xmlns:adec="http://schemas.microsoft.com/office/drawing/2017/decorative" val="1"/>
                  </a:ext>
                </a:extLst>
              </p:cNvPr>
              <p:cNvCxnSpPr/>
              <p:nvPr/>
            </p:nvCxnSpPr>
            <p:spPr>
              <a:xfrm flipV="1">
                <a:off x="1571609" y="4068457"/>
                <a:ext cx="0" cy="67946"/>
              </a:xfrm>
              <a:prstGeom prst="line">
                <a:avLst/>
              </a:prstGeom>
              <a:noFill/>
              <a:ln w="6350" cap="flat" cmpd="sng" algn="ctr">
                <a:solidFill>
                  <a:srgbClr val="232F3E"/>
                </a:solidFill>
                <a:prstDash val="solid"/>
                <a:miter lim="800000"/>
              </a:ln>
              <a:effectLst/>
            </p:spPr>
          </p:cxnSp>
          <p:cxnSp>
            <p:nvCxnSpPr>
              <p:cNvPr id="162" name="Straight Connector 161">
                <a:extLst>
                  <a:ext uri="{FF2B5EF4-FFF2-40B4-BE49-F238E27FC236}">
                    <a16:creationId xmlns:a16="http://schemas.microsoft.com/office/drawing/2014/main" id="{2EEA5964-6A13-8DF4-680E-C555A0AE00D0}"/>
                  </a:ext>
                  <a:ext uri="{C183D7F6-B498-43B3-948B-1728B52AA6E4}">
                    <adec:decorative xmlns:adec="http://schemas.microsoft.com/office/drawing/2017/decorative" val="1"/>
                  </a:ext>
                </a:extLst>
              </p:cNvPr>
              <p:cNvCxnSpPr/>
              <p:nvPr/>
            </p:nvCxnSpPr>
            <p:spPr>
              <a:xfrm flipV="1">
                <a:off x="1801045" y="4068457"/>
                <a:ext cx="0" cy="67946"/>
              </a:xfrm>
              <a:prstGeom prst="line">
                <a:avLst/>
              </a:prstGeom>
              <a:noFill/>
              <a:ln w="6350" cap="flat" cmpd="sng" algn="ctr">
                <a:solidFill>
                  <a:srgbClr val="232F3E"/>
                </a:solidFill>
                <a:prstDash val="solid"/>
                <a:miter lim="800000"/>
              </a:ln>
              <a:effectLst/>
            </p:spPr>
          </p:cxnSp>
          <p:cxnSp>
            <p:nvCxnSpPr>
              <p:cNvPr id="163" name="Straight Connector 162">
                <a:extLst>
                  <a:ext uri="{FF2B5EF4-FFF2-40B4-BE49-F238E27FC236}">
                    <a16:creationId xmlns:a16="http://schemas.microsoft.com/office/drawing/2014/main" id="{362619F9-36E6-B1A8-5C55-0F6AD232ABD4}"/>
                  </a:ext>
                  <a:ext uri="{C183D7F6-B498-43B3-948B-1728B52AA6E4}">
                    <adec:decorative xmlns:adec="http://schemas.microsoft.com/office/drawing/2017/decorative" val="1"/>
                  </a:ext>
                </a:extLst>
              </p:cNvPr>
              <p:cNvCxnSpPr/>
              <p:nvPr/>
            </p:nvCxnSpPr>
            <p:spPr>
              <a:xfrm flipV="1">
                <a:off x="2030481" y="4068457"/>
                <a:ext cx="0" cy="67946"/>
              </a:xfrm>
              <a:prstGeom prst="line">
                <a:avLst/>
              </a:prstGeom>
              <a:noFill/>
              <a:ln w="6350" cap="flat" cmpd="sng" algn="ctr">
                <a:solidFill>
                  <a:srgbClr val="232F3E"/>
                </a:solidFill>
                <a:prstDash val="solid"/>
                <a:miter lim="800000"/>
              </a:ln>
              <a:effectLst/>
            </p:spPr>
          </p:cxnSp>
          <p:cxnSp>
            <p:nvCxnSpPr>
              <p:cNvPr id="164" name="Straight Connector 163">
                <a:extLst>
                  <a:ext uri="{FF2B5EF4-FFF2-40B4-BE49-F238E27FC236}">
                    <a16:creationId xmlns:a16="http://schemas.microsoft.com/office/drawing/2014/main" id="{2C1A48CA-073D-20CD-4C90-AE99587D7E73}"/>
                  </a:ext>
                  <a:ext uri="{C183D7F6-B498-43B3-948B-1728B52AA6E4}">
                    <adec:decorative xmlns:adec="http://schemas.microsoft.com/office/drawing/2017/decorative" val="1"/>
                  </a:ext>
                </a:extLst>
              </p:cNvPr>
              <p:cNvCxnSpPr/>
              <p:nvPr/>
            </p:nvCxnSpPr>
            <p:spPr>
              <a:xfrm flipV="1">
                <a:off x="2259917" y="4068457"/>
                <a:ext cx="0" cy="67946"/>
              </a:xfrm>
              <a:prstGeom prst="line">
                <a:avLst/>
              </a:prstGeom>
              <a:noFill/>
              <a:ln w="6350" cap="flat" cmpd="sng" algn="ctr">
                <a:solidFill>
                  <a:srgbClr val="232F3E"/>
                </a:solidFill>
                <a:prstDash val="solid"/>
                <a:miter lim="800000"/>
              </a:ln>
              <a:effectLst/>
            </p:spPr>
          </p:cxnSp>
          <p:cxnSp>
            <p:nvCxnSpPr>
              <p:cNvPr id="165" name="Straight Connector 164">
                <a:extLst>
                  <a:ext uri="{FF2B5EF4-FFF2-40B4-BE49-F238E27FC236}">
                    <a16:creationId xmlns:a16="http://schemas.microsoft.com/office/drawing/2014/main" id="{7226A527-4390-1036-C238-C2D75EFF008B}"/>
                  </a:ext>
                  <a:ext uri="{C183D7F6-B498-43B3-948B-1728B52AA6E4}">
                    <adec:decorative xmlns:adec="http://schemas.microsoft.com/office/drawing/2017/decorative" val="1"/>
                  </a:ext>
                </a:extLst>
              </p:cNvPr>
              <p:cNvCxnSpPr/>
              <p:nvPr/>
            </p:nvCxnSpPr>
            <p:spPr>
              <a:xfrm flipV="1">
                <a:off x="2489353" y="4068457"/>
                <a:ext cx="0" cy="67946"/>
              </a:xfrm>
              <a:prstGeom prst="line">
                <a:avLst/>
              </a:prstGeom>
              <a:noFill/>
              <a:ln w="6350" cap="flat" cmpd="sng" algn="ctr">
                <a:solidFill>
                  <a:srgbClr val="232F3E"/>
                </a:solidFill>
                <a:prstDash val="solid"/>
                <a:miter lim="800000"/>
              </a:ln>
              <a:effectLst/>
            </p:spPr>
          </p:cxnSp>
          <p:cxnSp>
            <p:nvCxnSpPr>
              <p:cNvPr id="166" name="Straight Connector 165">
                <a:extLst>
                  <a:ext uri="{FF2B5EF4-FFF2-40B4-BE49-F238E27FC236}">
                    <a16:creationId xmlns:a16="http://schemas.microsoft.com/office/drawing/2014/main" id="{B4339DEE-488D-A424-B68F-7E081707E254}"/>
                  </a:ext>
                  <a:ext uri="{C183D7F6-B498-43B3-948B-1728B52AA6E4}">
                    <adec:decorative xmlns:adec="http://schemas.microsoft.com/office/drawing/2017/decorative" val="1"/>
                  </a:ext>
                </a:extLst>
              </p:cNvPr>
              <p:cNvCxnSpPr/>
              <p:nvPr/>
            </p:nvCxnSpPr>
            <p:spPr>
              <a:xfrm flipV="1">
                <a:off x="2718789" y="4068457"/>
                <a:ext cx="0" cy="67946"/>
              </a:xfrm>
              <a:prstGeom prst="line">
                <a:avLst/>
              </a:prstGeom>
              <a:noFill/>
              <a:ln w="6350" cap="flat" cmpd="sng" algn="ctr">
                <a:solidFill>
                  <a:srgbClr val="232F3E"/>
                </a:solidFill>
                <a:prstDash val="solid"/>
                <a:miter lim="800000"/>
              </a:ln>
              <a:effectLst/>
            </p:spPr>
          </p:cxnSp>
          <p:cxnSp>
            <p:nvCxnSpPr>
              <p:cNvPr id="167" name="Straight Connector 166">
                <a:extLst>
                  <a:ext uri="{FF2B5EF4-FFF2-40B4-BE49-F238E27FC236}">
                    <a16:creationId xmlns:a16="http://schemas.microsoft.com/office/drawing/2014/main" id="{196869EF-A382-50B5-7405-DEF5C0C99619}"/>
                  </a:ext>
                  <a:ext uri="{C183D7F6-B498-43B3-948B-1728B52AA6E4}">
                    <adec:decorative xmlns:adec="http://schemas.microsoft.com/office/drawing/2017/decorative" val="1"/>
                  </a:ext>
                </a:extLst>
              </p:cNvPr>
              <p:cNvCxnSpPr/>
              <p:nvPr/>
            </p:nvCxnSpPr>
            <p:spPr>
              <a:xfrm flipV="1">
                <a:off x="2948225" y="4068457"/>
                <a:ext cx="0" cy="67946"/>
              </a:xfrm>
              <a:prstGeom prst="line">
                <a:avLst/>
              </a:prstGeom>
              <a:noFill/>
              <a:ln w="6350" cap="flat" cmpd="sng" algn="ctr">
                <a:solidFill>
                  <a:srgbClr val="232F3E"/>
                </a:solidFill>
                <a:prstDash val="solid"/>
                <a:miter lim="800000"/>
              </a:ln>
              <a:effectLst/>
            </p:spPr>
          </p:cxnSp>
          <p:cxnSp>
            <p:nvCxnSpPr>
              <p:cNvPr id="168" name="Straight Connector 167">
                <a:extLst>
                  <a:ext uri="{FF2B5EF4-FFF2-40B4-BE49-F238E27FC236}">
                    <a16:creationId xmlns:a16="http://schemas.microsoft.com/office/drawing/2014/main" id="{4300D224-9D9E-C5FD-DE6B-50A0B644C962}"/>
                  </a:ext>
                  <a:ext uri="{C183D7F6-B498-43B3-948B-1728B52AA6E4}">
                    <adec:decorative xmlns:adec="http://schemas.microsoft.com/office/drawing/2017/decorative" val="1"/>
                  </a:ext>
                </a:extLst>
              </p:cNvPr>
              <p:cNvCxnSpPr/>
              <p:nvPr/>
            </p:nvCxnSpPr>
            <p:spPr>
              <a:xfrm flipV="1">
                <a:off x="3177661" y="4068457"/>
                <a:ext cx="0" cy="67946"/>
              </a:xfrm>
              <a:prstGeom prst="line">
                <a:avLst/>
              </a:prstGeom>
              <a:noFill/>
              <a:ln w="6350" cap="flat" cmpd="sng" algn="ctr">
                <a:solidFill>
                  <a:srgbClr val="232F3E"/>
                </a:solidFill>
                <a:prstDash val="solid"/>
                <a:miter lim="800000"/>
              </a:ln>
              <a:effectLst/>
            </p:spPr>
          </p:cxnSp>
          <p:cxnSp>
            <p:nvCxnSpPr>
              <p:cNvPr id="169" name="Straight Connector 168">
                <a:extLst>
                  <a:ext uri="{FF2B5EF4-FFF2-40B4-BE49-F238E27FC236}">
                    <a16:creationId xmlns:a16="http://schemas.microsoft.com/office/drawing/2014/main" id="{741F5BEA-1F75-770F-6261-B5E58FE47EEC}"/>
                  </a:ext>
                  <a:ext uri="{C183D7F6-B498-43B3-948B-1728B52AA6E4}">
                    <adec:decorative xmlns:adec="http://schemas.microsoft.com/office/drawing/2017/decorative" val="1"/>
                  </a:ext>
                </a:extLst>
              </p:cNvPr>
              <p:cNvCxnSpPr/>
              <p:nvPr/>
            </p:nvCxnSpPr>
            <p:spPr>
              <a:xfrm flipV="1">
                <a:off x="3407097" y="4068457"/>
                <a:ext cx="0" cy="67946"/>
              </a:xfrm>
              <a:prstGeom prst="line">
                <a:avLst/>
              </a:prstGeom>
              <a:noFill/>
              <a:ln w="6350" cap="flat" cmpd="sng" algn="ctr">
                <a:solidFill>
                  <a:srgbClr val="232F3E"/>
                </a:solidFill>
                <a:prstDash val="solid"/>
                <a:miter lim="800000"/>
              </a:ln>
              <a:effectLst/>
            </p:spPr>
          </p:cxnSp>
          <p:cxnSp>
            <p:nvCxnSpPr>
              <p:cNvPr id="170" name="Straight Connector 169">
                <a:extLst>
                  <a:ext uri="{FF2B5EF4-FFF2-40B4-BE49-F238E27FC236}">
                    <a16:creationId xmlns:a16="http://schemas.microsoft.com/office/drawing/2014/main" id="{2A265762-5106-0267-69B5-48D8551CD757}"/>
                  </a:ext>
                  <a:ext uri="{C183D7F6-B498-43B3-948B-1728B52AA6E4}">
                    <adec:decorative xmlns:adec="http://schemas.microsoft.com/office/drawing/2017/decorative" val="1"/>
                  </a:ext>
                </a:extLst>
              </p:cNvPr>
              <p:cNvCxnSpPr/>
              <p:nvPr/>
            </p:nvCxnSpPr>
            <p:spPr>
              <a:xfrm flipV="1">
                <a:off x="3636528" y="4068457"/>
                <a:ext cx="0" cy="67946"/>
              </a:xfrm>
              <a:prstGeom prst="line">
                <a:avLst/>
              </a:prstGeom>
              <a:noFill/>
              <a:ln w="6350" cap="flat" cmpd="sng" algn="ctr">
                <a:solidFill>
                  <a:srgbClr val="232F3E"/>
                </a:solidFill>
                <a:prstDash val="solid"/>
                <a:miter lim="800000"/>
              </a:ln>
              <a:effectLst/>
            </p:spPr>
          </p:cxnSp>
        </p:grpSp>
        <p:sp>
          <p:nvSpPr>
            <p:cNvPr id="98" name="Oval 97">
              <a:extLst>
                <a:ext uri="{FF2B5EF4-FFF2-40B4-BE49-F238E27FC236}">
                  <a16:creationId xmlns:a16="http://schemas.microsoft.com/office/drawing/2014/main" id="{C2F61817-8BF6-D1BD-B056-7E793921D74A}"/>
                </a:ext>
                <a:ext uri="{C183D7F6-B498-43B3-948B-1728B52AA6E4}">
                  <adec:decorative xmlns:adec="http://schemas.microsoft.com/office/drawing/2017/decorative" val="1"/>
                </a:ext>
              </a:extLst>
            </p:cNvPr>
            <p:cNvSpPr/>
            <p:nvPr/>
          </p:nvSpPr>
          <p:spPr>
            <a:xfrm>
              <a:off x="3269940" y="3539865"/>
              <a:ext cx="108338" cy="108338"/>
            </a:xfrm>
            <a:prstGeom prst="ellipse">
              <a:avLst/>
            </a:prstGeom>
            <a:solidFill>
              <a:srgbClr val="FFFFFF"/>
            </a:solidFill>
            <a:ln w="12700" cap="flat" cmpd="sng" algn="ctr">
              <a:solidFill>
                <a:srgbClr val="232F3E">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ea typeface="+mn-ea"/>
                <a:cs typeface="+mn-cs"/>
              </a:endParaRPr>
            </a:p>
          </p:txBody>
        </p:sp>
        <p:sp>
          <p:nvSpPr>
            <p:cNvPr id="99" name="Oval 98">
              <a:extLst>
                <a:ext uri="{FF2B5EF4-FFF2-40B4-BE49-F238E27FC236}">
                  <a16:creationId xmlns:a16="http://schemas.microsoft.com/office/drawing/2014/main" id="{2151C709-7DEE-8EC7-6030-41C450D95731}"/>
                </a:ext>
                <a:ext uri="{C183D7F6-B498-43B3-948B-1728B52AA6E4}">
                  <adec:decorative xmlns:adec="http://schemas.microsoft.com/office/drawing/2017/decorative" val="1"/>
                </a:ext>
              </a:extLst>
            </p:cNvPr>
            <p:cNvSpPr/>
            <p:nvPr/>
          </p:nvSpPr>
          <p:spPr>
            <a:xfrm>
              <a:off x="3963573" y="3450010"/>
              <a:ext cx="108338" cy="108338"/>
            </a:xfrm>
            <a:prstGeom prst="ellipse">
              <a:avLst/>
            </a:prstGeom>
            <a:solidFill>
              <a:srgbClr val="FFFFFF"/>
            </a:solidFill>
            <a:ln w="12700" cap="flat" cmpd="sng" algn="ctr">
              <a:solidFill>
                <a:srgbClr val="232F3E">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ea typeface="+mn-ea"/>
                <a:cs typeface="+mn-cs"/>
              </a:endParaRPr>
            </a:p>
          </p:txBody>
        </p:sp>
        <p:sp>
          <p:nvSpPr>
            <p:cNvPr id="100" name="Oval 99">
              <a:extLst>
                <a:ext uri="{FF2B5EF4-FFF2-40B4-BE49-F238E27FC236}">
                  <a16:creationId xmlns:a16="http://schemas.microsoft.com/office/drawing/2014/main" id="{7E88E477-2D8C-6D33-0BEE-AE414C4CB49E}"/>
                </a:ext>
                <a:ext uri="{C183D7F6-B498-43B3-948B-1728B52AA6E4}">
                  <adec:decorative xmlns:adec="http://schemas.microsoft.com/office/drawing/2017/decorative" val="1"/>
                </a:ext>
              </a:extLst>
            </p:cNvPr>
            <p:cNvSpPr/>
            <p:nvPr/>
          </p:nvSpPr>
          <p:spPr>
            <a:xfrm>
              <a:off x="4417120" y="3546080"/>
              <a:ext cx="108338" cy="108338"/>
            </a:xfrm>
            <a:prstGeom prst="ellipse">
              <a:avLst/>
            </a:prstGeom>
            <a:solidFill>
              <a:srgbClr val="FFFFFF"/>
            </a:solidFill>
            <a:ln w="12700" cap="flat" cmpd="sng" algn="ctr">
              <a:solidFill>
                <a:srgbClr val="232F3E">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ea typeface="+mn-ea"/>
                <a:cs typeface="+mn-cs"/>
              </a:endParaRPr>
            </a:p>
          </p:txBody>
        </p:sp>
        <p:sp>
          <p:nvSpPr>
            <p:cNvPr id="101" name="Oval 100">
              <a:extLst>
                <a:ext uri="{FF2B5EF4-FFF2-40B4-BE49-F238E27FC236}">
                  <a16:creationId xmlns:a16="http://schemas.microsoft.com/office/drawing/2014/main" id="{D3758260-826D-FE82-404A-A8C5BF02218F}"/>
                </a:ext>
                <a:ext uri="{C183D7F6-B498-43B3-948B-1728B52AA6E4}">
                  <adec:decorative xmlns:adec="http://schemas.microsoft.com/office/drawing/2017/decorative" val="1"/>
                </a:ext>
              </a:extLst>
            </p:cNvPr>
            <p:cNvSpPr/>
            <p:nvPr/>
          </p:nvSpPr>
          <p:spPr>
            <a:xfrm>
              <a:off x="4653272" y="3113331"/>
              <a:ext cx="108338" cy="108338"/>
            </a:xfrm>
            <a:prstGeom prst="ellipse">
              <a:avLst/>
            </a:prstGeom>
            <a:solidFill>
              <a:srgbClr val="FFFFFF"/>
            </a:solidFill>
            <a:ln w="12700" cap="flat" cmpd="sng" algn="ctr">
              <a:solidFill>
                <a:srgbClr val="232F3E">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ea typeface="+mn-ea"/>
                <a:cs typeface="+mn-cs"/>
              </a:endParaRPr>
            </a:p>
          </p:txBody>
        </p:sp>
        <p:sp>
          <p:nvSpPr>
            <p:cNvPr id="102" name="Oval 101">
              <a:extLst>
                <a:ext uri="{FF2B5EF4-FFF2-40B4-BE49-F238E27FC236}">
                  <a16:creationId xmlns:a16="http://schemas.microsoft.com/office/drawing/2014/main" id="{E3C7DDFA-9020-752D-2C9C-742644AEF8D6}"/>
                </a:ext>
                <a:ext uri="{C183D7F6-B498-43B3-948B-1728B52AA6E4}">
                  <adec:decorative xmlns:adec="http://schemas.microsoft.com/office/drawing/2017/decorative" val="1"/>
                </a:ext>
              </a:extLst>
            </p:cNvPr>
            <p:cNvSpPr/>
            <p:nvPr/>
          </p:nvSpPr>
          <p:spPr>
            <a:xfrm>
              <a:off x="4881545" y="3218654"/>
              <a:ext cx="108338" cy="108338"/>
            </a:xfrm>
            <a:prstGeom prst="ellipse">
              <a:avLst/>
            </a:prstGeom>
            <a:solidFill>
              <a:srgbClr val="FFFFFF"/>
            </a:solidFill>
            <a:ln w="12700" cap="flat" cmpd="sng" algn="ctr">
              <a:solidFill>
                <a:srgbClr val="232F3E">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ea typeface="+mn-ea"/>
                <a:cs typeface="+mn-cs"/>
              </a:endParaRPr>
            </a:p>
          </p:txBody>
        </p:sp>
        <p:grpSp>
          <p:nvGrpSpPr>
            <p:cNvPr id="103" name="Group 102">
              <a:extLst>
                <a:ext uri="{FF2B5EF4-FFF2-40B4-BE49-F238E27FC236}">
                  <a16:creationId xmlns:a16="http://schemas.microsoft.com/office/drawing/2014/main" id="{9819C51E-CDA2-EDD5-7FD2-2273B3CDFC4B}"/>
                </a:ext>
              </a:extLst>
            </p:cNvPr>
            <p:cNvGrpSpPr/>
            <p:nvPr/>
          </p:nvGrpSpPr>
          <p:grpSpPr>
            <a:xfrm>
              <a:off x="5622603" y="4555346"/>
              <a:ext cx="2986122" cy="67946"/>
              <a:chOff x="654545" y="4068457"/>
              <a:chExt cx="2986122" cy="67946"/>
            </a:xfrm>
          </p:grpSpPr>
          <p:cxnSp>
            <p:nvCxnSpPr>
              <p:cNvPr id="145" name="Straight Connector 144">
                <a:extLst>
                  <a:ext uri="{FF2B5EF4-FFF2-40B4-BE49-F238E27FC236}">
                    <a16:creationId xmlns:a16="http://schemas.microsoft.com/office/drawing/2014/main" id="{AF4970BA-72F8-6AE8-45C7-C6FD58452BF7}"/>
                  </a:ext>
                  <a:ext uri="{C183D7F6-B498-43B3-948B-1728B52AA6E4}">
                    <adec:decorative xmlns:adec="http://schemas.microsoft.com/office/drawing/2017/decorative" val="1"/>
                  </a:ext>
                </a:extLst>
              </p:cNvPr>
              <p:cNvCxnSpPr/>
              <p:nvPr/>
            </p:nvCxnSpPr>
            <p:spPr>
              <a:xfrm>
                <a:off x="654545" y="4136403"/>
                <a:ext cx="2986122" cy="0"/>
              </a:xfrm>
              <a:prstGeom prst="line">
                <a:avLst/>
              </a:prstGeom>
              <a:noFill/>
              <a:ln w="6350" cap="flat" cmpd="sng" algn="ctr">
                <a:solidFill>
                  <a:srgbClr val="232F3E"/>
                </a:solidFill>
                <a:prstDash val="solid"/>
                <a:miter lim="800000"/>
              </a:ln>
              <a:effectLst/>
            </p:spPr>
          </p:cxnSp>
          <p:cxnSp>
            <p:nvCxnSpPr>
              <p:cNvPr id="146" name="Straight Connector 145">
                <a:extLst>
                  <a:ext uri="{FF2B5EF4-FFF2-40B4-BE49-F238E27FC236}">
                    <a16:creationId xmlns:a16="http://schemas.microsoft.com/office/drawing/2014/main" id="{134B5AA7-DC1C-0360-8AEE-E9C7C298EEE1}"/>
                  </a:ext>
                  <a:ext uri="{C183D7F6-B498-43B3-948B-1728B52AA6E4}">
                    <adec:decorative xmlns:adec="http://schemas.microsoft.com/office/drawing/2017/decorative" val="1"/>
                  </a:ext>
                </a:extLst>
              </p:cNvPr>
              <p:cNvCxnSpPr/>
              <p:nvPr/>
            </p:nvCxnSpPr>
            <p:spPr>
              <a:xfrm flipV="1">
                <a:off x="883301" y="4068457"/>
                <a:ext cx="0" cy="67946"/>
              </a:xfrm>
              <a:prstGeom prst="line">
                <a:avLst/>
              </a:prstGeom>
              <a:noFill/>
              <a:ln w="6350" cap="flat" cmpd="sng" algn="ctr">
                <a:solidFill>
                  <a:srgbClr val="232F3E"/>
                </a:solidFill>
                <a:prstDash val="solid"/>
                <a:miter lim="800000"/>
              </a:ln>
              <a:effectLst/>
            </p:spPr>
          </p:cxnSp>
          <p:cxnSp>
            <p:nvCxnSpPr>
              <p:cNvPr id="147" name="Straight Connector 146">
                <a:extLst>
                  <a:ext uri="{FF2B5EF4-FFF2-40B4-BE49-F238E27FC236}">
                    <a16:creationId xmlns:a16="http://schemas.microsoft.com/office/drawing/2014/main" id="{63CAF3C5-56AA-E8FB-6EE7-89229B5774F6}"/>
                  </a:ext>
                  <a:ext uri="{C183D7F6-B498-43B3-948B-1728B52AA6E4}">
                    <adec:decorative xmlns:adec="http://schemas.microsoft.com/office/drawing/2017/decorative" val="1"/>
                  </a:ext>
                </a:extLst>
              </p:cNvPr>
              <p:cNvCxnSpPr/>
              <p:nvPr/>
            </p:nvCxnSpPr>
            <p:spPr>
              <a:xfrm flipV="1">
                <a:off x="1112737" y="4068457"/>
                <a:ext cx="0" cy="67946"/>
              </a:xfrm>
              <a:prstGeom prst="line">
                <a:avLst/>
              </a:prstGeom>
              <a:noFill/>
              <a:ln w="6350" cap="flat" cmpd="sng" algn="ctr">
                <a:solidFill>
                  <a:srgbClr val="232F3E"/>
                </a:solidFill>
                <a:prstDash val="solid"/>
                <a:miter lim="800000"/>
              </a:ln>
              <a:effectLst/>
            </p:spPr>
          </p:cxnSp>
          <p:cxnSp>
            <p:nvCxnSpPr>
              <p:cNvPr id="148" name="Straight Connector 147">
                <a:extLst>
                  <a:ext uri="{FF2B5EF4-FFF2-40B4-BE49-F238E27FC236}">
                    <a16:creationId xmlns:a16="http://schemas.microsoft.com/office/drawing/2014/main" id="{C3310DD3-CC05-9C7F-DDE4-DC401F652D69}"/>
                  </a:ext>
                  <a:ext uri="{C183D7F6-B498-43B3-948B-1728B52AA6E4}">
                    <adec:decorative xmlns:adec="http://schemas.microsoft.com/office/drawing/2017/decorative" val="1"/>
                  </a:ext>
                </a:extLst>
              </p:cNvPr>
              <p:cNvCxnSpPr/>
              <p:nvPr/>
            </p:nvCxnSpPr>
            <p:spPr>
              <a:xfrm flipV="1">
                <a:off x="1342173" y="4068457"/>
                <a:ext cx="0" cy="67946"/>
              </a:xfrm>
              <a:prstGeom prst="line">
                <a:avLst/>
              </a:prstGeom>
              <a:noFill/>
              <a:ln w="6350" cap="flat" cmpd="sng" algn="ctr">
                <a:solidFill>
                  <a:srgbClr val="232F3E"/>
                </a:solidFill>
                <a:prstDash val="solid"/>
                <a:miter lim="800000"/>
              </a:ln>
              <a:effectLst/>
            </p:spPr>
          </p:cxnSp>
          <p:cxnSp>
            <p:nvCxnSpPr>
              <p:cNvPr id="149" name="Straight Connector 148">
                <a:extLst>
                  <a:ext uri="{FF2B5EF4-FFF2-40B4-BE49-F238E27FC236}">
                    <a16:creationId xmlns:a16="http://schemas.microsoft.com/office/drawing/2014/main" id="{0F74933B-A4AA-DCE1-1507-DAB0F5F6C50F}"/>
                  </a:ext>
                  <a:ext uri="{C183D7F6-B498-43B3-948B-1728B52AA6E4}">
                    <adec:decorative xmlns:adec="http://schemas.microsoft.com/office/drawing/2017/decorative" val="1"/>
                  </a:ext>
                </a:extLst>
              </p:cNvPr>
              <p:cNvCxnSpPr/>
              <p:nvPr/>
            </p:nvCxnSpPr>
            <p:spPr>
              <a:xfrm flipV="1">
                <a:off x="1571609" y="4068457"/>
                <a:ext cx="0" cy="67946"/>
              </a:xfrm>
              <a:prstGeom prst="line">
                <a:avLst/>
              </a:prstGeom>
              <a:noFill/>
              <a:ln w="6350" cap="flat" cmpd="sng" algn="ctr">
                <a:solidFill>
                  <a:srgbClr val="232F3E"/>
                </a:solidFill>
                <a:prstDash val="solid"/>
                <a:miter lim="800000"/>
              </a:ln>
              <a:effectLst/>
            </p:spPr>
          </p:cxnSp>
          <p:cxnSp>
            <p:nvCxnSpPr>
              <p:cNvPr id="150" name="Straight Connector 149">
                <a:extLst>
                  <a:ext uri="{FF2B5EF4-FFF2-40B4-BE49-F238E27FC236}">
                    <a16:creationId xmlns:a16="http://schemas.microsoft.com/office/drawing/2014/main" id="{D3EFB699-1D0E-A142-5353-A09570741A30}"/>
                  </a:ext>
                  <a:ext uri="{C183D7F6-B498-43B3-948B-1728B52AA6E4}">
                    <adec:decorative xmlns:adec="http://schemas.microsoft.com/office/drawing/2017/decorative" val="1"/>
                  </a:ext>
                </a:extLst>
              </p:cNvPr>
              <p:cNvCxnSpPr/>
              <p:nvPr/>
            </p:nvCxnSpPr>
            <p:spPr>
              <a:xfrm flipV="1">
                <a:off x="1801045" y="4068457"/>
                <a:ext cx="0" cy="67946"/>
              </a:xfrm>
              <a:prstGeom prst="line">
                <a:avLst/>
              </a:prstGeom>
              <a:noFill/>
              <a:ln w="6350" cap="flat" cmpd="sng" algn="ctr">
                <a:solidFill>
                  <a:srgbClr val="232F3E"/>
                </a:solidFill>
                <a:prstDash val="solid"/>
                <a:miter lim="800000"/>
              </a:ln>
              <a:effectLst/>
            </p:spPr>
          </p:cxnSp>
          <p:cxnSp>
            <p:nvCxnSpPr>
              <p:cNvPr id="151" name="Straight Connector 150">
                <a:extLst>
                  <a:ext uri="{FF2B5EF4-FFF2-40B4-BE49-F238E27FC236}">
                    <a16:creationId xmlns:a16="http://schemas.microsoft.com/office/drawing/2014/main" id="{71AFC249-4D16-0C7D-F599-022B609B28DE}"/>
                  </a:ext>
                  <a:ext uri="{C183D7F6-B498-43B3-948B-1728B52AA6E4}">
                    <adec:decorative xmlns:adec="http://schemas.microsoft.com/office/drawing/2017/decorative" val="1"/>
                  </a:ext>
                </a:extLst>
              </p:cNvPr>
              <p:cNvCxnSpPr/>
              <p:nvPr/>
            </p:nvCxnSpPr>
            <p:spPr>
              <a:xfrm flipV="1">
                <a:off x="2030481" y="4068457"/>
                <a:ext cx="0" cy="67946"/>
              </a:xfrm>
              <a:prstGeom prst="line">
                <a:avLst/>
              </a:prstGeom>
              <a:noFill/>
              <a:ln w="6350" cap="flat" cmpd="sng" algn="ctr">
                <a:solidFill>
                  <a:srgbClr val="232F3E"/>
                </a:solidFill>
                <a:prstDash val="solid"/>
                <a:miter lim="800000"/>
              </a:ln>
              <a:effectLst/>
            </p:spPr>
          </p:cxnSp>
          <p:cxnSp>
            <p:nvCxnSpPr>
              <p:cNvPr id="152" name="Straight Connector 151">
                <a:extLst>
                  <a:ext uri="{FF2B5EF4-FFF2-40B4-BE49-F238E27FC236}">
                    <a16:creationId xmlns:a16="http://schemas.microsoft.com/office/drawing/2014/main" id="{3486F78A-11A5-C2AF-8274-5F979FC0F520}"/>
                  </a:ext>
                  <a:ext uri="{C183D7F6-B498-43B3-948B-1728B52AA6E4}">
                    <adec:decorative xmlns:adec="http://schemas.microsoft.com/office/drawing/2017/decorative" val="1"/>
                  </a:ext>
                </a:extLst>
              </p:cNvPr>
              <p:cNvCxnSpPr/>
              <p:nvPr/>
            </p:nvCxnSpPr>
            <p:spPr>
              <a:xfrm flipV="1">
                <a:off x="2259917" y="4068457"/>
                <a:ext cx="0" cy="67946"/>
              </a:xfrm>
              <a:prstGeom prst="line">
                <a:avLst/>
              </a:prstGeom>
              <a:noFill/>
              <a:ln w="6350" cap="flat" cmpd="sng" algn="ctr">
                <a:solidFill>
                  <a:srgbClr val="232F3E"/>
                </a:solidFill>
                <a:prstDash val="solid"/>
                <a:miter lim="800000"/>
              </a:ln>
              <a:effectLst/>
            </p:spPr>
          </p:cxnSp>
          <p:cxnSp>
            <p:nvCxnSpPr>
              <p:cNvPr id="153" name="Straight Connector 152">
                <a:extLst>
                  <a:ext uri="{FF2B5EF4-FFF2-40B4-BE49-F238E27FC236}">
                    <a16:creationId xmlns:a16="http://schemas.microsoft.com/office/drawing/2014/main" id="{0D856727-A4DA-3DB4-76E6-6CD48240D50C}"/>
                  </a:ext>
                  <a:ext uri="{C183D7F6-B498-43B3-948B-1728B52AA6E4}">
                    <adec:decorative xmlns:adec="http://schemas.microsoft.com/office/drawing/2017/decorative" val="1"/>
                  </a:ext>
                </a:extLst>
              </p:cNvPr>
              <p:cNvCxnSpPr/>
              <p:nvPr/>
            </p:nvCxnSpPr>
            <p:spPr>
              <a:xfrm flipV="1">
                <a:off x="2489353" y="4068457"/>
                <a:ext cx="0" cy="67946"/>
              </a:xfrm>
              <a:prstGeom prst="line">
                <a:avLst/>
              </a:prstGeom>
              <a:noFill/>
              <a:ln w="6350" cap="flat" cmpd="sng" algn="ctr">
                <a:solidFill>
                  <a:srgbClr val="232F3E"/>
                </a:solidFill>
                <a:prstDash val="solid"/>
                <a:miter lim="800000"/>
              </a:ln>
              <a:effectLst/>
            </p:spPr>
          </p:cxnSp>
          <p:cxnSp>
            <p:nvCxnSpPr>
              <p:cNvPr id="154" name="Straight Connector 153">
                <a:extLst>
                  <a:ext uri="{FF2B5EF4-FFF2-40B4-BE49-F238E27FC236}">
                    <a16:creationId xmlns:a16="http://schemas.microsoft.com/office/drawing/2014/main" id="{BE200188-5405-49A7-4C93-1BE94CBCA241}"/>
                  </a:ext>
                  <a:ext uri="{C183D7F6-B498-43B3-948B-1728B52AA6E4}">
                    <adec:decorative xmlns:adec="http://schemas.microsoft.com/office/drawing/2017/decorative" val="1"/>
                  </a:ext>
                </a:extLst>
              </p:cNvPr>
              <p:cNvCxnSpPr/>
              <p:nvPr/>
            </p:nvCxnSpPr>
            <p:spPr>
              <a:xfrm flipV="1">
                <a:off x="2718789" y="4068457"/>
                <a:ext cx="0" cy="67946"/>
              </a:xfrm>
              <a:prstGeom prst="line">
                <a:avLst/>
              </a:prstGeom>
              <a:noFill/>
              <a:ln w="6350" cap="flat" cmpd="sng" algn="ctr">
                <a:solidFill>
                  <a:srgbClr val="232F3E"/>
                </a:solidFill>
                <a:prstDash val="solid"/>
                <a:miter lim="800000"/>
              </a:ln>
              <a:effectLst/>
            </p:spPr>
          </p:cxnSp>
          <p:cxnSp>
            <p:nvCxnSpPr>
              <p:cNvPr id="155" name="Straight Connector 154">
                <a:extLst>
                  <a:ext uri="{FF2B5EF4-FFF2-40B4-BE49-F238E27FC236}">
                    <a16:creationId xmlns:a16="http://schemas.microsoft.com/office/drawing/2014/main" id="{FFFB1969-D4AB-F2E7-FEB4-1AA451BD7731}"/>
                  </a:ext>
                  <a:ext uri="{C183D7F6-B498-43B3-948B-1728B52AA6E4}">
                    <adec:decorative xmlns:adec="http://schemas.microsoft.com/office/drawing/2017/decorative" val="1"/>
                  </a:ext>
                </a:extLst>
              </p:cNvPr>
              <p:cNvCxnSpPr/>
              <p:nvPr/>
            </p:nvCxnSpPr>
            <p:spPr>
              <a:xfrm flipV="1">
                <a:off x="2948225" y="4068457"/>
                <a:ext cx="0" cy="67946"/>
              </a:xfrm>
              <a:prstGeom prst="line">
                <a:avLst/>
              </a:prstGeom>
              <a:noFill/>
              <a:ln w="6350" cap="flat" cmpd="sng" algn="ctr">
                <a:solidFill>
                  <a:srgbClr val="232F3E"/>
                </a:solidFill>
                <a:prstDash val="solid"/>
                <a:miter lim="800000"/>
              </a:ln>
              <a:effectLst/>
            </p:spPr>
          </p:cxnSp>
          <p:cxnSp>
            <p:nvCxnSpPr>
              <p:cNvPr id="156" name="Straight Connector 155">
                <a:extLst>
                  <a:ext uri="{FF2B5EF4-FFF2-40B4-BE49-F238E27FC236}">
                    <a16:creationId xmlns:a16="http://schemas.microsoft.com/office/drawing/2014/main" id="{B8BC5970-77E8-5B2C-2995-057E99E6300F}"/>
                  </a:ext>
                  <a:ext uri="{C183D7F6-B498-43B3-948B-1728B52AA6E4}">
                    <adec:decorative xmlns:adec="http://schemas.microsoft.com/office/drawing/2017/decorative" val="1"/>
                  </a:ext>
                </a:extLst>
              </p:cNvPr>
              <p:cNvCxnSpPr/>
              <p:nvPr/>
            </p:nvCxnSpPr>
            <p:spPr>
              <a:xfrm flipV="1">
                <a:off x="3177661" y="4068457"/>
                <a:ext cx="0" cy="67946"/>
              </a:xfrm>
              <a:prstGeom prst="line">
                <a:avLst/>
              </a:prstGeom>
              <a:noFill/>
              <a:ln w="6350" cap="flat" cmpd="sng" algn="ctr">
                <a:solidFill>
                  <a:srgbClr val="232F3E"/>
                </a:solidFill>
                <a:prstDash val="solid"/>
                <a:miter lim="800000"/>
              </a:ln>
              <a:effectLst/>
            </p:spPr>
          </p:cxnSp>
        </p:grpSp>
        <p:grpSp>
          <p:nvGrpSpPr>
            <p:cNvPr id="104" name="Group 103">
              <a:extLst>
                <a:ext uri="{FF2B5EF4-FFF2-40B4-BE49-F238E27FC236}">
                  <a16:creationId xmlns:a16="http://schemas.microsoft.com/office/drawing/2014/main" id="{DC9B3A49-1A17-6ED3-9C67-4868EDDC48A8}"/>
                </a:ext>
              </a:extLst>
            </p:cNvPr>
            <p:cNvGrpSpPr/>
            <p:nvPr/>
          </p:nvGrpSpPr>
          <p:grpSpPr>
            <a:xfrm>
              <a:off x="2706821" y="4605962"/>
              <a:ext cx="2897212" cy="338554"/>
              <a:chOff x="2706821" y="4605962"/>
              <a:chExt cx="2897212" cy="338554"/>
            </a:xfrm>
          </p:grpSpPr>
          <p:sp>
            <p:nvSpPr>
              <p:cNvPr id="133" name="TextBox 132">
                <a:extLst>
                  <a:ext uri="{FF2B5EF4-FFF2-40B4-BE49-F238E27FC236}">
                    <a16:creationId xmlns:a16="http://schemas.microsoft.com/office/drawing/2014/main" id="{5E554A3F-DC02-1F77-B9B0-65B5CEFEF859}"/>
                  </a:ext>
                </a:extLst>
              </p:cNvPr>
              <p:cNvSpPr txBox="1"/>
              <p:nvPr/>
            </p:nvSpPr>
            <p:spPr>
              <a:xfrm>
                <a:off x="2706821" y="4605962"/>
                <a:ext cx="304892" cy="338554"/>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ea typeface="Amazon Ember Light" panose="020B0403020204020204" pitchFamily="34" charset="0"/>
                    <a:cs typeface="Amazon Ember Light" panose="020B0403020204020204" pitchFamily="34" charset="0"/>
                  </a:rPr>
                  <a:t>1</a:t>
                </a:r>
              </a:p>
            </p:txBody>
          </p:sp>
          <p:sp>
            <p:nvSpPr>
              <p:cNvPr id="134" name="TextBox 133">
                <a:extLst>
                  <a:ext uri="{FF2B5EF4-FFF2-40B4-BE49-F238E27FC236}">
                    <a16:creationId xmlns:a16="http://schemas.microsoft.com/office/drawing/2014/main" id="{2E680EEE-0307-9A3E-DA1B-0462C4743FC6}"/>
                  </a:ext>
                </a:extLst>
              </p:cNvPr>
              <p:cNvSpPr txBox="1"/>
              <p:nvPr/>
            </p:nvSpPr>
            <p:spPr>
              <a:xfrm>
                <a:off x="2946878" y="4605962"/>
                <a:ext cx="304892" cy="338554"/>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ea typeface="Amazon Ember Light" panose="020B0403020204020204" pitchFamily="34" charset="0"/>
                    <a:cs typeface="Amazon Ember Light" panose="020B0403020204020204" pitchFamily="34" charset="0"/>
                  </a:rPr>
                  <a:t>2</a:t>
                </a:r>
              </a:p>
            </p:txBody>
          </p:sp>
          <p:sp>
            <p:nvSpPr>
              <p:cNvPr id="135" name="TextBox 134">
                <a:extLst>
                  <a:ext uri="{FF2B5EF4-FFF2-40B4-BE49-F238E27FC236}">
                    <a16:creationId xmlns:a16="http://schemas.microsoft.com/office/drawing/2014/main" id="{5DE37A28-4790-477A-09D9-2667AA0D8859}"/>
                  </a:ext>
                </a:extLst>
              </p:cNvPr>
              <p:cNvSpPr txBox="1"/>
              <p:nvPr/>
            </p:nvSpPr>
            <p:spPr>
              <a:xfrm>
                <a:off x="3177634" y="4605962"/>
                <a:ext cx="304892" cy="338554"/>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ea typeface="Amazon Ember Light" panose="020B0403020204020204" pitchFamily="34" charset="0"/>
                    <a:cs typeface="Amazon Ember Light" panose="020B0403020204020204" pitchFamily="34" charset="0"/>
                  </a:rPr>
                  <a:t>3</a:t>
                </a:r>
              </a:p>
            </p:txBody>
          </p:sp>
          <p:sp>
            <p:nvSpPr>
              <p:cNvPr id="136" name="TextBox 135">
                <a:extLst>
                  <a:ext uri="{FF2B5EF4-FFF2-40B4-BE49-F238E27FC236}">
                    <a16:creationId xmlns:a16="http://schemas.microsoft.com/office/drawing/2014/main" id="{46663F5F-0CCD-478D-8876-1E827BB50B5B}"/>
                  </a:ext>
                </a:extLst>
              </p:cNvPr>
              <p:cNvSpPr txBox="1"/>
              <p:nvPr/>
            </p:nvSpPr>
            <p:spPr>
              <a:xfrm>
                <a:off x="3401099" y="4605962"/>
                <a:ext cx="304892" cy="338554"/>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ea typeface="Amazon Ember Light" panose="020B0403020204020204" pitchFamily="34" charset="0"/>
                    <a:cs typeface="Amazon Ember Light" panose="020B0403020204020204" pitchFamily="34" charset="0"/>
                  </a:rPr>
                  <a:t>4</a:t>
                </a:r>
              </a:p>
            </p:txBody>
          </p:sp>
          <p:sp>
            <p:nvSpPr>
              <p:cNvPr id="137" name="TextBox 136">
                <a:extLst>
                  <a:ext uri="{FF2B5EF4-FFF2-40B4-BE49-F238E27FC236}">
                    <a16:creationId xmlns:a16="http://schemas.microsoft.com/office/drawing/2014/main" id="{E372DE75-B54A-9587-C5C8-22A04646F33F}"/>
                  </a:ext>
                </a:extLst>
              </p:cNvPr>
              <p:cNvSpPr txBox="1"/>
              <p:nvPr/>
            </p:nvSpPr>
            <p:spPr>
              <a:xfrm>
                <a:off x="3633593" y="4605962"/>
                <a:ext cx="304892" cy="338554"/>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ea typeface="Amazon Ember Light" panose="020B0403020204020204" pitchFamily="34" charset="0"/>
                    <a:cs typeface="Amazon Ember Light" panose="020B0403020204020204" pitchFamily="34" charset="0"/>
                  </a:rPr>
                  <a:t>5</a:t>
                </a:r>
              </a:p>
            </p:txBody>
          </p:sp>
          <p:sp>
            <p:nvSpPr>
              <p:cNvPr id="138" name="TextBox 137">
                <a:extLst>
                  <a:ext uri="{FF2B5EF4-FFF2-40B4-BE49-F238E27FC236}">
                    <a16:creationId xmlns:a16="http://schemas.microsoft.com/office/drawing/2014/main" id="{6EF90D92-5318-C9DD-44B2-16D900363E2C}"/>
                  </a:ext>
                </a:extLst>
              </p:cNvPr>
              <p:cNvSpPr txBox="1"/>
              <p:nvPr/>
            </p:nvSpPr>
            <p:spPr>
              <a:xfrm>
                <a:off x="3855264" y="4605962"/>
                <a:ext cx="304892" cy="338554"/>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ea typeface="Amazon Ember Light" panose="020B0403020204020204" pitchFamily="34" charset="0"/>
                    <a:cs typeface="Amazon Ember Light" panose="020B0403020204020204" pitchFamily="34" charset="0"/>
                  </a:rPr>
                  <a:t>6</a:t>
                </a:r>
              </a:p>
            </p:txBody>
          </p:sp>
          <p:sp>
            <p:nvSpPr>
              <p:cNvPr id="139" name="TextBox 138">
                <a:extLst>
                  <a:ext uri="{FF2B5EF4-FFF2-40B4-BE49-F238E27FC236}">
                    <a16:creationId xmlns:a16="http://schemas.microsoft.com/office/drawing/2014/main" id="{702C4DA8-9614-0F56-FD13-81D710C696B4}"/>
                  </a:ext>
                </a:extLst>
              </p:cNvPr>
              <p:cNvSpPr txBox="1"/>
              <p:nvPr/>
            </p:nvSpPr>
            <p:spPr>
              <a:xfrm>
                <a:off x="4089407" y="4605962"/>
                <a:ext cx="304892" cy="338554"/>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ea typeface="Amazon Ember Light" panose="020B0403020204020204" pitchFamily="34" charset="0"/>
                    <a:cs typeface="Amazon Ember Light" panose="020B0403020204020204" pitchFamily="34" charset="0"/>
                  </a:rPr>
                  <a:t>7</a:t>
                </a:r>
              </a:p>
            </p:txBody>
          </p:sp>
          <p:sp>
            <p:nvSpPr>
              <p:cNvPr id="140" name="TextBox 139">
                <a:extLst>
                  <a:ext uri="{FF2B5EF4-FFF2-40B4-BE49-F238E27FC236}">
                    <a16:creationId xmlns:a16="http://schemas.microsoft.com/office/drawing/2014/main" id="{5B32E41C-EFEA-E50A-8F41-308F17591C97}"/>
                  </a:ext>
                </a:extLst>
              </p:cNvPr>
              <p:cNvSpPr txBox="1"/>
              <p:nvPr/>
            </p:nvSpPr>
            <p:spPr>
              <a:xfrm>
                <a:off x="4319959" y="4605962"/>
                <a:ext cx="304892" cy="338554"/>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ea typeface="Amazon Ember Light" panose="020B0403020204020204" pitchFamily="34" charset="0"/>
                    <a:cs typeface="Amazon Ember Light" panose="020B0403020204020204" pitchFamily="34" charset="0"/>
                  </a:rPr>
                  <a:t>8</a:t>
                </a:r>
              </a:p>
            </p:txBody>
          </p:sp>
          <p:sp>
            <p:nvSpPr>
              <p:cNvPr id="141" name="TextBox 140">
                <a:extLst>
                  <a:ext uri="{FF2B5EF4-FFF2-40B4-BE49-F238E27FC236}">
                    <a16:creationId xmlns:a16="http://schemas.microsoft.com/office/drawing/2014/main" id="{4200843B-4E45-B490-964B-160AF7AA0446}"/>
                  </a:ext>
                </a:extLst>
              </p:cNvPr>
              <p:cNvSpPr txBox="1"/>
              <p:nvPr/>
            </p:nvSpPr>
            <p:spPr>
              <a:xfrm>
                <a:off x="4553363" y="4605962"/>
                <a:ext cx="304892" cy="338554"/>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ea typeface="Amazon Ember Light" panose="020B0403020204020204" pitchFamily="34" charset="0"/>
                    <a:cs typeface="Amazon Ember Light" panose="020B0403020204020204" pitchFamily="34" charset="0"/>
                  </a:rPr>
                  <a:t>9</a:t>
                </a:r>
              </a:p>
            </p:txBody>
          </p:sp>
          <p:sp>
            <p:nvSpPr>
              <p:cNvPr id="142" name="TextBox 141">
                <a:extLst>
                  <a:ext uri="{FF2B5EF4-FFF2-40B4-BE49-F238E27FC236}">
                    <a16:creationId xmlns:a16="http://schemas.microsoft.com/office/drawing/2014/main" id="{F63C9531-649C-70BB-DC3A-837E0B2A2785}"/>
                  </a:ext>
                </a:extLst>
              </p:cNvPr>
              <p:cNvSpPr txBox="1"/>
              <p:nvPr/>
            </p:nvSpPr>
            <p:spPr>
              <a:xfrm>
                <a:off x="4724080" y="4605962"/>
                <a:ext cx="425117" cy="338554"/>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ea typeface="Amazon Ember Light" panose="020B0403020204020204" pitchFamily="34" charset="0"/>
                    <a:cs typeface="Amazon Ember Light" panose="020B0403020204020204" pitchFamily="34" charset="0"/>
                  </a:rPr>
                  <a:t>10</a:t>
                </a:r>
              </a:p>
            </p:txBody>
          </p:sp>
          <p:sp>
            <p:nvSpPr>
              <p:cNvPr id="143" name="TextBox 142">
                <a:extLst>
                  <a:ext uri="{FF2B5EF4-FFF2-40B4-BE49-F238E27FC236}">
                    <a16:creationId xmlns:a16="http://schemas.microsoft.com/office/drawing/2014/main" id="{589E9BFA-F7C4-609D-8593-BB44356C4A64}"/>
                  </a:ext>
                </a:extLst>
              </p:cNvPr>
              <p:cNvSpPr txBox="1"/>
              <p:nvPr/>
            </p:nvSpPr>
            <p:spPr>
              <a:xfrm>
                <a:off x="4950160" y="4605962"/>
                <a:ext cx="425117" cy="338554"/>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ea typeface="Amazon Ember Light" panose="020B0403020204020204" pitchFamily="34" charset="0"/>
                    <a:cs typeface="Amazon Ember Light" panose="020B0403020204020204" pitchFamily="34" charset="0"/>
                  </a:rPr>
                  <a:t>11</a:t>
                </a:r>
              </a:p>
            </p:txBody>
          </p:sp>
          <p:sp>
            <p:nvSpPr>
              <p:cNvPr id="144" name="TextBox 143">
                <a:extLst>
                  <a:ext uri="{FF2B5EF4-FFF2-40B4-BE49-F238E27FC236}">
                    <a16:creationId xmlns:a16="http://schemas.microsoft.com/office/drawing/2014/main" id="{2392E428-148A-433D-13AC-05EE29A6970D}"/>
                  </a:ext>
                </a:extLst>
              </p:cNvPr>
              <p:cNvSpPr txBox="1"/>
              <p:nvPr/>
            </p:nvSpPr>
            <p:spPr>
              <a:xfrm>
                <a:off x="5178916" y="4605962"/>
                <a:ext cx="425117" cy="338554"/>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ea typeface="Amazon Ember Light" panose="020B0403020204020204" pitchFamily="34" charset="0"/>
                    <a:cs typeface="Amazon Ember Light" panose="020B0403020204020204" pitchFamily="34" charset="0"/>
                  </a:rPr>
                  <a:t>12</a:t>
                </a:r>
              </a:p>
            </p:txBody>
          </p:sp>
        </p:grpSp>
        <p:grpSp>
          <p:nvGrpSpPr>
            <p:cNvPr id="105" name="Group 104">
              <a:extLst>
                <a:ext uri="{FF2B5EF4-FFF2-40B4-BE49-F238E27FC236}">
                  <a16:creationId xmlns:a16="http://schemas.microsoft.com/office/drawing/2014/main" id="{27DC7276-EE59-80EE-C07E-06EF10B6BF30}"/>
                </a:ext>
              </a:extLst>
            </p:cNvPr>
            <p:cNvGrpSpPr/>
            <p:nvPr/>
          </p:nvGrpSpPr>
          <p:grpSpPr>
            <a:xfrm>
              <a:off x="5467181" y="4605962"/>
              <a:ext cx="2897212" cy="338554"/>
              <a:chOff x="2706821" y="4603968"/>
              <a:chExt cx="2897212" cy="338554"/>
            </a:xfrm>
          </p:grpSpPr>
          <p:sp>
            <p:nvSpPr>
              <p:cNvPr id="121" name="TextBox 120">
                <a:extLst>
                  <a:ext uri="{FF2B5EF4-FFF2-40B4-BE49-F238E27FC236}">
                    <a16:creationId xmlns:a16="http://schemas.microsoft.com/office/drawing/2014/main" id="{43A2CF9A-3672-E6A2-ACA1-79C1F3FA089D}"/>
                  </a:ext>
                </a:extLst>
              </p:cNvPr>
              <p:cNvSpPr txBox="1"/>
              <p:nvPr/>
            </p:nvSpPr>
            <p:spPr>
              <a:xfrm>
                <a:off x="2706821" y="4603968"/>
                <a:ext cx="304892" cy="338554"/>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ea typeface="Amazon Ember Light" panose="020B0403020204020204" pitchFamily="34" charset="0"/>
                    <a:cs typeface="Amazon Ember Light" panose="020B0403020204020204" pitchFamily="34" charset="0"/>
                  </a:rPr>
                  <a:t>1</a:t>
                </a:r>
              </a:p>
            </p:txBody>
          </p:sp>
          <p:sp>
            <p:nvSpPr>
              <p:cNvPr id="122" name="TextBox 121">
                <a:extLst>
                  <a:ext uri="{FF2B5EF4-FFF2-40B4-BE49-F238E27FC236}">
                    <a16:creationId xmlns:a16="http://schemas.microsoft.com/office/drawing/2014/main" id="{ECD27074-446F-6318-D6AE-5E472C129FC6}"/>
                  </a:ext>
                </a:extLst>
              </p:cNvPr>
              <p:cNvSpPr txBox="1"/>
              <p:nvPr/>
            </p:nvSpPr>
            <p:spPr>
              <a:xfrm>
                <a:off x="2946878" y="4603968"/>
                <a:ext cx="304892" cy="338554"/>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ea typeface="Amazon Ember Light" panose="020B0403020204020204" pitchFamily="34" charset="0"/>
                    <a:cs typeface="Amazon Ember Light" panose="020B0403020204020204" pitchFamily="34" charset="0"/>
                  </a:rPr>
                  <a:t>2</a:t>
                </a:r>
              </a:p>
            </p:txBody>
          </p:sp>
          <p:sp>
            <p:nvSpPr>
              <p:cNvPr id="123" name="TextBox 122">
                <a:extLst>
                  <a:ext uri="{FF2B5EF4-FFF2-40B4-BE49-F238E27FC236}">
                    <a16:creationId xmlns:a16="http://schemas.microsoft.com/office/drawing/2014/main" id="{D32F8931-DBC9-1382-9CFB-9D85B43409AD}"/>
                  </a:ext>
                </a:extLst>
              </p:cNvPr>
              <p:cNvSpPr txBox="1"/>
              <p:nvPr/>
            </p:nvSpPr>
            <p:spPr>
              <a:xfrm>
                <a:off x="3177634" y="4603968"/>
                <a:ext cx="304892" cy="338554"/>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ea typeface="Amazon Ember Light" panose="020B0403020204020204" pitchFamily="34" charset="0"/>
                    <a:cs typeface="Amazon Ember Light" panose="020B0403020204020204" pitchFamily="34" charset="0"/>
                  </a:rPr>
                  <a:t>3</a:t>
                </a:r>
              </a:p>
            </p:txBody>
          </p:sp>
          <p:sp>
            <p:nvSpPr>
              <p:cNvPr id="124" name="TextBox 123">
                <a:extLst>
                  <a:ext uri="{FF2B5EF4-FFF2-40B4-BE49-F238E27FC236}">
                    <a16:creationId xmlns:a16="http://schemas.microsoft.com/office/drawing/2014/main" id="{1991A159-50D3-2E9F-ECA7-25E911DA612F}"/>
                  </a:ext>
                </a:extLst>
              </p:cNvPr>
              <p:cNvSpPr txBox="1"/>
              <p:nvPr/>
            </p:nvSpPr>
            <p:spPr>
              <a:xfrm>
                <a:off x="3401099" y="4603968"/>
                <a:ext cx="304892" cy="338554"/>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ea typeface="Amazon Ember Light" panose="020B0403020204020204" pitchFamily="34" charset="0"/>
                    <a:cs typeface="Amazon Ember Light" panose="020B0403020204020204" pitchFamily="34" charset="0"/>
                  </a:rPr>
                  <a:t>4</a:t>
                </a:r>
              </a:p>
            </p:txBody>
          </p:sp>
          <p:sp>
            <p:nvSpPr>
              <p:cNvPr id="125" name="TextBox 124">
                <a:extLst>
                  <a:ext uri="{FF2B5EF4-FFF2-40B4-BE49-F238E27FC236}">
                    <a16:creationId xmlns:a16="http://schemas.microsoft.com/office/drawing/2014/main" id="{4A5E889A-D3AD-9F5D-A81F-CB2F960FA1E7}"/>
                  </a:ext>
                </a:extLst>
              </p:cNvPr>
              <p:cNvSpPr txBox="1"/>
              <p:nvPr/>
            </p:nvSpPr>
            <p:spPr>
              <a:xfrm>
                <a:off x="3633593" y="4603968"/>
                <a:ext cx="304892" cy="338554"/>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ea typeface="Amazon Ember Light" panose="020B0403020204020204" pitchFamily="34" charset="0"/>
                    <a:cs typeface="Amazon Ember Light" panose="020B0403020204020204" pitchFamily="34" charset="0"/>
                  </a:rPr>
                  <a:t>5</a:t>
                </a:r>
              </a:p>
            </p:txBody>
          </p:sp>
          <p:sp>
            <p:nvSpPr>
              <p:cNvPr id="126" name="TextBox 125">
                <a:extLst>
                  <a:ext uri="{FF2B5EF4-FFF2-40B4-BE49-F238E27FC236}">
                    <a16:creationId xmlns:a16="http://schemas.microsoft.com/office/drawing/2014/main" id="{F39E4763-A3C3-1E88-94CF-BCFB6C7167DC}"/>
                  </a:ext>
                </a:extLst>
              </p:cNvPr>
              <p:cNvSpPr txBox="1"/>
              <p:nvPr/>
            </p:nvSpPr>
            <p:spPr>
              <a:xfrm>
                <a:off x="3855264" y="4603968"/>
                <a:ext cx="304892" cy="338554"/>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ea typeface="Amazon Ember Light" panose="020B0403020204020204" pitchFamily="34" charset="0"/>
                    <a:cs typeface="Amazon Ember Light" panose="020B0403020204020204" pitchFamily="34" charset="0"/>
                  </a:rPr>
                  <a:t>6</a:t>
                </a:r>
              </a:p>
            </p:txBody>
          </p:sp>
          <p:sp>
            <p:nvSpPr>
              <p:cNvPr id="127" name="TextBox 126">
                <a:extLst>
                  <a:ext uri="{FF2B5EF4-FFF2-40B4-BE49-F238E27FC236}">
                    <a16:creationId xmlns:a16="http://schemas.microsoft.com/office/drawing/2014/main" id="{EE5B6DFD-1783-ADCB-68A6-1952D3C6C08B}"/>
                  </a:ext>
                </a:extLst>
              </p:cNvPr>
              <p:cNvSpPr txBox="1"/>
              <p:nvPr/>
            </p:nvSpPr>
            <p:spPr>
              <a:xfrm>
                <a:off x="4089407" y="4603968"/>
                <a:ext cx="304892" cy="338554"/>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ea typeface="Amazon Ember Light" panose="020B0403020204020204" pitchFamily="34" charset="0"/>
                    <a:cs typeface="Amazon Ember Light" panose="020B0403020204020204" pitchFamily="34" charset="0"/>
                  </a:rPr>
                  <a:t>7</a:t>
                </a:r>
              </a:p>
            </p:txBody>
          </p:sp>
          <p:sp>
            <p:nvSpPr>
              <p:cNvPr id="128" name="TextBox 127">
                <a:extLst>
                  <a:ext uri="{FF2B5EF4-FFF2-40B4-BE49-F238E27FC236}">
                    <a16:creationId xmlns:a16="http://schemas.microsoft.com/office/drawing/2014/main" id="{5B386D43-0477-CBB9-0BED-F7A30715F045}"/>
                  </a:ext>
                </a:extLst>
              </p:cNvPr>
              <p:cNvSpPr txBox="1"/>
              <p:nvPr/>
            </p:nvSpPr>
            <p:spPr>
              <a:xfrm>
                <a:off x="4319959" y="4603968"/>
                <a:ext cx="304892" cy="338554"/>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ea typeface="Amazon Ember Light" panose="020B0403020204020204" pitchFamily="34" charset="0"/>
                    <a:cs typeface="Amazon Ember Light" panose="020B0403020204020204" pitchFamily="34" charset="0"/>
                  </a:rPr>
                  <a:t>8</a:t>
                </a:r>
              </a:p>
            </p:txBody>
          </p:sp>
          <p:sp>
            <p:nvSpPr>
              <p:cNvPr id="129" name="TextBox 128">
                <a:extLst>
                  <a:ext uri="{FF2B5EF4-FFF2-40B4-BE49-F238E27FC236}">
                    <a16:creationId xmlns:a16="http://schemas.microsoft.com/office/drawing/2014/main" id="{ECC299EF-EAFF-6D6A-1001-C4ABDF273898}"/>
                  </a:ext>
                </a:extLst>
              </p:cNvPr>
              <p:cNvSpPr txBox="1"/>
              <p:nvPr/>
            </p:nvSpPr>
            <p:spPr>
              <a:xfrm>
                <a:off x="4553363" y="4603968"/>
                <a:ext cx="304892" cy="338554"/>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ea typeface="Amazon Ember Light" panose="020B0403020204020204" pitchFamily="34" charset="0"/>
                    <a:cs typeface="Amazon Ember Light" panose="020B0403020204020204" pitchFamily="34" charset="0"/>
                  </a:rPr>
                  <a:t>9</a:t>
                </a:r>
              </a:p>
            </p:txBody>
          </p:sp>
          <p:sp>
            <p:nvSpPr>
              <p:cNvPr id="130" name="TextBox 129">
                <a:extLst>
                  <a:ext uri="{FF2B5EF4-FFF2-40B4-BE49-F238E27FC236}">
                    <a16:creationId xmlns:a16="http://schemas.microsoft.com/office/drawing/2014/main" id="{5167C792-922D-EB5A-90BF-DD6E530DF98B}"/>
                  </a:ext>
                </a:extLst>
              </p:cNvPr>
              <p:cNvSpPr txBox="1"/>
              <p:nvPr/>
            </p:nvSpPr>
            <p:spPr>
              <a:xfrm>
                <a:off x="4724080" y="4603968"/>
                <a:ext cx="425117" cy="338554"/>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ea typeface="Amazon Ember Light" panose="020B0403020204020204" pitchFamily="34" charset="0"/>
                    <a:cs typeface="Amazon Ember Light" panose="020B0403020204020204" pitchFamily="34" charset="0"/>
                  </a:rPr>
                  <a:t>10</a:t>
                </a:r>
              </a:p>
            </p:txBody>
          </p:sp>
          <p:sp>
            <p:nvSpPr>
              <p:cNvPr id="131" name="TextBox 130">
                <a:extLst>
                  <a:ext uri="{FF2B5EF4-FFF2-40B4-BE49-F238E27FC236}">
                    <a16:creationId xmlns:a16="http://schemas.microsoft.com/office/drawing/2014/main" id="{FEAC4F89-3C60-B0AE-9087-A1EEB99679E8}"/>
                  </a:ext>
                </a:extLst>
              </p:cNvPr>
              <p:cNvSpPr txBox="1"/>
              <p:nvPr/>
            </p:nvSpPr>
            <p:spPr>
              <a:xfrm>
                <a:off x="4950160" y="4603968"/>
                <a:ext cx="425117" cy="338554"/>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ea typeface="Amazon Ember Light" panose="020B0403020204020204" pitchFamily="34" charset="0"/>
                    <a:cs typeface="Amazon Ember Light" panose="020B0403020204020204" pitchFamily="34" charset="0"/>
                  </a:rPr>
                  <a:t>11</a:t>
                </a:r>
              </a:p>
            </p:txBody>
          </p:sp>
          <p:sp>
            <p:nvSpPr>
              <p:cNvPr id="132" name="TextBox 131">
                <a:extLst>
                  <a:ext uri="{FF2B5EF4-FFF2-40B4-BE49-F238E27FC236}">
                    <a16:creationId xmlns:a16="http://schemas.microsoft.com/office/drawing/2014/main" id="{B1970B6C-34C3-7DD3-5F94-E25419B69BDF}"/>
                  </a:ext>
                </a:extLst>
              </p:cNvPr>
              <p:cNvSpPr txBox="1"/>
              <p:nvPr/>
            </p:nvSpPr>
            <p:spPr>
              <a:xfrm>
                <a:off x="5178916" y="4603968"/>
                <a:ext cx="425117" cy="338554"/>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ea typeface="Amazon Ember Light" panose="020B0403020204020204" pitchFamily="34" charset="0"/>
                    <a:cs typeface="Amazon Ember Light" panose="020B0403020204020204" pitchFamily="34" charset="0"/>
                  </a:rPr>
                  <a:t>12</a:t>
                </a:r>
              </a:p>
            </p:txBody>
          </p:sp>
        </p:grpSp>
        <p:sp>
          <p:nvSpPr>
            <p:cNvPr id="106" name="Oval 105">
              <a:extLst>
                <a:ext uri="{FF2B5EF4-FFF2-40B4-BE49-F238E27FC236}">
                  <a16:creationId xmlns:a16="http://schemas.microsoft.com/office/drawing/2014/main" id="{75F728D0-0C32-F0BD-BCDD-5D78AAC403FD}"/>
                </a:ext>
                <a:ext uri="{C183D7F6-B498-43B3-948B-1728B52AA6E4}">
                  <adec:decorative xmlns:adec="http://schemas.microsoft.com/office/drawing/2017/decorative" val="1"/>
                </a:ext>
              </a:extLst>
            </p:cNvPr>
            <p:cNvSpPr/>
            <p:nvPr/>
          </p:nvSpPr>
          <p:spPr>
            <a:xfrm>
              <a:off x="5113875" y="2944110"/>
              <a:ext cx="108338" cy="108338"/>
            </a:xfrm>
            <a:prstGeom prst="ellipse">
              <a:avLst/>
            </a:prstGeom>
            <a:solidFill>
              <a:srgbClr val="FFFFFF"/>
            </a:solidFill>
            <a:ln w="12700" cap="flat" cmpd="sng" algn="ctr">
              <a:solidFill>
                <a:srgbClr val="232F3E">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ea typeface="+mn-ea"/>
                <a:cs typeface="+mn-cs"/>
              </a:endParaRPr>
            </a:p>
          </p:txBody>
        </p:sp>
        <p:sp>
          <p:nvSpPr>
            <p:cNvPr id="107" name="Oval 106">
              <a:extLst>
                <a:ext uri="{FF2B5EF4-FFF2-40B4-BE49-F238E27FC236}">
                  <a16:creationId xmlns:a16="http://schemas.microsoft.com/office/drawing/2014/main" id="{55FA41AD-6C8C-E57B-424B-511291FE4EDA}"/>
                </a:ext>
                <a:ext uri="{C183D7F6-B498-43B3-948B-1728B52AA6E4}">
                  <adec:decorative xmlns:adec="http://schemas.microsoft.com/office/drawing/2017/decorative" val="1"/>
                </a:ext>
              </a:extLst>
            </p:cNvPr>
            <p:cNvSpPr/>
            <p:nvPr/>
          </p:nvSpPr>
          <p:spPr>
            <a:xfrm>
              <a:off x="5334864" y="2663611"/>
              <a:ext cx="108338" cy="108338"/>
            </a:xfrm>
            <a:prstGeom prst="ellipse">
              <a:avLst/>
            </a:prstGeom>
            <a:solidFill>
              <a:srgbClr val="FFFFFF"/>
            </a:solidFill>
            <a:ln w="12700" cap="flat" cmpd="sng" algn="ctr">
              <a:solidFill>
                <a:srgbClr val="232F3E">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ea typeface="+mn-ea"/>
                <a:cs typeface="+mn-cs"/>
              </a:endParaRPr>
            </a:p>
          </p:txBody>
        </p:sp>
        <p:sp>
          <p:nvSpPr>
            <p:cNvPr id="108" name="Oval 107">
              <a:extLst>
                <a:ext uri="{FF2B5EF4-FFF2-40B4-BE49-F238E27FC236}">
                  <a16:creationId xmlns:a16="http://schemas.microsoft.com/office/drawing/2014/main" id="{57F45981-1EE9-4052-168A-DD14456538DA}"/>
                </a:ext>
                <a:ext uri="{C183D7F6-B498-43B3-948B-1728B52AA6E4}">
                  <adec:decorative xmlns:adec="http://schemas.microsoft.com/office/drawing/2017/decorative" val="1"/>
                </a:ext>
              </a:extLst>
            </p:cNvPr>
            <p:cNvSpPr/>
            <p:nvPr/>
          </p:nvSpPr>
          <p:spPr>
            <a:xfrm>
              <a:off x="5564092" y="4087796"/>
              <a:ext cx="108338" cy="108338"/>
            </a:xfrm>
            <a:prstGeom prst="ellipse">
              <a:avLst/>
            </a:prstGeom>
            <a:solidFill>
              <a:srgbClr val="FFFFFF"/>
            </a:solidFill>
            <a:ln w="12700" cap="flat" cmpd="sng" algn="ctr">
              <a:solidFill>
                <a:srgbClr val="232F3E">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ea typeface="+mn-ea"/>
                <a:cs typeface="+mn-cs"/>
              </a:endParaRPr>
            </a:p>
          </p:txBody>
        </p:sp>
        <p:sp>
          <p:nvSpPr>
            <p:cNvPr id="109" name="Oval 108">
              <a:extLst>
                <a:ext uri="{FF2B5EF4-FFF2-40B4-BE49-F238E27FC236}">
                  <a16:creationId xmlns:a16="http://schemas.microsoft.com/office/drawing/2014/main" id="{2427FC0F-FA26-94C8-B536-D9392CE28BD9}"/>
                </a:ext>
                <a:ext uri="{C183D7F6-B498-43B3-948B-1728B52AA6E4}">
                  <adec:decorative xmlns:adec="http://schemas.microsoft.com/office/drawing/2017/decorative" val="1"/>
                </a:ext>
              </a:extLst>
            </p:cNvPr>
            <p:cNvSpPr/>
            <p:nvPr/>
          </p:nvSpPr>
          <p:spPr>
            <a:xfrm>
              <a:off x="5800751" y="4023112"/>
              <a:ext cx="108338" cy="108338"/>
            </a:xfrm>
            <a:prstGeom prst="ellipse">
              <a:avLst/>
            </a:prstGeom>
            <a:solidFill>
              <a:srgbClr val="FFFFFF"/>
            </a:solidFill>
            <a:ln w="12700" cap="flat" cmpd="sng" algn="ctr">
              <a:solidFill>
                <a:srgbClr val="232F3E">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ea typeface="+mn-ea"/>
                <a:cs typeface="+mn-cs"/>
              </a:endParaRPr>
            </a:p>
          </p:txBody>
        </p:sp>
        <p:sp>
          <p:nvSpPr>
            <p:cNvPr id="110" name="Oval 109">
              <a:extLst>
                <a:ext uri="{FF2B5EF4-FFF2-40B4-BE49-F238E27FC236}">
                  <a16:creationId xmlns:a16="http://schemas.microsoft.com/office/drawing/2014/main" id="{9512041D-EA71-0A42-D64E-D6A1551B3DD8}"/>
                </a:ext>
                <a:ext uri="{C183D7F6-B498-43B3-948B-1728B52AA6E4}">
                  <adec:decorative xmlns:adec="http://schemas.microsoft.com/office/drawing/2017/decorative" val="1"/>
                </a:ext>
              </a:extLst>
            </p:cNvPr>
            <p:cNvSpPr/>
            <p:nvPr/>
          </p:nvSpPr>
          <p:spPr>
            <a:xfrm>
              <a:off x="6252380" y="3878888"/>
              <a:ext cx="108338" cy="108338"/>
            </a:xfrm>
            <a:prstGeom prst="ellipse">
              <a:avLst/>
            </a:prstGeom>
            <a:solidFill>
              <a:srgbClr val="FFFFFF"/>
            </a:solidFill>
            <a:ln w="12700" cap="flat" cmpd="sng" algn="ctr">
              <a:solidFill>
                <a:srgbClr val="232F3E">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ea typeface="+mn-ea"/>
                <a:cs typeface="+mn-cs"/>
              </a:endParaRPr>
            </a:p>
          </p:txBody>
        </p:sp>
        <p:sp>
          <p:nvSpPr>
            <p:cNvPr id="111" name="Oval 110">
              <a:extLst>
                <a:ext uri="{FF2B5EF4-FFF2-40B4-BE49-F238E27FC236}">
                  <a16:creationId xmlns:a16="http://schemas.microsoft.com/office/drawing/2014/main" id="{514ACDE2-8002-92AD-2C84-90586F5FF71E}"/>
                </a:ext>
                <a:ext uri="{C183D7F6-B498-43B3-948B-1728B52AA6E4}">
                  <adec:decorative xmlns:adec="http://schemas.microsoft.com/office/drawing/2017/decorative" val="1"/>
                </a:ext>
              </a:extLst>
            </p:cNvPr>
            <p:cNvSpPr/>
            <p:nvPr/>
          </p:nvSpPr>
          <p:spPr>
            <a:xfrm>
              <a:off x="6481292" y="3932787"/>
              <a:ext cx="108338" cy="108338"/>
            </a:xfrm>
            <a:prstGeom prst="ellipse">
              <a:avLst/>
            </a:prstGeom>
            <a:solidFill>
              <a:srgbClr val="FFFFFF"/>
            </a:solidFill>
            <a:ln w="12700" cap="flat" cmpd="sng" algn="ctr">
              <a:solidFill>
                <a:srgbClr val="232F3E">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ea typeface="+mn-ea"/>
                <a:cs typeface="+mn-cs"/>
              </a:endParaRPr>
            </a:p>
          </p:txBody>
        </p:sp>
        <p:sp>
          <p:nvSpPr>
            <p:cNvPr id="112" name="Oval 111">
              <a:extLst>
                <a:ext uri="{FF2B5EF4-FFF2-40B4-BE49-F238E27FC236}">
                  <a16:creationId xmlns:a16="http://schemas.microsoft.com/office/drawing/2014/main" id="{12A0D638-97E9-AFEC-6009-215A3676E37F}"/>
                </a:ext>
                <a:ext uri="{C183D7F6-B498-43B3-948B-1728B52AA6E4}">
                  <adec:decorative xmlns:adec="http://schemas.microsoft.com/office/drawing/2017/decorative" val="1"/>
                </a:ext>
              </a:extLst>
            </p:cNvPr>
            <p:cNvSpPr/>
            <p:nvPr/>
          </p:nvSpPr>
          <p:spPr>
            <a:xfrm>
              <a:off x="6942260" y="3648203"/>
              <a:ext cx="108338" cy="108338"/>
            </a:xfrm>
            <a:prstGeom prst="ellipse">
              <a:avLst/>
            </a:prstGeom>
            <a:solidFill>
              <a:srgbClr val="FFFFFF"/>
            </a:solidFill>
            <a:ln w="12700" cap="flat" cmpd="sng" algn="ctr">
              <a:solidFill>
                <a:srgbClr val="232F3E">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ea typeface="+mn-ea"/>
                <a:cs typeface="+mn-cs"/>
              </a:endParaRPr>
            </a:p>
          </p:txBody>
        </p:sp>
        <p:sp>
          <p:nvSpPr>
            <p:cNvPr id="113" name="Oval 112">
              <a:extLst>
                <a:ext uri="{FF2B5EF4-FFF2-40B4-BE49-F238E27FC236}">
                  <a16:creationId xmlns:a16="http://schemas.microsoft.com/office/drawing/2014/main" id="{F877F9EC-9010-FDD5-0589-59E486C2089C}"/>
                </a:ext>
                <a:ext uri="{C183D7F6-B498-43B3-948B-1728B52AA6E4}">
                  <adec:decorative xmlns:adec="http://schemas.microsoft.com/office/drawing/2017/decorative" val="1"/>
                </a:ext>
              </a:extLst>
            </p:cNvPr>
            <p:cNvSpPr/>
            <p:nvPr/>
          </p:nvSpPr>
          <p:spPr>
            <a:xfrm>
              <a:off x="6026800" y="3654418"/>
              <a:ext cx="108338" cy="108338"/>
            </a:xfrm>
            <a:prstGeom prst="ellipse">
              <a:avLst/>
            </a:prstGeom>
            <a:solidFill>
              <a:srgbClr val="FFFFFF"/>
            </a:solidFill>
            <a:ln w="12700" cap="flat" cmpd="sng" algn="ctr">
              <a:solidFill>
                <a:srgbClr val="232F3E">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ea typeface="+mn-ea"/>
                <a:cs typeface="+mn-cs"/>
              </a:endParaRPr>
            </a:p>
          </p:txBody>
        </p:sp>
        <p:sp>
          <p:nvSpPr>
            <p:cNvPr id="114" name="Oval 113">
              <a:extLst>
                <a:ext uri="{FF2B5EF4-FFF2-40B4-BE49-F238E27FC236}">
                  <a16:creationId xmlns:a16="http://schemas.microsoft.com/office/drawing/2014/main" id="{2539FB8A-DDB8-E7A4-3F6D-2D16A7EA0C9A}"/>
                </a:ext>
                <a:ext uri="{C183D7F6-B498-43B3-948B-1728B52AA6E4}">
                  <adec:decorative xmlns:adec="http://schemas.microsoft.com/office/drawing/2017/decorative" val="1"/>
                </a:ext>
              </a:extLst>
            </p:cNvPr>
            <p:cNvSpPr/>
            <p:nvPr/>
          </p:nvSpPr>
          <p:spPr>
            <a:xfrm>
              <a:off x="6714934" y="3468406"/>
              <a:ext cx="108338" cy="108338"/>
            </a:xfrm>
            <a:prstGeom prst="ellipse">
              <a:avLst/>
            </a:prstGeom>
            <a:solidFill>
              <a:srgbClr val="FFFFFF"/>
            </a:solidFill>
            <a:ln w="12700" cap="flat" cmpd="sng" algn="ctr">
              <a:solidFill>
                <a:srgbClr val="232F3E">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ea typeface="+mn-ea"/>
                <a:cs typeface="+mn-cs"/>
              </a:endParaRPr>
            </a:p>
          </p:txBody>
        </p:sp>
        <p:sp>
          <p:nvSpPr>
            <p:cNvPr id="115" name="Oval 114">
              <a:extLst>
                <a:ext uri="{FF2B5EF4-FFF2-40B4-BE49-F238E27FC236}">
                  <a16:creationId xmlns:a16="http://schemas.microsoft.com/office/drawing/2014/main" id="{9A1157DC-D1F3-CC9B-26ED-37246A5F38CB}"/>
                </a:ext>
                <a:ext uri="{C183D7F6-B498-43B3-948B-1728B52AA6E4}">
                  <adec:decorative xmlns:adec="http://schemas.microsoft.com/office/drawing/2017/decorative" val="1"/>
                </a:ext>
              </a:extLst>
            </p:cNvPr>
            <p:cNvSpPr/>
            <p:nvPr/>
          </p:nvSpPr>
          <p:spPr>
            <a:xfrm>
              <a:off x="7173806" y="3468333"/>
              <a:ext cx="108338" cy="108338"/>
            </a:xfrm>
            <a:prstGeom prst="ellipse">
              <a:avLst/>
            </a:prstGeom>
            <a:solidFill>
              <a:srgbClr val="FFFFFF"/>
            </a:solidFill>
            <a:ln w="12700" cap="flat" cmpd="sng" algn="ctr">
              <a:solidFill>
                <a:srgbClr val="232F3E">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ea typeface="+mn-ea"/>
                <a:cs typeface="+mn-cs"/>
              </a:endParaRPr>
            </a:p>
          </p:txBody>
        </p:sp>
        <p:sp>
          <p:nvSpPr>
            <p:cNvPr id="116" name="Oval 115">
              <a:extLst>
                <a:ext uri="{FF2B5EF4-FFF2-40B4-BE49-F238E27FC236}">
                  <a16:creationId xmlns:a16="http://schemas.microsoft.com/office/drawing/2014/main" id="{9F8122B0-3D0B-5DBC-3DC2-79FA352AFF10}"/>
                </a:ext>
                <a:ext uri="{C183D7F6-B498-43B3-948B-1728B52AA6E4}">
                  <adec:decorative xmlns:adec="http://schemas.microsoft.com/office/drawing/2017/decorative" val="1"/>
                </a:ext>
              </a:extLst>
            </p:cNvPr>
            <p:cNvSpPr/>
            <p:nvPr/>
          </p:nvSpPr>
          <p:spPr>
            <a:xfrm>
              <a:off x="7403242" y="3191401"/>
              <a:ext cx="108338" cy="108338"/>
            </a:xfrm>
            <a:prstGeom prst="ellipse">
              <a:avLst/>
            </a:prstGeom>
            <a:solidFill>
              <a:srgbClr val="FFFFFF"/>
            </a:solidFill>
            <a:ln w="12700" cap="flat" cmpd="sng" algn="ctr">
              <a:solidFill>
                <a:srgbClr val="232F3E">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ea typeface="+mn-ea"/>
                <a:cs typeface="+mn-cs"/>
              </a:endParaRPr>
            </a:p>
          </p:txBody>
        </p:sp>
        <p:sp>
          <p:nvSpPr>
            <p:cNvPr id="117" name="Oval 116">
              <a:extLst>
                <a:ext uri="{FF2B5EF4-FFF2-40B4-BE49-F238E27FC236}">
                  <a16:creationId xmlns:a16="http://schemas.microsoft.com/office/drawing/2014/main" id="{B6314CF0-1B88-F978-0974-76D17C58E383}"/>
                </a:ext>
                <a:ext uri="{C183D7F6-B498-43B3-948B-1728B52AA6E4}">
                  <adec:decorative xmlns:adec="http://schemas.microsoft.com/office/drawing/2017/decorative" val="1"/>
                </a:ext>
              </a:extLst>
            </p:cNvPr>
            <p:cNvSpPr/>
            <p:nvPr/>
          </p:nvSpPr>
          <p:spPr>
            <a:xfrm>
              <a:off x="7632678" y="3071454"/>
              <a:ext cx="108338" cy="108338"/>
            </a:xfrm>
            <a:prstGeom prst="ellipse">
              <a:avLst/>
            </a:prstGeom>
            <a:solidFill>
              <a:srgbClr val="FFFFFF"/>
            </a:solidFill>
            <a:ln w="12700" cap="flat" cmpd="sng" algn="ctr">
              <a:solidFill>
                <a:srgbClr val="232F3E">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ea typeface="+mn-ea"/>
                <a:cs typeface="+mn-cs"/>
              </a:endParaRPr>
            </a:p>
          </p:txBody>
        </p:sp>
        <p:sp>
          <p:nvSpPr>
            <p:cNvPr id="118" name="Oval 117">
              <a:extLst>
                <a:ext uri="{FF2B5EF4-FFF2-40B4-BE49-F238E27FC236}">
                  <a16:creationId xmlns:a16="http://schemas.microsoft.com/office/drawing/2014/main" id="{FC9A796B-321D-27FB-BD7F-FCFEC73423AC}"/>
                </a:ext>
                <a:ext uri="{C183D7F6-B498-43B3-948B-1728B52AA6E4}">
                  <adec:decorative xmlns:adec="http://schemas.microsoft.com/office/drawing/2017/decorative" val="1"/>
                </a:ext>
              </a:extLst>
            </p:cNvPr>
            <p:cNvSpPr/>
            <p:nvPr/>
          </p:nvSpPr>
          <p:spPr>
            <a:xfrm>
              <a:off x="7868909" y="2818167"/>
              <a:ext cx="108338" cy="108338"/>
            </a:xfrm>
            <a:prstGeom prst="ellipse">
              <a:avLst/>
            </a:prstGeom>
            <a:solidFill>
              <a:srgbClr val="FFFFFF"/>
            </a:solidFill>
            <a:ln w="12700" cap="flat" cmpd="sng" algn="ctr">
              <a:solidFill>
                <a:srgbClr val="232F3E">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ea typeface="+mn-ea"/>
                <a:cs typeface="+mn-cs"/>
              </a:endParaRPr>
            </a:p>
          </p:txBody>
        </p:sp>
        <p:sp>
          <p:nvSpPr>
            <p:cNvPr id="119" name="Oval 118">
              <a:extLst>
                <a:ext uri="{FF2B5EF4-FFF2-40B4-BE49-F238E27FC236}">
                  <a16:creationId xmlns:a16="http://schemas.microsoft.com/office/drawing/2014/main" id="{77231157-7047-A9EF-658C-6739E79B81AA}"/>
                </a:ext>
                <a:ext uri="{C183D7F6-B498-43B3-948B-1728B52AA6E4}">
                  <adec:decorative xmlns:adec="http://schemas.microsoft.com/office/drawing/2017/decorative" val="1"/>
                </a:ext>
              </a:extLst>
            </p:cNvPr>
            <p:cNvSpPr/>
            <p:nvPr/>
          </p:nvSpPr>
          <p:spPr>
            <a:xfrm>
              <a:off x="8097887" y="2413038"/>
              <a:ext cx="108338" cy="108338"/>
            </a:xfrm>
            <a:prstGeom prst="ellipse">
              <a:avLst/>
            </a:prstGeom>
            <a:solidFill>
              <a:srgbClr val="FFFFFF"/>
            </a:solidFill>
            <a:ln w="12700" cap="flat" cmpd="sng" algn="ctr">
              <a:solidFill>
                <a:srgbClr val="232F3E">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ea typeface="+mn-ea"/>
                <a:cs typeface="+mn-cs"/>
              </a:endParaRPr>
            </a:p>
          </p:txBody>
        </p:sp>
        <p:sp>
          <p:nvSpPr>
            <p:cNvPr id="120" name="Freeform: Shape 119">
              <a:extLst>
                <a:ext uri="{FF2B5EF4-FFF2-40B4-BE49-F238E27FC236}">
                  <a16:creationId xmlns:a16="http://schemas.microsoft.com/office/drawing/2014/main" id="{709F0479-C02B-C9EE-8C7B-9510FA7051E1}"/>
                </a:ext>
                <a:ext uri="{C183D7F6-B498-43B3-948B-1728B52AA6E4}">
                  <adec:decorative xmlns:adec="http://schemas.microsoft.com/office/drawing/2017/decorative" val="1"/>
                </a:ext>
              </a:extLst>
            </p:cNvPr>
            <p:cNvSpPr/>
            <p:nvPr/>
          </p:nvSpPr>
          <p:spPr>
            <a:xfrm>
              <a:off x="2867114" y="2469735"/>
              <a:ext cx="5289847" cy="1807435"/>
            </a:xfrm>
            <a:custGeom>
              <a:avLst/>
              <a:gdLst>
                <a:gd name="connsiteX0" fmla="*/ 0 w 5289847"/>
                <a:gd name="connsiteY0" fmla="*/ 1807435 h 1807435"/>
                <a:gd name="connsiteX1" fmla="*/ 235009 w 5289847"/>
                <a:gd name="connsiteY1" fmla="*/ 1576699 h 1807435"/>
                <a:gd name="connsiteX2" fmla="*/ 461473 w 5289847"/>
                <a:gd name="connsiteY2" fmla="*/ 1119499 h 1807435"/>
                <a:gd name="connsiteX3" fmla="*/ 687936 w 5289847"/>
                <a:gd name="connsiteY3" fmla="*/ 1474149 h 1807435"/>
                <a:gd name="connsiteX4" fmla="*/ 918673 w 5289847"/>
                <a:gd name="connsiteY4" fmla="*/ 1649338 h 1807435"/>
                <a:gd name="connsiteX5" fmla="*/ 1145136 w 5289847"/>
                <a:gd name="connsiteY5" fmla="*/ 1029768 h 1807435"/>
                <a:gd name="connsiteX6" fmla="*/ 1380146 w 5289847"/>
                <a:gd name="connsiteY6" fmla="*/ 1004130 h 1807435"/>
                <a:gd name="connsiteX7" fmla="*/ 1606609 w 5289847"/>
                <a:gd name="connsiteY7" fmla="*/ 1132317 h 1807435"/>
                <a:gd name="connsiteX8" fmla="*/ 1833073 w 5289847"/>
                <a:gd name="connsiteY8" fmla="*/ 696482 h 1807435"/>
                <a:gd name="connsiteX9" fmla="*/ 2076628 w 5289847"/>
                <a:gd name="connsiteY9" fmla="*/ 807577 h 1807435"/>
                <a:gd name="connsiteX10" fmla="*/ 2303092 w 5289847"/>
                <a:gd name="connsiteY10" fmla="*/ 525566 h 1807435"/>
                <a:gd name="connsiteX11" fmla="*/ 2529555 w 5289847"/>
                <a:gd name="connsiteY11" fmla="*/ 247828 h 1807435"/>
                <a:gd name="connsiteX12" fmla="*/ 2756019 w 5289847"/>
                <a:gd name="connsiteY12" fmla="*/ 1679248 h 1807435"/>
                <a:gd name="connsiteX13" fmla="*/ 2986755 w 5289847"/>
                <a:gd name="connsiteY13" fmla="*/ 1615155 h 1807435"/>
                <a:gd name="connsiteX14" fmla="*/ 3213219 w 5289847"/>
                <a:gd name="connsiteY14" fmla="*/ 1239140 h 1807435"/>
                <a:gd name="connsiteX15" fmla="*/ 3443955 w 5289847"/>
                <a:gd name="connsiteY15" fmla="*/ 1474149 h 1807435"/>
                <a:gd name="connsiteX16" fmla="*/ 3666146 w 5289847"/>
                <a:gd name="connsiteY16" fmla="*/ 1525424 h 1807435"/>
                <a:gd name="connsiteX17" fmla="*/ 3905428 w 5289847"/>
                <a:gd name="connsiteY17" fmla="*/ 1038314 h 1807435"/>
                <a:gd name="connsiteX18" fmla="*/ 4136165 w 5289847"/>
                <a:gd name="connsiteY18" fmla="*/ 1243413 h 1807435"/>
                <a:gd name="connsiteX19" fmla="*/ 4354082 w 5289847"/>
                <a:gd name="connsiteY19" fmla="*/ 1046859 h 1807435"/>
                <a:gd name="connsiteX20" fmla="*/ 4584819 w 5289847"/>
                <a:gd name="connsiteY20" fmla="*/ 769121 h 1807435"/>
                <a:gd name="connsiteX21" fmla="*/ 4807009 w 5289847"/>
                <a:gd name="connsiteY21" fmla="*/ 640934 h 1807435"/>
                <a:gd name="connsiteX22" fmla="*/ 5080475 w 5289847"/>
                <a:gd name="connsiteY22" fmla="*/ 393106 h 1807435"/>
                <a:gd name="connsiteX23" fmla="*/ 5289847 w 5289847"/>
                <a:gd name="connsiteY23" fmla="*/ 0 h 18074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5289847" h="1807435">
                  <a:moveTo>
                    <a:pt x="0" y="1807435"/>
                  </a:moveTo>
                  <a:cubicBezTo>
                    <a:pt x="79048" y="1749395"/>
                    <a:pt x="158097" y="1691355"/>
                    <a:pt x="235009" y="1576699"/>
                  </a:cubicBezTo>
                  <a:cubicBezTo>
                    <a:pt x="311921" y="1462043"/>
                    <a:pt x="385985" y="1136591"/>
                    <a:pt x="461473" y="1119499"/>
                  </a:cubicBezTo>
                  <a:cubicBezTo>
                    <a:pt x="536961" y="1102407"/>
                    <a:pt x="611736" y="1385842"/>
                    <a:pt x="687936" y="1474149"/>
                  </a:cubicBezTo>
                  <a:cubicBezTo>
                    <a:pt x="764136" y="1562456"/>
                    <a:pt x="842473" y="1723401"/>
                    <a:pt x="918673" y="1649338"/>
                  </a:cubicBezTo>
                  <a:cubicBezTo>
                    <a:pt x="994873" y="1575275"/>
                    <a:pt x="1068224" y="1137303"/>
                    <a:pt x="1145136" y="1029768"/>
                  </a:cubicBezTo>
                  <a:cubicBezTo>
                    <a:pt x="1222048" y="922233"/>
                    <a:pt x="1303234" y="987039"/>
                    <a:pt x="1380146" y="1004130"/>
                  </a:cubicBezTo>
                  <a:cubicBezTo>
                    <a:pt x="1457058" y="1021221"/>
                    <a:pt x="1531121" y="1183592"/>
                    <a:pt x="1606609" y="1132317"/>
                  </a:cubicBezTo>
                  <a:cubicBezTo>
                    <a:pt x="1682097" y="1081042"/>
                    <a:pt x="1754737" y="750605"/>
                    <a:pt x="1833073" y="696482"/>
                  </a:cubicBezTo>
                  <a:cubicBezTo>
                    <a:pt x="1911409" y="642359"/>
                    <a:pt x="1998292" y="836063"/>
                    <a:pt x="2076628" y="807577"/>
                  </a:cubicBezTo>
                  <a:cubicBezTo>
                    <a:pt x="2154964" y="779091"/>
                    <a:pt x="2303092" y="525566"/>
                    <a:pt x="2303092" y="525566"/>
                  </a:cubicBezTo>
                  <a:cubicBezTo>
                    <a:pt x="2378580" y="432275"/>
                    <a:pt x="2454067" y="55548"/>
                    <a:pt x="2529555" y="247828"/>
                  </a:cubicBezTo>
                  <a:cubicBezTo>
                    <a:pt x="2605043" y="440108"/>
                    <a:pt x="2679819" y="1451360"/>
                    <a:pt x="2756019" y="1679248"/>
                  </a:cubicBezTo>
                  <a:cubicBezTo>
                    <a:pt x="2832219" y="1907136"/>
                    <a:pt x="2910555" y="1688506"/>
                    <a:pt x="2986755" y="1615155"/>
                  </a:cubicBezTo>
                  <a:cubicBezTo>
                    <a:pt x="3062955" y="1541804"/>
                    <a:pt x="3137019" y="1262641"/>
                    <a:pt x="3213219" y="1239140"/>
                  </a:cubicBezTo>
                  <a:cubicBezTo>
                    <a:pt x="3289419" y="1215639"/>
                    <a:pt x="3368467" y="1426435"/>
                    <a:pt x="3443955" y="1474149"/>
                  </a:cubicBezTo>
                  <a:cubicBezTo>
                    <a:pt x="3519443" y="1521863"/>
                    <a:pt x="3589234" y="1598063"/>
                    <a:pt x="3666146" y="1525424"/>
                  </a:cubicBezTo>
                  <a:cubicBezTo>
                    <a:pt x="3743058" y="1452785"/>
                    <a:pt x="3827092" y="1085316"/>
                    <a:pt x="3905428" y="1038314"/>
                  </a:cubicBezTo>
                  <a:cubicBezTo>
                    <a:pt x="3983765" y="991312"/>
                    <a:pt x="4061389" y="1241989"/>
                    <a:pt x="4136165" y="1243413"/>
                  </a:cubicBezTo>
                  <a:cubicBezTo>
                    <a:pt x="4210941" y="1244837"/>
                    <a:pt x="4279306" y="1125908"/>
                    <a:pt x="4354082" y="1046859"/>
                  </a:cubicBezTo>
                  <a:cubicBezTo>
                    <a:pt x="4428858" y="967810"/>
                    <a:pt x="4509331" y="836775"/>
                    <a:pt x="4584819" y="769121"/>
                  </a:cubicBezTo>
                  <a:cubicBezTo>
                    <a:pt x="4660307" y="701467"/>
                    <a:pt x="4724400" y="703603"/>
                    <a:pt x="4807009" y="640934"/>
                  </a:cubicBezTo>
                  <a:cubicBezTo>
                    <a:pt x="4889618" y="578265"/>
                    <a:pt x="5000002" y="499928"/>
                    <a:pt x="5080475" y="393106"/>
                  </a:cubicBezTo>
                  <a:cubicBezTo>
                    <a:pt x="5160948" y="286284"/>
                    <a:pt x="5225397" y="143142"/>
                    <a:pt x="5289847" y="0"/>
                  </a:cubicBezTo>
                </a:path>
              </a:pathLst>
            </a:custGeom>
            <a:noFill/>
            <a:ln w="38100" cap="flat" cmpd="sng" algn="ctr">
              <a:solidFill>
                <a:schemeClr val="accent2"/>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ea typeface="+mn-ea"/>
                <a:cs typeface="+mn-cs"/>
              </a:endParaRPr>
            </a:p>
          </p:txBody>
        </p:sp>
      </p:grpSp>
    </p:spTree>
    <p:custDataLst>
      <p:tags r:id="rId1"/>
    </p:custDataLst>
    <p:extLst>
      <p:ext uri="{BB962C8B-B14F-4D97-AF65-F5344CB8AC3E}">
        <p14:creationId xmlns:p14="http://schemas.microsoft.com/office/powerpoint/2010/main" val="126880375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F54A59E-034D-4036-9DDE-F026296C9AE2}"/>
              </a:ext>
            </a:extLst>
          </p:cNvPr>
          <p:cNvSpPr>
            <a:spLocks noGrp="1"/>
          </p:cNvSpPr>
          <p:nvPr>
            <p:ph type="sldNum" idx="97"/>
          </p:nvPr>
        </p:nvSpPr>
        <p:spPr/>
        <p:txBody>
          <a:bodyPr/>
          <a:lstStyle/>
          <a:p>
            <a:fld id="{4037B1B0-0345-4E15-985A-6BECCDBE474F}" type="slidenum">
              <a:rPr lang="en-US" smtClean="0"/>
              <a:pPr/>
              <a:t>45</a:t>
            </a:fld>
            <a:endParaRPr lang="en-US" dirty="0"/>
          </a:p>
        </p:txBody>
      </p:sp>
      <p:sp>
        <p:nvSpPr>
          <p:cNvPr id="3" name="Title 2">
            <a:extLst>
              <a:ext uri="{FF2B5EF4-FFF2-40B4-BE49-F238E27FC236}">
                <a16:creationId xmlns:a16="http://schemas.microsoft.com/office/drawing/2014/main" id="{3BE02FE7-A6FA-4689-A30C-628FCBC12A88}"/>
              </a:ext>
            </a:extLst>
          </p:cNvPr>
          <p:cNvSpPr>
            <a:spLocks noGrp="1"/>
          </p:cNvSpPr>
          <p:nvPr>
            <p:ph type="title" idx="1"/>
          </p:nvPr>
        </p:nvSpPr>
        <p:spPr/>
        <p:txBody>
          <a:bodyPr/>
          <a:lstStyle/>
          <a:p>
            <a:r>
              <a:rPr lang="en-US" dirty="0"/>
              <a:t>Stationarity, trends, and autocorrelation</a:t>
            </a:r>
          </a:p>
        </p:txBody>
      </p:sp>
      <p:sp>
        <p:nvSpPr>
          <p:cNvPr id="7" name="Content Placeholder 34">
            <a:extLst>
              <a:ext uri="{FF2B5EF4-FFF2-40B4-BE49-F238E27FC236}">
                <a16:creationId xmlns:a16="http://schemas.microsoft.com/office/drawing/2014/main" id="{442530EF-A3AD-0132-2BCF-54D925F46D39}"/>
              </a:ext>
            </a:extLst>
          </p:cNvPr>
          <p:cNvSpPr txBox="1">
            <a:spLocks/>
          </p:cNvSpPr>
          <p:nvPr/>
        </p:nvSpPr>
        <p:spPr>
          <a:xfrm>
            <a:off x="419100" y="1528175"/>
            <a:ext cx="5504688" cy="464878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srgbClr val="232F3E"/>
                </a:solidFill>
                <a:effectLst/>
                <a:uLnTx/>
                <a:uFillTx/>
                <a:latin typeface="+mn-lt"/>
                <a:ea typeface="Amazon Ember Light" panose="020B0403020204020204" pitchFamily="34" charset="0"/>
                <a:cs typeface="Amazon Ember Light" panose="020B0403020204020204" pitchFamily="34" charset="0"/>
              </a:rPr>
              <a:t>Stationarity</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srgbClr val="232F3E"/>
                </a:solidFill>
                <a:effectLst/>
                <a:uLnTx/>
                <a:uFillTx/>
                <a:latin typeface="+mn-lt"/>
                <a:ea typeface="Amazon Ember Light" panose="020B0403020204020204" pitchFamily="34" charset="0"/>
                <a:cs typeface="Amazon Ember Light" panose="020B0403020204020204" pitchFamily="34" charset="0"/>
              </a:rPr>
              <a:t>How stable is the system?</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srgbClr val="232F3E"/>
                </a:solidFill>
                <a:effectLst/>
                <a:uLnTx/>
                <a:uFillTx/>
                <a:latin typeface="+mn-lt"/>
                <a:ea typeface="Amazon Ember Light" panose="020B0403020204020204" pitchFamily="34" charset="0"/>
                <a:cs typeface="Amazon Ember Light" panose="020B0403020204020204" pitchFamily="34" charset="0"/>
              </a:rPr>
              <a:t>Does the past inform the future?</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srgbClr val="232F3E"/>
                </a:solidFill>
                <a:effectLst/>
                <a:uLnTx/>
                <a:uFillTx/>
                <a:latin typeface="+mn-lt"/>
                <a:ea typeface="Amazon Ember Light" panose="020B0403020204020204" pitchFamily="34" charset="0"/>
                <a:cs typeface="Amazon Ember Light" panose="020B0403020204020204" pitchFamily="34" charset="0"/>
              </a:rPr>
              <a:t>Trends</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srgbClr val="232F3E"/>
                </a:solidFill>
                <a:effectLst/>
                <a:uLnTx/>
                <a:uFillTx/>
                <a:latin typeface="+mn-lt"/>
                <a:ea typeface="Amazon Ember Light" panose="020B0403020204020204" pitchFamily="34" charset="0"/>
                <a:cs typeface="Amazon Ember Light" panose="020B0403020204020204" pitchFamily="34" charset="0"/>
              </a:rPr>
              <a:t>Correlation issues</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srgbClr val="232F3E"/>
                </a:solidFill>
                <a:effectLst/>
                <a:uLnTx/>
                <a:uFillTx/>
                <a:latin typeface="+mn-lt"/>
                <a:ea typeface="Amazon Ember Light" panose="020B0403020204020204" pitchFamily="34" charset="0"/>
                <a:cs typeface="Amazon Ember Light" panose="020B0403020204020204" pitchFamily="34" charset="0"/>
              </a:rPr>
              <a:t>Autocorrelation</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srgbClr val="232F3E"/>
                </a:solidFill>
                <a:effectLst/>
                <a:uLnTx/>
                <a:uFillTx/>
                <a:latin typeface="+mn-lt"/>
                <a:ea typeface="Amazon Ember Light" panose="020B0403020204020204" pitchFamily="34" charset="0"/>
                <a:cs typeface="Amazon Ember Light" panose="020B0403020204020204" pitchFamily="34" charset="0"/>
              </a:rPr>
              <a:t>How points in time are linearly related</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srgbClr val="232F3E"/>
                </a:solidFill>
                <a:effectLst/>
                <a:uLnTx/>
                <a:uFillTx/>
                <a:latin typeface="+mn-lt"/>
                <a:ea typeface="Amazon Ember Light" panose="020B0403020204020204" pitchFamily="34" charset="0"/>
                <a:cs typeface="Amazon Ember Light" panose="020B0403020204020204" pitchFamily="34" charset="0"/>
              </a:rPr>
              <a:t>Influences algorithm choice</a:t>
            </a:r>
          </a:p>
        </p:txBody>
      </p:sp>
      <p:grpSp>
        <p:nvGrpSpPr>
          <p:cNvPr id="4" name="Group 3" descr="Graph showing increasing trend over 2 years of unlabeled data.">
            <a:extLst>
              <a:ext uri="{FF2B5EF4-FFF2-40B4-BE49-F238E27FC236}">
                <a16:creationId xmlns:a16="http://schemas.microsoft.com/office/drawing/2014/main" id="{B93C6B3B-38E1-2D86-C64E-1CC6696A900B}"/>
              </a:ext>
              <a:ext uri="{C183D7F6-B498-43B3-948B-1728B52AA6E4}">
                <adec:decorative xmlns:adec="http://schemas.microsoft.com/office/drawing/2017/decorative" val="0"/>
              </a:ext>
            </a:extLst>
          </p:cNvPr>
          <p:cNvGrpSpPr/>
          <p:nvPr/>
        </p:nvGrpSpPr>
        <p:grpSpPr>
          <a:xfrm>
            <a:off x="5804644" y="2070452"/>
            <a:ext cx="5972244" cy="3594046"/>
            <a:chOff x="5804644" y="2070452"/>
            <a:chExt cx="5972244" cy="3594046"/>
          </a:xfrm>
        </p:grpSpPr>
        <p:grpSp>
          <p:nvGrpSpPr>
            <p:cNvPr id="8" name="Group 7" descr="Graph showing increasing trend over 2 years of unlabeled data.">
              <a:extLst>
                <a:ext uri="{FF2B5EF4-FFF2-40B4-BE49-F238E27FC236}">
                  <a16:creationId xmlns:a16="http://schemas.microsoft.com/office/drawing/2014/main" id="{68A01762-6002-6FFC-4F8C-03C13FC6536F}"/>
                </a:ext>
              </a:extLst>
            </p:cNvPr>
            <p:cNvGrpSpPr/>
            <p:nvPr/>
          </p:nvGrpSpPr>
          <p:grpSpPr>
            <a:xfrm>
              <a:off x="5804644" y="2070452"/>
              <a:ext cx="5972244" cy="3002981"/>
              <a:chOff x="5599482" y="1922090"/>
              <a:chExt cx="5972244" cy="3002981"/>
            </a:xfrm>
          </p:grpSpPr>
          <p:grpSp>
            <p:nvGrpSpPr>
              <p:cNvPr id="9" name="Group 8">
                <a:extLst>
                  <a:ext uri="{FF2B5EF4-FFF2-40B4-BE49-F238E27FC236}">
                    <a16:creationId xmlns:a16="http://schemas.microsoft.com/office/drawing/2014/main" id="{A0202097-AA95-DED2-D335-9F16047FB216}"/>
                  </a:ext>
                </a:extLst>
              </p:cNvPr>
              <p:cNvGrpSpPr/>
              <p:nvPr/>
            </p:nvGrpSpPr>
            <p:grpSpPr>
              <a:xfrm>
                <a:off x="5599482" y="1922090"/>
                <a:ext cx="5972244" cy="3002981"/>
                <a:chOff x="2636481" y="1941535"/>
                <a:chExt cx="5972244" cy="3002981"/>
              </a:xfrm>
            </p:grpSpPr>
            <p:sp>
              <p:nvSpPr>
                <p:cNvPr id="11" name="Oval 10">
                  <a:extLst>
                    <a:ext uri="{FF2B5EF4-FFF2-40B4-BE49-F238E27FC236}">
                      <a16:creationId xmlns:a16="http://schemas.microsoft.com/office/drawing/2014/main" id="{680D2FED-A181-DE5C-884E-4297CD1145A2}"/>
                    </a:ext>
                    <a:ext uri="{C183D7F6-B498-43B3-948B-1728B52AA6E4}">
                      <adec:decorative xmlns:adec="http://schemas.microsoft.com/office/drawing/2017/decorative" val="1"/>
                    </a:ext>
                  </a:extLst>
                </p:cNvPr>
                <p:cNvSpPr/>
                <p:nvPr/>
              </p:nvSpPr>
              <p:spPr>
                <a:xfrm>
                  <a:off x="2811145" y="4228680"/>
                  <a:ext cx="108338" cy="108338"/>
                </a:xfrm>
                <a:prstGeom prst="ellipse">
                  <a:avLst/>
                </a:prstGeom>
                <a:solidFill>
                  <a:srgbClr val="FFFFFF"/>
                </a:solidFill>
                <a:ln w="12700" cap="flat" cmpd="sng" algn="ctr">
                  <a:solidFill>
                    <a:srgbClr val="232F3E">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ea typeface="+mn-ea"/>
                    <a:cs typeface="+mn-cs"/>
                  </a:endParaRPr>
                </a:p>
              </p:txBody>
            </p:sp>
            <p:cxnSp>
              <p:nvCxnSpPr>
                <p:cNvPr id="12" name="Straight Connector 11">
                  <a:extLst>
                    <a:ext uri="{FF2B5EF4-FFF2-40B4-BE49-F238E27FC236}">
                      <a16:creationId xmlns:a16="http://schemas.microsoft.com/office/drawing/2014/main" id="{2B69306A-A23F-DC36-7C56-731C981C9277}"/>
                    </a:ext>
                    <a:ext uri="{C183D7F6-B498-43B3-948B-1728B52AA6E4}">
                      <adec:decorative xmlns:adec="http://schemas.microsoft.com/office/drawing/2017/decorative" val="1"/>
                    </a:ext>
                  </a:extLst>
                </p:cNvPr>
                <p:cNvCxnSpPr/>
                <p:nvPr/>
              </p:nvCxnSpPr>
              <p:spPr>
                <a:xfrm flipV="1">
                  <a:off x="2636481" y="2186294"/>
                  <a:ext cx="0" cy="2437000"/>
                </a:xfrm>
                <a:prstGeom prst="line">
                  <a:avLst/>
                </a:prstGeom>
                <a:noFill/>
                <a:ln w="6350" cap="flat" cmpd="sng" algn="ctr">
                  <a:solidFill>
                    <a:srgbClr val="232F3E"/>
                  </a:solidFill>
                  <a:prstDash val="solid"/>
                  <a:miter lim="800000"/>
                </a:ln>
                <a:effectLst/>
              </p:spPr>
            </p:cxnSp>
            <p:sp>
              <p:nvSpPr>
                <p:cNvPr id="13" name="Oval 12">
                  <a:extLst>
                    <a:ext uri="{FF2B5EF4-FFF2-40B4-BE49-F238E27FC236}">
                      <a16:creationId xmlns:a16="http://schemas.microsoft.com/office/drawing/2014/main" id="{BEFD0616-9DB0-24F7-110E-E7B186430168}"/>
                    </a:ext>
                    <a:ext uri="{C183D7F6-B498-43B3-948B-1728B52AA6E4}">
                      <adec:decorative xmlns:adec="http://schemas.microsoft.com/office/drawing/2017/decorative" val="1"/>
                    </a:ext>
                  </a:extLst>
                </p:cNvPr>
                <p:cNvSpPr/>
                <p:nvPr/>
              </p:nvSpPr>
              <p:spPr>
                <a:xfrm>
                  <a:off x="3046175" y="3996709"/>
                  <a:ext cx="108338" cy="108338"/>
                </a:xfrm>
                <a:prstGeom prst="ellipse">
                  <a:avLst/>
                </a:prstGeom>
                <a:solidFill>
                  <a:srgbClr val="FFFFFF"/>
                </a:solidFill>
                <a:ln w="12700" cap="flat" cmpd="sng" algn="ctr">
                  <a:solidFill>
                    <a:srgbClr val="232F3E">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ea typeface="+mn-ea"/>
                    <a:cs typeface="+mn-cs"/>
                  </a:endParaRPr>
                </a:p>
              </p:txBody>
            </p:sp>
            <p:sp>
              <p:nvSpPr>
                <p:cNvPr id="14" name="Oval 13">
                  <a:extLst>
                    <a:ext uri="{FF2B5EF4-FFF2-40B4-BE49-F238E27FC236}">
                      <a16:creationId xmlns:a16="http://schemas.microsoft.com/office/drawing/2014/main" id="{956FB31B-7B61-2261-F4D6-AC9BAE870AD4}"/>
                    </a:ext>
                    <a:ext uri="{C183D7F6-B498-43B3-948B-1728B52AA6E4}">
                      <adec:decorative xmlns:adec="http://schemas.microsoft.com/office/drawing/2017/decorative" val="1"/>
                    </a:ext>
                  </a:extLst>
                </p:cNvPr>
                <p:cNvSpPr/>
                <p:nvPr/>
              </p:nvSpPr>
              <p:spPr>
                <a:xfrm>
                  <a:off x="3497804" y="3878888"/>
                  <a:ext cx="108338" cy="108338"/>
                </a:xfrm>
                <a:prstGeom prst="ellipse">
                  <a:avLst/>
                </a:prstGeom>
                <a:solidFill>
                  <a:srgbClr val="FFFFFF"/>
                </a:solidFill>
                <a:ln w="12700" cap="flat" cmpd="sng" algn="ctr">
                  <a:solidFill>
                    <a:srgbClr val="232F3E">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ea typeface="+mn-ea"/>
                    <a:cs typeface="+mn-cs"/>
                  </a:endParaRPr>
                </a:p>
              </p:txBody>
            </p:sp>
            <p:sp>
              <p:nvSpPr>
                <p:cNvPr id="15" name="Oval 14">
                  <a:extLst>
                    <a:ext uri="{FF2B5EF4-FFF2-40B4-BE49-F238E27FC236}">
                      <a16:creationId xmlns:a16="http://schemas.microsoft.com/office/drawing/2014/main" id="{5F189042-8E3E-C18C-F14B-C37FFE70A62D}"/>
                    </a:ext>
                    <a:ext uri="{C183D7F6-B498-43B3-948B-1728B52AA6E4}">
                      <adec:decorative xmlns:adec="http://schemas.microsoft.com/office/drawing/2017/decorative" val="1"/>
                    </a:ext>
                  </a:extLst>
                </p:cNvPr>
                <p:cNvSpPr/>
                <p:nvPr/>
              </p:nvSpPr>
              <p:spPr>
                <a:xfrm>
                  <a:off x="3726716" y="4056996"/>
                  <a:ext cx="108338" cy="108338"/>
                </a:xfrm>
                <a:prstGeom prst="ellipse">
                  <a:avLst/>
                </a:prstGeom>
                <a:solidFill>
                  <a:srgbClr val="FFFFFF"/>
                </a:solidFill>
                <a:ln w="12700" cap="flat" cmpd="sng" algn="ctr">
                  <a:solidFill>
                    <a:srgbClr val="232F3E">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ea typeface="+mn-ea"/>
                    <a:cs typeface="+mn-cs"/>
                  </a:endParaRPr>
                </a:p>
              </p:txBody>
            </p:sp>
            <p:sp>
              <p:nvSpPr>
                <p:cNvPr id="16" name="Oval 15">
                  <a:extLst>
                    <a:ext uri="{FF2B5EF4-FFF2-40B4-BE49-F238E27FC236}">
                      <a16:creationId xmlns:a16="http://schemas.microsoft.com/office/drawing/2014/main" id="{916A3AC6-C238-92FA-CF42-AF36086E0075}"/>
                    </a:ext>
                    <a:ext uri="{C183D7F6-B498-43B3-948B-1728B52AA6E4}">
                      <adec:decorative xmlns:adec="http://schemas.microsoft.com/office/drawing/2017/decorative" val="1"/>
                    </a:ext>
                  </a:extLst>
                </p:cNvPr>
                <p:cNvSpPr/>
                <p:nvPr/>
              </p:nvSpPr>
              <p:spPr>
                <a:xfrm>
                  <a:off x="4187684" y="3414825"/>
                  <a:ext cx="108338" cy="108338"/>
                </a:xfrm>
                <a:prstGeom prst="ellipse">
                  <a:avLst/>
                </a:prstGeom>
                <a:solidFill>
                  <a:srgbClr val="FFFFFF"/>
                </a:solidFill>
                <a:ln w="12700" cap="flat" cmpd="sng" algn="ctr">
                  <a:solidFill>
                    <a:srgbClr val="232F3E">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ea typeface="+mn-ea"/>
                    <a:cs typeface="+mn-cs"/>
                  </a:endParaRPr>
                </a:p>
              </p:txBody>
            </p:sp>
            <p:grpSp>
              <p:nvGrpSpPr>
                <p:cNvPr id="17" name="Group 16">
                  <a:extLst>
                    <a:ext uri="{FF2B5EF4-FFF2-40B4-BE49-F238E27FC236}">
                      <a16:creationId xmlns:a16="http://schemas.microsoft.com/office/drawing/2014/main" id="{3CEC6E36-7297-9C9C-E5FB-405CD213A45F}"/>
                    </a:ext>
                  </a:extLst>
                </p:cNvPr>
                <p:cNvGrpSpPr/>
                <p:nvPr/>
              </p:nvGrpSpPr>
              <p:grpSpPr>
                <a:xfrm>
                  <a:off x="2636481" y="4555347"/>
                  <a:ext cx="2986122" cy="67946"/>
                  <a:chOff x="654545" y="4068457"/>
                  <a:chExt cx="2986122" cy="67946"/>
                </a:xfrm>
              </p:grpSpPr>
              <p:cxnSp>
                <p:nvCxnSpPr>
                  <p:cNvPr id="76" name="Straight Connector 75">
                    <a:extLst>
                      <a:ext uri="{FF2B5EF4-FFF2-40B4-BE49-F238E27FC236}">
                        <a16:creationId xmlns:a16="http://schemas.microsoft.com/office/drawing/2014/main" id="{58CA324C-C8E8-BF2D-1960-AE904753A546}"/>
                      </a:ext>
                      <a:ext uri="{C183D7F6-B498-43B3-948B-1728B52AA6E4}">
                        <adec:decorative xmlns:adec="http://schemas.microsoft.com/office/drawing/2017/decorative" val="1"/>
                      </a:ext>
                    </a:extLst>
                  </p:cNvPr>
                  <p:cNvCxnSpPr/>
                  <p:nvPr/>
                </p:nvCxnSpPr>
                <p:spPr>
                  <a:xfrm>
                    <a:off x="654545" y="4136403"/>
                    <a:ext cx="2986122" cy="0"/>
                  </a:xfrm>
                  <a:prstGeom prst="line">
                    <a:avLst/>
                  </a:prstGeom>
                  <a:noFill/>
                  <a:ln w="6350" cap="flat" cmpd="sng" algn="ctr">
                    <a:solidFill>
                      <a:srgbClr val="232F3E"/>
                    </a:solidFill>
                    <a:prstDash val="solid"/>
                    <a:miter lim="800000"/>
                  </a:ln>
                  <a:effectLst/>
                </p:spPr>
              </p:cxnSp>
              <p:cxnSp>
                <p:nvCxnSpPr>
                  <p:cNvPr id="77" name="Straight Connector 76">
                    <a:extLst>
                      <a:ext uri="{FF2B5EF4-FFF2-40B4-BE49-F238E27FC236}">
                        <a16:creationId xmlns:a16="http://schemas.microsoft.com/office/drawing/2014/main" id="{635DFD2E-BF9C-E487-1B9E-8BCE64B76F87}"/>
                      </a:ext>
                      <a:ext uri="{C183D7F6-B498-43B3-948B-1728B52AA6E4}">
                        <adec:decorative xmlns:adec="http://schemas.microsoft.com/office/drawing/2017/decorative" val="1"/>
                      </a:ext>
                    </a:extLst>
                  </p:cNvPr>
                  <p:cNvCxnSpPr/>
                  <p:nvPr/>
                </p:nvCxnSpPr>
                <p:spPr>
                  <a:xfrm flipV="1">
                    <a:off x="883301" y="4068457"/>
                    <a:ext cx="0" cy="67946"/>
                  </a:xfrm>
                  <a:prstGeom prst="line">
                    <a:avLst/>
                  </a:prstGeom>
                  <a:noFill/>
                  <a:ln w="6350" cap="flat" cmpd="sng" algn="ctr">
                    <a:solidFill>
                      <a:srgbClr val="232F3E"/>
                    </a:solidFill>
                    <a:prstDash val="solid"/>
                    <a:miter lim="800000"/>
                  </a:ln>
                  <a:effectLst/>
                </p:spPr>
              </p:cxnSp>
              <p:cxnSp>
                <p:nvCxnSpPr>
                  <p:cNvPr id="78" name="Straight Connector 77">
                    <a:extLst>
                      <a:ext uri="{FF2B5EF4-FFF2-40B4-BE49-F238E27FC236}">
                        <a16:creationId xmlns:a16="http://schemas.microsoft.com/office/drawing/2014/main" id="{B76F99AC-3176-9BE8-A17D-A4609B14A7C5}"/>
                      </a:ext>
                      <a:ext uri="{C183D7F6-B498-43B3-948B-1728B52AA6E4}">
                        <adec:decorative xmlns:adec="http://schemas.microsoft.com/office/drawing/2017/decorative" val="1"/>
                      </a:ext>
                    </a:extLst>
                  </p:cNvPr>
                  <p:cNvCxnSpPr/>
                  <p:nvPr/>
                </p:nvCxnSpPr>
                <p:spPr>
                  <a:xfrm flipV="1">
                    <a:off x="1112737" y="4068457"/>
                    <a:ext cx="0" cy="67946"/>
                  </a:xfrm>
                  <a:prstGeom prst="line">
                    <a:avLst/>
                  </a:prstGeom>
                  <a:noFill/>
                  <a:ln w="6350" cap="flat" cmpd="sng" algn="ctr">
                    <a:solidFill>
                      <a:srgbClr val="232F3E"/>
                    </a:solidFill>
                    <a:prstDash val="solid"/>
                    <a:miter lim="800000"/>
                  </a:ln>
                  <a:effectLst/>
                </p:spPr>
              </p:cxnSp>
              <p:cxnSp>
                <p:nvCxnSpPr>
                  <p:cNvPr id="79" name="Straight Connector 78">
                    <a:extLst>
                      <a:ext uri="{FF2B5EF4-FFF2-40B4-BE49-F238E27FC236}">
                        <a16:creationId xmlns:a16="http://schemas.microsoft.com/office/drawing/2014/main" id="{9D2A8B38-F174-DE02-6BBE-C5BD5E8A231D}"/>
                      </a:ext>
                      <a:ext uri="{C183D7F6-B498-43B3-948B-1728B52AA6E4}">
                        <adec:decorative xmlns:adec="http://schemas.microsoft.com/office/drawing/2017/decorative" val="1"/>
                      </a:ext>
                    </a:extLst>
                  </p:cNvPr>
                  <p:cNvCxnSpPr/>
                  <p:nvPr/>
                </p:nvCxnSpPr>
                <p:spPr>
                  <a:xfrm flipV="1">
                    <a:off x="1342173" y="4068457"/>
                    <a:ext cx="0" cy="67946"/>
                  </a:xfrm>
                  <a:prstGeom prst="line">
                    <a:avLst/>
                  </a:prstGeom>
                  <a:noFill/>
                  <a:ln w="6350" cap="flat" cmpd="sng" algn="ctr">
                    <a:solidFill>
                      <a:srgbClr val="232F3E"/>
                    </a:solidFill>
                    <a:prstDash val="solid"/>
                    <a:miter lim="800000"/>
                  </a:ln>
                  <a:effectLst/>
                </p:spPr>
              </p:cxnSp>
              <p:cxnSp>
                <p:nvCxnSpPr>
                  <p:cNvPr id="80" name="Straight Connector 79">
                    <a:extLst>
                      <a:ext uri="{FF2B5EF4-FFF2-40B4-BE49-F238E27FC236}">
                        <a16:creationId xmlns:a16="http://schemas.microsoft.com/office/drawing/2014/main" id="{F44701A4-3D3A-45CA-340C-DE5316AB561F}"/>
                      </a:ext>
                      <a:ext uri="{C183D7F6-B498-43B3-948B-1728B52AA6E4}">
                        <adec:decorative xmlns:adec="http://schemas.microsoft.com/office/drawing/2017/decorative" val="1"/>
                      </a:ext>
                    </a:extLst>
                  </p:cNvPr>
                  <p:cNvCxnSpPr/>
                  <p:nvPr/>
                </p:nvCxnSpPr>
                <p:spPr>
                  <a:xfrm flipV="1">
                    <a:off x="1571609" y="4068457"/>
                    <a:ext cx="0" cy="67946"/>
                  </a:xfrm>
                  <a:prstGeom prst="line">
                    <a:avLst/>
                  </a:prstGeom>
                  <a:noFill/>
                  <a:ln w="6350" cap="flat" cmpd="sng" algn="ctr">
                    <a:solidFill>
                      <a:srgbClr val="232F3E"/>
                    </a:solidFill>
                    <a:prstDash val="solid"/>
                    <a:miter lim="800000"/>
                  </a:ln>
                  <a:effectLst/>
                </p:spPr>
              </p:cxnSp>
              <p:cxnSp>
                <p:nvCxnSpPr>
                  <p:cNvPr id="81" name="Straight Connector 80">
                    <a:extLst>
                      <a:ext uri="{FF2B5EF4-FFF2-40B4-BE49-F238E27FC236}">
                        <a16:creationId xmlns:a16="http://schemas.microsoft.com/office/drawing/2014/main" id="{56FABEE0-BE48-A8DC-9329-C567217BF812}"/>
                      </a:ext>
                      <a:ext uri="{C183D7F6-B498-43B3-948B-1728B52AA6E4}">
                        <adec:decorative xmlns:adec="http://schemas.microsoft.com/office/drawing/2017/decorative" val="1"/>
                      </a:ext>
                    </a:extLst>
                  </p:cNvPr>
                  <p:cNvCxnSpPr/>
                  <p:nvPr/>
                </p:nvCxnSpPr>
                <p:spPr>
                  <a:xfrm flipV="1">
                    <a:off x="1801045" y="4068457"/>
                    <a:ext cx="0" cy="67946"/>
                  </a:xfrm>
                  <a:prstGeom prst="line">
                    <a:avLst/>
                  </a:prstGeom>
                  <a:noFill/>
                  <a:ln w="6350" cap="flat" cmpd="sng" algn="ctr">
                    <a:solidFill>
                      <a:srgbClr val="232F3E"/>
                    </a:solidFill>
                    <a:prstDash val="solid"/>
                    <a:miter lim="800000"/>
                  </a:ln>
                  <a:effectLst/>
                </p:spPr>
              </p:cxnSp>
              <p:cxnSp>
                <p:nvCxnSpPr>
                  <p:cNvPr id="82" name="Straight Connector 81">
                    <a:extLst>
                      <a:ext uri="{FF2B5EF4-FFF2-40B4-BE49-F238E27FC236}">
                        <a16:creationId xmlns:a16="http://schemas.microsoft.com/office/drawing/2014/main" id="{04474946-FD3B-DF2E-BE69-332B46801C58}"/>
                      </a:ext>
                      <a:ext uri="{C183D7F6-B498-43B3-948B-1728B52AA6E4}">
                        <adec:decorative xmlns:adec="http://schemas.microsoft.com/office/drawing/2017/decorative" val="1"/>
                      </a:ext>
                    </a:extLst>
                  </p:cNvPr>
                  <p:cNvCxnSpPr/>
                  <p:nvPr/>
                </p:nvCxnSpPr>
                <p:spPr>
                  <a:xfrm flipV="1">
                    <a:off x="2030481" y="4068457"/>
                    <a:ext cx="0" cy="67946"/>
                  </a:xfrm>
                  <a:prstGeom prst="line">
                    <a:avLst/>
                  </a:prstGeom>
                  <a:noFill/>
                  <a:ln w="6350" cap="flat" cmpd="sng" algn="ctr">
                    <a:solidFill>
                      <a:srgbClr val="232F3E"/>
                    </a:solidFill>
                    <a:prstDash val="solid"/>
                    <a:miter lim="800000"/>
                  </a:ln>
                  <a:effectLst/>
                </p:spPr>
              </p:cxnSp>
              <p:cxnSp>
                <p:nvCxnSpPr>
                  <p:cNvPr id="83" name="Straight Connector 82">
                    <a:extLst>
                      <a:ext uri="{FF2B5EF4-FFF2-40B4-BE49-F238E27FC236}">
                        <a16:creationId xmlns:a16="http://schemas.microsoft.com/office/drawing/2014/main" id="{25DCC80A-59D6-93CD-A901-AF9C5947CF0E}"/>
                      </a:ext>
                      <a:ext uri="{C183D7F6-B498-43B3-948B-1728B52AA6E4}">
                        <adec:decorative xmlns:adec="http://schemas.microsoft.com/office/drawing/2017/decorative" val="1"/>
                      </a:ext>
                    </a:extLst>
                  </p:cNvPr>
                  <p:cNvCxnSpPr/>
                  <p:nvPr/>
                </p:nvCxnSpPr>
                <p:spPr>
                  <a:xfrm flipV="1">
                    <a:off x="2259917" y="4068457"/>
                    <a:ext cx="0" cy="67946"/>
                  </a:xfrm>
                  <a:prstGeom prst="line">
                    <a:avLst/>
                  </a:prstGeom>
                  <a:noFill/>
                  <a:ln w="6350" cap="flat" cmpd="sng" algn="ctr">
                    <a:solidFill>
                      <a:srgbClr val="232F3E"/>
                    </a:solidFill>
                    <a:prstDash val="solid"/>
                    <a:miter lim="800000"/>
                  </a:ln>
                  <a:effectLst/>
                </p:spPr>
              </p:cxnSp>
              <p:cxnSp>
                <p:nvCxnSpPr>
                  <p:cNvPr id="84" name="Straight Connector 83">
                    <a:extLst>
                      <a:ext uri="{FF2B5EF4-FFF2-40B4-BE49-F238E27FC236}">
                        <a16:creationId xmlns:a16="http://schemas.microsoft.com/office/drawing/2014/main" id="{6DEB33D8-7A9D-70FE-5427-F3D24CC3DD2E}"/>
                      </a:ext>
                      <a:ext uri="{C183D7F6-B498-43B3-948B-1728B52AA6E4}">
                        <adec:decorative xmlns:adec="http://schemas.microsoft.com/office/drawing/2017/decorative" val="1"/>
                      </a:ext>
                    </a:extLst>
                  </p:cNvPr>
                  <p:cNvCxnSpPr/>
                  <p:nvPr/>
                </p:nvCxnSpPr>
                <p:spPr>
                  <a:xfrm flipV="1">
                    <a:off x="2489353" y="4068457"/>
                    <a:ext cx="0" cy="67946"/>
                  </a:xfrm>
                  <a:prstGeom prst="line">
                    <a:avLst/>
                  </a:prstGeom>
                  <a:noFill/>
                  <a:ln w="6350" cap="flat" cmpd="sng" algn="ctr">
                    <a:solidFill>
                      <a:srgbClr val="232F3E"/>
                    </a:solidFill>
                    <a:prstDash val="solid"/>
                    <a:miter lim="800000"/>
                  </a:ln>
                  <a:effectLst/>
                </p:spPr>
              </p:cxnSp>
              <p:cxnSp>
                <p:nvCxnSpPr>
                  <p:cNvPr id="85" name="Straight Connector 84">
                    <a:extLst>
                      <a:ext uri="{FF2B5EF4-FFF2-40B4-BE49-F238E27FC236}">
                        <a16:creationId xmlns:a16="http://schemas.microsoft.com/office/drawing/2014/main" id="{3E8173C1-4A0B-4AB1-0482-AB5899E24D61}"/>
                      </a:ext>
                      <a:ext uri="{C183D7F6-B498-43B3-948B-1728B52AA6E4}">
                        <adec:decorative xmlns:adec="http://schemas.microsoft.com/office/drawing/2017/decorative" val="1"/>
                      </a:ext>
                    </a:extLst>
                  </p:cNvPr>
                  <p:cNvCxnSpPr/>
                  <p:nvPr/>
                </p:nvCxnSpPr>
                <p:spPr>
                  <a:xfrm flipV="1">
                    <a:off x="2718789" y="4068457"/>
                    <a:ext cx="0" cy="67946"/>
                  </a:xfrm>
                  <a:prstGeom prst="line">
                    <a:avLst/>
                  </a:prstGeom>
                  <a:noFill/>
                  <a:ln w="6350" cap="flat" cmpd="sng" algn="ctr">
                    <a:solidFill>
                      <a:srgbClr val="232F3E"/>
                    </a:solidFill>
                    <a:prstDash val="solid"/>
                    <a:miter lim="800000"/>
                  </a:ln>
                  <a:effectLst/>
                </p:spPr>
              </p:cxnSp>
              <p:cxnSp>
                <p:nvCxnSpPr>
                  <p:cNvPr id="86" name="Straight Connector 85">
                    <a:extLst>
                      <a:ext uri="{FF2B5EF4-FFF2-40B4-BE49-F238E27FC236}">
                        <a16:creationId xmlns:a16="http://schemas.microsoft.com/office/drawing/2014/main" id="{7E6E76C9-A374-3E07-982A-2BCA29969547}"/>
                      </a:ext>
                      <a:ext uri="{C183D7F6-B498-43B3-948B-1728B52AA6E4}">
                        <adec:decorative xmlns:adec="http://schemas.microsoft.com/office/drawing/2017/decorative" val="1"/>
                      </a:ext>
                    </a:extLst>
                  </p:cNvPr>
                  <p:cNvCxnSpPr/>
                  <p:nvPr/>
                </p:nvCxnSpPr>
                <p:spPr>
                  <a:xfrm flipV="1">
                    <a:off x="2948225" y="4068457"/>
                    <a:ext cx="0" cy="67946"/>
                  </a:xfrm>
                  <a:prstGeom prst="line">
                    <a:avLst/>
                  </a:prstGeom>
                  <a:noFill/>
                  <a:ln w="6350" cap="flat" cmpd="sng" algn="ctr">
                    <a:solidFill>
                      <a:srgbClr val="232F3E"/>
                    </a:solidFill>
                    <a:prstDash val="solid"/>
                    <a:miter lim="800000"/>
                  </a:ln>
                  <a:effectLst/>
                </p:spPr>
              </p:cxnSp>
              <p:cxnSp>
                <p:nvCxnSpPr>
                  <p:cNvPr id="87" name="Straight Connector 86">
                    <a:extLst>
                      <a:ext uri="{FF2B5EF4-FFF2-40B4-BE49-F238E27FC236}">
                        <a16:creationId xmlns:a16="http://schemas.microsoft.com/office/drawing/2014/main" id="{F73E6724-1920-5EF8-71ED-7FD4DCE25EA8}"/>
                      </a:ext>
                      <a:ext uri="{C183D7F6-B498-43B3-948B-1728B52AA6E4}">
                        <adec:decorative xmlns:adec="http://schemas.microsoft.com/office/drawing/2017/decorative" val="1"/>
                      </a:ext>
                    </a:extLst>
                  </p:cNvPr>
                  <p:cNvCxnSpPr/>
                  <p:nvPr/>
                </p:nvCxnSpPr>
                <p:spPr>
                  <a:xfrm flipV="1">
                    <a:off x="3177661" y="4068457"/>
                    <a:ext cx="0" cy="67946"/>
                  </a:xfrm>
                  <a:prstGeom prst="line">
                    <a:avLst/>
                  </a:prstGeom>
                  <a:noFill/>
                  <a:ln w="6350" cap="flat" cmpd="sng" algn="ctr">
                    <a:solidFill>
                      <a:srgbClr val="232F3E"/>
                    </a:solidFill>
                    <a:prstDash val="solid"/>
                    <a:miter lim="800000"/>
                  </a:ln>
                  <a:effectLst/>
                </p:spPr>
              </p:cxnSp>
              <p:cxnSp>
                <p:nvCxnSpPr>
                  <p:cNvPr id="88" name="Straight Connector 87">
                    <a:extLst>
                      <a:ext uri="{FF2B5EF4-FFF2-40B4-BE49-F238E27FC236}">
                        <a16:creationId xmlns:a16="http://schemas.microsoft.com/office/drawing/2014/main" id="{8CCFF50E-8EDB-4947-8F35-88B1150B0EC7}"/>
                      </a:ext>
                      <a:ext uri="{C183D7F6-B498-43B3-948B-1728B52AA6E4}">
                        <adec:decorative xmlns:adec="http://schemas.microsoft.com/office/drawing/2017/decorative" val="1"/>
                      </a:ext>
                    </a:extLst>
                  </p:cNvPr>
                  <p:cNvCxnSpPr/>
                  <p:nvPr/>
                </p:nvCxnSpPr>
                <p:spPr>
                  <a:xfrm flipV="1">
                    <a:off x="3407097" y="4068457"/>
                    <a:ext cx="0" cy="67946"/>
                  </a:xfrm>
                  <a:prstGeom prst="line">
                    <a:avLst/>
                  </a:prstGeom>
                  <a:noFill/>
                  <a:ln w="6350" cap="flat" cmpd="sng" algn="ctr">
                    <a:solidFill>
                      <a:srgbClr val="232F3E"/>
                    </a:solidFill>
                    <a:prstDash val="solid"/>
                    <a:miter lim="800000"/>
                  </a:ln>
                  <a:effectLst/>
                </p:spPr>
              </p:cxnSp>
              <p:cxnSp>
                <p:nvCxnSpPr>
                  <p:cNvPr id="89" name="Straight Connector 88">
                    <a:extLst>
                      <a:ext uri="{FF2B5EF4-FFF2-40B4-BE49-F238E27FC236}">
                        <a16:creationId xmlns:a16="http://schemas.microsoft.com/office/drawing/2014/main" id="{A4B47C6F-6397-BCA3-8BE8-10AA85ED40A4}"/>
                      </a:ext>
                      <a:ext uri="{C183D7F6-B498-43B3-948B-1728B52AA6E4}">
                        <adec:decorative xmlns:adec="http://schemas.microsoft.com/office/drawing/2017/decorative" val="1"/>
                      </a:ext>
                    </a:extLst>
                  </p:cNvPr>
                  <p:cNvCxnSpPr/>
                  <p:nvPr/>
                </p:nvCxnSpPr>
                <p:spPr>
                  <a:xfrm flipV="1">
                    <a:off x="3636528" y="4068457"/>
                    <a:ext cx="0" cy="67946"/>
                  </a:xfrm>
                  <a:prstGeom prst="line">
                    <a:avLst/>
                  </a:prstGeom>
                  <a:noFill/>
                  <a:ln w="6350" cap="flat" cmpd="sng" algn="ctr">
                    <a:solidFill>
                      <a:srgbClr val="232F3E"/>
                    </a:solidFill>
                    <a:prstDash val="solid"/>
                    <a:miter lim="800000"/>
                  </a:ln>
                  <a:effectLst/>
                </p:spPr>
              </p:cxnSp>
            </p:grpSp>
            <p:sp>
              <p:nvSpPr>
                <p:cNvPr id="18" name="Oval 17">
                  <a:extLst>
                    <a:ext uri="{FF2B5EF4-FFF2-40B4-BE49-F238E27FC236}">
                      <a16:creationId xmlns:a16="http://schemas.microsoft.com/office/drawing/2014/main" id="{DD8F385F-8E30-3E27-20CA-4D579BF78D3C}"/>
                    </a:ext>
                    <a:ext uri="{C183D7F6-B498-43B3-948B-1728B52AA6E4}">
                      <adec:decorative xmlns:adec="http://schemas.microsoft.com/office/drawing/2017/decorative" val="1"/>
                    </a:ext>
                  </a:extLst>
                </p:cNvPr>
                <p:cNvSpPr/>
                <p:nvPr/>
              </p:nvSpPr>
              <p:spPr>
                <a:xfrm>
                  <a:off x="3269940" y="3539865"/>
                  <a:ext cx="108338" cy="108338"/>
                </a:xfrm>
                <a:prstGeom prst="ellipse">
                  <a:avLst/>
                </a:prstGeom>
                <a:solidFill>
                  <a:srgbClr val="FFFFFF"/>
                </a:solidFill>
                <a:ln w="12700" cap="flat" cmpd="sng" algn="ctr">
                  <a:solidFill>
                    <a:srgbClr val="232F3E">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ea typeface="+mn-ea"/>
                    <a:cs typeface="+mn-cs"/>
                  </a:endParaRPr>
                </a:p>
              </p:txBody>
            </p:sp>
            <p:sp>
              <p:nvSpPr>
                <p:cNvPr id="19" name="Oval 18">
                  <a:extLst>
                    <a:ext uri="{FF2B5EF4-FFF2-40B4-BE49-F238E27FC236}">
                      <a16:creationId xmlns:a16="http://schemas.microsoft.com/office/drawing/2014/main" id="{1852BEAB-DC52-1C43-445C-2B89AF1188CC}"/>
                    </a:ext>
                    <a:ext uri="{C183D7F6-B498-43B3-948B-1728B52AA6E4}">
                      <adec:decorative xmlns:adec="http://schemas.microsoft.com/office/drawing/2017/decorative" val="1"/>
                    </a:ext>
                  </a:extLst>
                </p:cNvPr>
                <p:cNvSpPr/>
                <p:nvPr/>
              </p:nvSpPr>
              <p:spPr>
                <a:xfrm>
                  <a:off x="3963573" y="3450010"/>
                  <a:ext cx="108338" cy="108338"/>
                </a:xfrm>
                <a:prstGeom prst="ellipse">
                  <a:avLst/>
                </a:prstGeom>
                <a:solidFill>
                  <a:srgbClr val="FFFFFF"/>
                </a:solidFill>
                <a:ln w="12700" cap="flat" cmpd="sng" algn="ctr">
                  <a:solidFill>
                    <a:srgbClr val="232F3E">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ea typeface="+mn-ea"/>
                    <a:cs typeface="+mn-cs"/>
                  </a:endParaRPr>
                </a:p>
              </p:txBody>
            </p:sp>
            <p:sp>
              <p:nvSpPr>
                <p:cNvPr id="20" name="Oval 19">
                  <a:extLst>
                    <a:ext uri="{FF2B5EF4-FFF2-40B4-BE49-F238E27FC236}">
                      <a16:creationId xmlns:a16="http://schemas.microsoft.com/office/drawing/2014/main" id="{A3DA2AE6-B644-C895-FBD0-366580760705}"/>
                    </a:ext>
                    <a:ext uri="{C183D7F6-B498-43B3-948B-1728B52AA6E4}">
                      <adec:decorative xmlns:adec="http://schemas.microsoft.com/office/drawing/2017/decorative" val="1"/>
                    </a:ext>
                  </a:extLst>
                </p:cNvPr>
                <p:cNvSpPr/>
                <p:nvPr/>
              </p:nvSpPr>
              <p:spPr>
                <a:xfrm>
                  <a:off x="4417120" y="3546080"/>
                  <a:ext cx="108338" cy="108338"/>
                </a:xfrm>
                <a:prstGeom prst="ellipse">
                  <a:avLst/>
                </a:prstGeom>
                <a:solidFill>
                  <a:srgbClr val="FFFFFF"/>
                </a:solidFill>
                <a:ln w="12700" cap="flat" cmpd="sng" algn="ctr">
                  <a:solidFill>
                    <a:srgbClr val="232F3E">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ea typeface="+mn-ea"/>
                    <a:cs typeface="+mn-cs"/>
                  </a:endParaRPr>
                </a:p>
              </p:txBody>
            </p:sp>
            <p:sp>
              <p:nvSpPr>
                <p:cNvPr id="21" name="Oval 20">
                  <a:extLst>
                    <a:ext uri="{FF2B5EF4-FFF2-40B4-BE49-F238E27FC236}">
                      <a16:creationId xmlns:a16="http://schemas.microsoft.com/office/drawing/2014/main" id="{B6414A43-1B86-C8DC-3B1A-1AB6A20A475D}"/>
                    </a:ext>
                    <a:ext uri="{C183D7F6-B498-43B3-948B-1728B52AA6E4}">
                      <adec:decorative xmlns:adec="http://schemas.microsoft.com/office/drawing/2017/decorative" val="1"/>
                    </a:ext>
                  </a:extLst>
                </p:cNvPr>
                <p:cNvSpPr/>
                <p:nvPr/>
              </p:nvSpPr>
              <p:spPr>
                <a:xfrm>
                  <a:off x="4653272" y="3113331"/>
                  <a:ext cx="108338" cy="108338"/>
                </a:xfrm>
                <a:prstGeom prst="ellipse">
                  <a:avLst/>
                </a:prstGeom>
                <a:solidFill>
                  <a:srgbClr val="FFFFFF"/>
                </a:solidFill>
                <a:ln w="12700" cap="flat" cmpd="sng" algn="ctr">
                  <a:solidFill>
                    <a:srgbClr val="232F3E">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ea typeface="+mn-ea"/>
                    <a:cs typeface="+mn-cs"/>
                  </a:endParaRPr>
                </a:p>
              </p:txBody>
            </p:sp>
            <p:sp>
              <p:nvSpPr>
                <p:cNvPr id="22" name="Oval 21">
                  <a:extLst>
                    <a:ext uri="{FF2B5EF4-FFF2-40B4-BE49-F238E27FC236}">
                      <a16:creationId xmlns:a16="http://schemas.microsoft.com/office/drawing/2014/main" id="{A9F2C363-E509-03B3-E460-F396BA3A9C1B}"/>
                    </a:ext>
                    <a:ext uri="{C183D7F6-B498-43B3-948B-1728B52AA6E4}">
                      <adec:decorative xmlns:adec="http://schemas.microsoft.com/office/drawing/2017/decorative" val="1"/>
                    </a:ext>
                  </a:extLst>
                </p:cNvPr>
                <p:cNvSpPr/>
                <p:nvPr/>
              </p:nvSpPr>
              <p:spPr>
                <a:xfrm>
                  <a:off x="4881545" y="3218654"/>
                  <a:ext cx="108338" cy="108338"/>
                </a:xfrm>
                <a:prstGeom prst="ellipse">
                  <a:avLst/>
                </a:prstGeom>
                <a:solidFill>
                  <a:srgbClr val="FFFFFF"/>
                </a:solidFill>
                <a:ln w="12700" cap="flat" cmpd="sng" algn="ctr">
                  <a:solidFill>
                    <a:srgbClr val="232F3E">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ea typeface="+mn-ea"/>
                    <a:cs typeface="+mn-cs"/>
                  </a:endParaRPr>
                </a:p>
              </p:txBody>
            </p:sp>
            <p:grpSp>
              <p:nvGrpSpPr>
                <p:cNvPr id="23" name="Group 22">
                  <a:extLst>
                    <a:ext uri="{FF2B5EF4-FFF2-40B4-BE49-F238E27FC236}">
                      <a16:creationId xmlns:a16="http://schemas.microsoft.com/office/drawing/2014/main" id="{678D0CBB-320E-3E8A-9363-EAE3403F82E8}"/>
                    </a:ext>
                  </a:extLst>
                </p:cNvPr>
                <p:cNvGrpSpPr/>
                <p:nvPr/>
              </p:nvGrpSpPr>
              <p:grpSpPr>
                <a:xfrm>
                  <a:off x="5622603" y="4555346"/>
                  <a:ext cx="2986122" cy="67946"/>
                  <a:chOff x="654545" y="4068457"/>
                  <a:chExt cx="2986122" cy="67946"/>
                </a:xfrm>
              </p:grpSpPr>
              <p:cxnSp>
                <p:nvCxnSpPr>
                  <p:cNvPr id="64" name="Straight Connector 63">
                    <a:extLst>
                      <a:ext uri="{FF2B5EF4-FFF2-40B4-BE49-F238E27FC236}">
                        <a16:creationId xmlns:a16="http://schemas.microsoft.com/office/drawing/2014/main" id="{377BA64C-789F-8EAF-15F5-A00FE41625B1}"/>
                      </a:ext>
                      <a:ext uri="{C183D7F6-B498-43B3-948B-1728B52AA6E4}">
                        <adec:decorative xmlns:adec="http://schemas.microsoft.com/office/drawing/2017/decorative" val="1"/>
                      </a:ext>
                    </a:extLst>
                  </p:cNvPr>
                  <p:cNvCxnSpPr/>
                  <p:nvPr/>
                </p:nvCxnSpPr>
                <p:spPr>
                  <a:xfrm>
                    <a:off x="654545" y="4136403"/>
                    <a:ext cx="2986122" cy="0"/>
                  </a:xfrm>
                  <a:prstGeom prst="line">
                    <a:avLst/>
                  </a:prstGeom>
                  <a:noFill/>
                  <a:ln w="6350" cap="flat" cmpd="sng" algn="ctr">
                    <a:solidFill>
                      <a:srgbClr val="232F3E"/>
                    </a:solidFill>
                    <a:prstDash val="solid"/>
                    <a:miter lim="800000"/>
                  </a:ln>
                  <a:effectLst/>
                </p:spPr>
              </p:cxnSp>
              <p:cxnSp>
                <p:nvCxnSpPr>
                  <p:cNvPr id="65" name="Straight Connector 64">
                    <a:extLst>
                      <a:ext uri="{FF2B5EF4-FFF2-40B4-BE49-F238E27FC236}">
                        <a16:creationId xmlns:a16="http://schemas.microsoft.com/office/drawing/2014/main" id="{1A691B13-36D9-54F5-C756-C1EC0325502B}"/>
                      </a:ext>
                      <a:ext uri="{C183D7F6-B498-43B3-948B-1728B52AA6E4}">
                        <adec:decorative xmlns:adec="http://schemas.microsoft.com/office/drawing/2017/decorative" val="1"/>
                      </a:ext>
                    </a:extLst>
                  </p:cNvPr>
                  <p:cNvCxnSpPr/>
                  <p:nvPr/>
                </p:nvCxnSpPr>
                <p:spPr>
                  <a:xfrm flipV="1">
                    <a:off x="883301" y="4068457"/>
                    <a:ext cx="0" cy="67946"/>
                  </a:xfrm>
                  <a:prstGeom prst="line">
                    <a:avLst/>
                  </a:prstGeom>
                  <a:noFill/>
                  <a:ln w="6350" cap="flat" cmpd="sng" algn="ctr">
                    <a:solidFill>
                      <a:srgbClr val="232F3E"/>
                    </a:solidFill>
                    <a:prstDash val="solid"/>
                    <a:miter lim="800000"/>
                  </a:ln>
                  <a:effectLst/>
                </p:spPr>
              </p:cxnSp>
              <p:cxnSp>
                <p:nvCxnSpPr>
                  <p:cNvPr id="66" name="Straight Connector 65">
                    <a:extLst>
                      <a:ext uri="{FF2B5EF4-FFF2-40B4-BE49-F238E27FC236}">
                        <a16:creationId xmlns:a16="http://schemas.microsoft.com/office/drawing/2014/main" id="{C256EBF0-84D8-E9A0-39C5-7C5970183F4E}"/>
                      </a:ext>
                      <a:ext uri="{C183D7F6-B498-43B3-948B-1728B52AA6E4}">
                        <adec:decorative xmlns:adec="http://schemas.microsoft.com/office/drawing/2017/decorative" val="1"/>
                      </a:ext>
                    </a:extLst>
                  </p:cNvPr>
                  <p:cNvCxnSpPr/>
                  <p:nvPr/>
                </p:nvCxnSpPr>
                <p:spPr>
                  <a:xfrm flipV="1">
                    <a:off x="1112737" y="4068457"/>
                    <a:ext cx="0" cy="67946"/>
                  </a:xfrm>
                  <a:prstGeom prst="line">
                    <a:avLst/>
                  </a:prstGeom>
                  <a:noFill/>
                  <a:ln w="6350" cap="flat" cmpd="sng" algn="ctr">
                    <a:solidFill>
                      <a:srgbClr val="232F3E"/>
                    </a:solidFill>
                    <a:prstDash val="solid"/>
                    <a:miter lim="800000"/>
                  </a:ln>
                  <a:effectLst/>
                </p:spPr>
              </p:cxnSp>
              <p:cxnSp>
                <p:nvCxnSpPr>
                  <p:cNvPr id="67" name="Straight Connector 66">
                    <a:extLst>
                      <a:ext uri="{FF2B5EF4-FFF2-40B4-BE49-F238E27FC236}">
                        <a16:creationId xmlns:a16="http://schemas.microsoft.com/office/drawing/2014/main" id="{202823DA-A075-80C4-F9D6-4FAE785A34C7}"/>
                      </a:ext>
                      <a:ext uri="{C183D7F6-B498-43B3-948B-1728B52AA6E4}">
                        <adec:decorative xmlns:adec="http://schemas.microsoft.com/office/drawing/2017/decorative" val="1"/>
                      </a:ext>
                    </a:extLst>
                  </p:cNvPr>
                  <p:cNvCxnSpPr/>
                  <p:nvPr/>
                </p:nvCxnSpPr>
                <p:spPr>
                  <a:xfrm flipV="1">
                    <a:off x="1342173" y="4068457"/>
                    <a:ext cx="0" cy="67946"/>
                  </a:xfrm>
                  <a:prstGeom prst="line">
                    <a:avLst/>
                  </a:prstGeom>
                  <a:noFill/>
                  <a:ln w="6350" cap="flat" cmpd="sng" algn="ctr">
                    <a:solidFill>
                      <a:srgbClr val="232F3E"/>
                    </a:solidFill>
                    <a:prstDash val="solid"/>
                    <a:miter lim="800000"/>
                  </a:ln>
                  <a:effectLst/>
                </p:spPr>
              </p:cxnSp>
              <p:cxnSp>
                <p:nvCxnSpPr>
                  <p:cNvPr id="68" name="Straight Connector 67">
                    <a:extLst>
                      <a:ext uri="{FF2B5EF4-FFF2-40B4-BE49-F238E27FC236}">
                        <a16:creationId xmlns:a16="http://schemas.microsoft.com/office/drawing/2014/main" id="{724EA3B5-984B-DD76-9714-A9A2EFF0A5F9}"/>
                      </a:ext>
                      <a:ext uri="{C183D7F6-B498-43B3-948B-1728B52AA6E4}">
                        <adec:decorative xmlns:adec="http://schemas.microsoft.com/office/drawing/2017/decorative" val="1"/>
                      </a:ext>
                    </a:extLst>
                  </p:cNvPr>
                  <p:cNvCxnSpPr/>
                  <p:nvPr/>
                </p:nvCxnSpPr>
                <p:spPr>
                  <a:xfrm flipV="1">
                    <a:off x="1571609" y="4068457"/>
                    <a:ext cx="0" cy="67946"/>
                  </a:xfrm>
                  <a:prstGeom prst="line">
                    <a:avLst/>
                  </a:prstGeom>
                  <a:noFill/>
                  <a:ln w="6350" cap="flat" cmpd="sng" algn="ctr">
                    <a:solidFill>
                      <a:srgbClr val="232F3E"/>
                    </a:solidFill>
                    <a:prstDash val="solid"/>
                    <a:miter lim="800000"/>
                  </a:ln>
                  <a:effectLst/>
                </p:spPr>
              </p:cxnSp>
              <p:cxnSp>
                <p:nvCxnSpPr>
                  <p:cNvPr id="69" name="Straight Connector 68">
                    <a:extLst>
                      <a:ext uri="{FF2B5EF4-FFF2-40B4-BE49-F238E27FC236}">
                        <a16:creationId xmlns:a16="http://schemas.microsoft.com/office/drawing/2014/main" id="{9D32DFB8-891F-649C-FDAC-343DF18D48B8}"/>
                      </a:ext>
                      <a:ext uri="{C183D7F6-B498-43B3-948B-1728B52AA6E4}">
                        <adec:decorative xmlns:adec="http://schemas.microsoft.com/office/drawing/2017/decorative" val="1"/>
                      </a:ext>
                    </a:extLst>
                  </p:cNvPr>
                  <p:cNvCxnSpPr/>
                  <p:nvPr/>
                </p:nvCxnSpPr>
                <p:spPr>
                  <a:xfrm flipV="1">
                    <a:off x="1801045" y="4068457"/>
                    <a:ext cx="0" cy="67946"/>
                  </a:xfrm>
                  <a:prstGeom prst="line">
                    <a:avLst/>
                  </a:prstGeom>
                  <a:noFill/>
                  <a:ln w="6350" cap="flat" cmpd="sng" algn="ctr">
                    <a:solidFill>
                      <a:srgbClr val="232F3E"/>
                    </a:solidFill>
                    <a:prstDash val="solid"/>
                    <a:miter lim="800000"/>
                  </a:ln>
                  <a:effectLst/>
                </p:spPr>
              </p:cxnSp>
              <p:cxnSp>
                <p:nvCxnSpPr>
                  <p:cNvPr id="70" name="Straight Connector 69">
                    <a:extLst>
                      <a:ext uri="{FF2B5EF4-FFF2-40B4-BE49-F238E27FC236}">
                        <a16:creationId xmlns:a16="http://schemas.microsoft.com/office/drawing/2014/main" id="{E537E71C-00EC-C2A1-F867-AC633B328407}"/>
                      </a:ext>
                      <a:ext uri="{C183D7F6-B498-43B3-948B-1728B52AA6E4}">
                        <adec:decorative xmlns:adec="http://schemas.microsoft.com/office/drawing/2017/decorative" val="1"/>
                      </a:ext>
                    </a:extLst>
                  </p:cNvPr>
                  <p:cNvCxnSpPr/>
                  <p:nvPr/>
                </p:nvCxnSpPr>
                <p:spPr>
                  <a:xfrm flipV="1">
                    <a:off x="2030481" y="4068457"/>
                    <a:ext cx="0" cy="67946"/>
                  </a:xfrm>
                  <a:prstGeom prst="line">
                    <a:avLst/>
                  </a:prstGeom>
                  <a:noFill/>
                  <a:ln w="6350" cap="flat" cmpd="sng" algn="ctr">
                    <a:solidFill>
                      <a:srgbClr val="232F3E"/>
                    </a:solidFill>
                    <a:prstDash val="solid"/>
                    <a:miter lim="800000"/>
                  </a:ln>
                  <a:effectLst/>
                </p:spPr>
              </p:cxnSp>
              <p:cxnSp>
                <p:nvCxnSpPr>
                  <p:cNvPr id="71" name="Straight Connector 70">
                    <a:extLst>
                      <a:ext uri="{FF2B5EF4-FFF2-40B4-BE49-F238E27FC236}">
                        <a16:creationId xmlns:a16="http://schemas.microsoft.com/office/drawing/2014/main" id="{035201BC-96FD-902A-9745-B0DB6570D845}"/>
                      </a:ext>
                      <a:ext uri="{C183D7F6-B498-43B3-948B-1728B52AA6E4}">
                        <adec:decorative xmlns:adec="http://schemas.microsoft.com/office/drawing/2017/decorative" val="1"/>
                      </a:ext>
                    </a:extLst>
                  </p:cNvPr>
                  <p:cNvCxnSpPr/>
                  <p:nvPr/>
                </p:nvCxnSpPr>
                <p:spPr>
                  <a:xfrm flipV="1">
                    <a:off x="2259917" y="4068457"/>
                    <a:ext cx="0" cy="67946"/>
                  </a:xfrm>
                  <a:prstGeom prst="line">
                    <a:avLst/>
                  </a:prstGeom>
                  <a:noFill/>
                  <a:ln w="6350" cap="flat" cmpd="sng" algn="ctr">
                    <a:solidFill>
                      <a:srgbClr val="232F3E"/>
                    </a:solidFill>
                    <a:prstDash val="solid"/>
                    <a:miter lim="800000"/>
                  </a:ln>
                  <a:effectLst/>
                </p:spPr>
              </p:cxnSp>
              <p:cxnSp>
                <p:nvCxnSpPr>
                  <p:cNvPr id="72" name="Straight Connector 71">
                    <a:extLst>
                      <a:ext uri="{FF2B5EF4-FFF2-40B4-BE49-F238E27FC236}">
                        <a16:creationId xmlns:a16="http://schemas.microsoft.com/office/drawing/2014/main" id="{A6040AAC-0553-1305-D79B-924B8A130BE7}"/>
                      </a:ext>
                      <a:ext uri="{C183D7F6-B498-43B3-948B-1728B52AA6E4}">
                        <adec:decorative xmlns:adec="http://schemas.microsoft.com/office/drawing/2017/decorative" val="1"/>
                      </a:ext>
                    </a:extLst>
                  </p:cNvPr>
                  <p:cNvCxnSpPr/>
                  <p:nvPr/>
                </p:nvCxnSpPr>
                <p:spPr>
                  <a:xfrm flipV="1">
                    <a:off x="2489353" y="4068457"/>
                    <a:ext cx="0" cy="67946"/>
                  </a:xfrm>
                  <a:prstGeom prst="line">
                    <a:avLst/>
                  </a:prstGeom>
                  <a:noFill/>
                  <a:ln w="6350" cap="flat" cmpd="sng" algn="ctr">
                    <a:solidFill>
                      <a:srgbClr val="232F3E"/>
                    </a:solidFill>
                    <a:prstDash val="solid"/>
                    <a:miter lim="800000"/>
                  </a:ln>
                  <a:effectLst/>
                </p:spPr>
              </p:cxnSp>
              <p:cxnSp>
                <p:nvCxnSpPr>
                  <p:cNvPr id="73" name="Straight Connector 72">
                    <a:extLst>
                      <a:ext uri="{FF2B5EF4-FFF2-40B4-BE49-F238E27FC236}">
                        <a16:creationId xmlns:a16="http://schemas.microsoft.com/office/drawing/2014/main" id="{54B4292F-1EFB-189E-C048-B0C1AD56574B}"/>
                      </a:ext>
                      <a:ext uri="{C183D7F6-B498-43B3-948B-1728B52AA6E4}">
                        <adec:decorative xmlns:adec="http://schemas.microsoft.com/office/drawing/2017/decorative" val="1"/>
                      </a:ext>
                    </a:extLst>
                  </p:cNvPr>
                  <p:cNvCxnSpPr/>
                  <p:nvPr/>
                </p:nvCxnSpPr>
                <p:spPr>
                  <a:xfrm flipV="1">
                    <a:off x="2718789" y="4068457"/>
                    <a:ext cx="0" cy="67946"/>
                  </a:xfrm>
                  <a:prstGeom prst="line">
                    <a:avLst/>
                  </a:prstGeom>
                  <a:noFill/>
                  <a:ln w="6350" cap="flat" cmpd="sng" algn="ctr">
                    <a:solidFill>
                      <a:srgbClr val="232F3E"/>
                    </a:solidFill>
                    <a:prstDash val="solid"/>
                    <a:miter lim="800000"/>
                  </a:ln>
                  <a:effectLst/>
                </p:spPr>
              </p:cxnSp>
              <p:cxnSp>
                <p:nvCxnSpPr>
                  <p:cNvPr id="74" name="Straight Connector 73">
                    <a:extLst>
                      <a:ext uri="{FF2B5EF4-FFF2-40B4-BE49-F238E27FC236}">
                        <a16:creationId xmlns:a16="http://schemas.microsoft.com/office/drawing/2014/main" id="{95F0AA56-AD05-F561-93CD-D1291EE845BD}"/>
                      </a:ext>
                      <a:ext uri="{C183D7F6-B498-43B3-948B-1728B52AA6E4}">
                        <adec:decorative xmlns:adec="http://schemas.microsoft.com/office/drawing/2017/decorative" val="1"/>
                      </a:ext>
                    </a:extLst>
                  </p:cNvPr>
                  <p:cNvCxnSpPr/>
                  <p:nvPr/>
                </p:nvCxnSpPr>
                <p:spPr>
                  <a:xfrm flipV="1">
                    <a:off x="2948225" y="4068457"/>
                    <a:ext cx="0" cy="67946"/>
                  </a:xfrm>
                  <a:prstGeom prst="line">
                    <a:avLst/>
                  </a:prstGeom>
                  <a:noFill/>
                  <a:ln w="6350" cap="flat" cmpd="sng" algn="ctr">
                    <a:solidFill>
                      <a:srgbClr val="232F3E"/>
                    </a:solidFill>
                    <a:prstDash val="solid"/>
                    <a:miter lim="800000"/>
                  </a:ln>
                  <a:effectLst/>
                </p:spPr>
              </p:cxnSp>
              <p:cxnSp>
                <p:nvCxnSpPr>
                  <p:cNvPr id="75" name="Straight Connector 74">
                    <a:extLst>
                      <a:ext uri="{FF2B5EF4-FFF2-40B4-BE49-F238E27FC236}">
                        <a16:creationId xmlns:a16="http://schemas.microsoft.com/office/drawing/2014/main" id="{8DCD9172-A8B1-10CC-716B-BE908386017F}"/>
                      </a:ext>
                      <a:ext uri="{C183D7F6-B498-43B3-948B-1728B52AA6E4}">
                        <adec:decorative xmlns:adec="http://schemas.microsoft.com/office/drawing/2017/decorative" val="1"/>
                      </a:ext>
                    </a:extLst>
                  </p:cNvPr>
                  <p:cNvCxnSpPr/>
                  <p:nvPr/>
                </p:nvCxnSpPr>
                <p:spPr>
                  <a:xfrm flipV="1">
                    <a:off x="3177661" y="4068457"/>
                    <a:ext cx="0" cy="67946"/>
                  </a:xfrm>
                  <a:prstGeom prst="line">
                    <a:avLst/>
                  </a:prstGeom>
                  <a:noFill/>
                  <a:ln w="6350" cap="flat" cmpd="sng" algn="ctr">
                    <a:solidFill>
                      <a:srgbClr val="232F3E"/>
                    </a:solidFill>
                    <a:prstDash val="solid"/>
                    <a:miter lim="800000"/>
                  </a:ln>
                  <a:effectLst/>
                </p:spPr>
              </p:cxnSp>
            </p:grpSp>
            <p:grpSp>
              <p:nvGrpSpPr>
                <p:cNvPr id="24" name="Group 23">
                  <a:extLst>
                    <a:ext uri="{FF2B5EF4-FFF2-40B4-BE49-F238E27FC236}">
                      <a16:creationId xmlns:a16="http://schemas.microsoft.com/office/drawing/2014/main" id="{B30A29B3-A53F-8853-14FC-E45E1A25D28C}"/>
                    </a:ext>
                  </a:extLst>
                </p:cNvPr>
                <p:cNvGrpSpPr/>
                <p:nvPr/>
              </p:nvGrpSpPr>
              <p:grpSpPr>
                <a:xfrm>
                  <a:off x="2706821" y="4605962"/>
                  <a:ext cx="2897212" cy="338554"/>
                  <a:chOff x="2706821" y="4605962"/>
                  <a:chExt cx="2897212" cy="338554"/>
                </a:xfrm>
              </p:grpSpPr>
              <p:sp>
                <p:nvSpPr>
                  <p:cNvPr id="52" name="TextBox 51">
                    <a:extLst>
                      <a:ext uri="{FF2B5EF4-FFF2-40B4-BE49-F238E27FC236}">
                        <a16:creationId xmlns:a16="http://schemas.microsoft.com/office/drawing/2014/main" id="{FD755CA9-1882-7FD2-05CF-2841CFA1CDB8}"/>
                      </a:ext>
                    </a:extLst>
                  </p:cNvPr>
                  <p:cNvSpPr txBox="1"/>
                  <p:nvPr/>
                </p:nvSpPr>
                <p:spPr>
                  <a:xfrm>
                    <a:off x="2706821" y="4605962"/>
                    <a:ext cx="304892" cy="338554"/>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ea typeface="Amazon Ember Light" panose="020B0403020204020204" pitchFamily="34" charset="0"/>
                        <a:cs typeface="Amazon Ember Light" panose="020B0403020204020204" pitchFamily="34" charset="0"/>
                      </a:rPr>
                      <a:t>1</a:t>
                    </a:r>
                  </a:p>
                </p:txBody>
              </p:sp>
              <p:sp>
                <p:nvSpPr>
                  <p:cNvPr id="53" name="TextBox 52">
                    <a:extLst>
                      <a:ext uri="{FF2B5EF4-FFF2-40B4-BE49-F238E27FC236}">
                        <a16:creationId xmlns:a16="http://schemas.microsoft.com/office/drawing/2014/main" id="{9EF91F42-CDF4-384A-0AF4-A1E5C11A1DFE}"/>
                      </a:ext>
                    </a:extLst>
                  </p:cNvPr>
                  <p:cNvSpPr txBox="1"/>
                  <p:nvPr/>
                </p:nvSpPr>
                <p:spPr>
                  <a:xfrm>
                    <a:off x="2946878" y="4605962"/>
                    <a:ext cx="304892" cy="338554"/>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ea typeface="Amazon Ember Light" panose="020B0403020204020204" pitchFamily="34" charset="0"/>
                        <a:cs typeface="Amazon Ember Light" panose="020B0403020204020204" pitchFamily="34" charset="0"/>
                      </a:rPr>
                      <a:t>2</a:t>
                    </a:r>
                  </a:p>
                </p:txBody>
              </p:sp>
              <p:sp>
                <p:nvSpPr>
                  <p:cNvPr id="54" name="TextBox 53">
                    <a:extLst>
                      <a:ext uri="{FF2B5EF4-FFF2-40B4-BE49-F238E27FC236}">
                        <a16:creationId xmlns:a16="http://schemas.microsoft.com/office/drawing/2014/main" id="{24C6F1EF-AC89-D40F-30AB-7341275DE6C5}"/>
                      </a:ext>
                    </a:extLst>
                  </p:cNvPr>
                  <p:cNvSpPr txBox="1"/>
                  <p:nvPr/>
                </p:nvSpPr>
                <p:spPr>
                  <a:xfrm>
                    <a:off x="3177634" y="4605962"/>
                    <a:ext cx="304892" cy="338554"/>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ea typeface="Amazon Ember Light" panose="020B0403020204020204" pitchFamily="34" charset="0"/>
                        <a:cs typeface="Amazon Ember Light" panose="020B0403020204020204" pitchFamily="34" charset="0"/>
                      </a:rPr>
                      <a:t>3</a:t>
                    </a:r>
                  </a:p>
                </p:txBody>
              </p:sp>
              <p:sp>
                <p:nvSpPr>
                  <p:cNvPr id="55" name="TextBox 54">
                    <a:extLst>
                      <a:ext uri="{FF2B5EF4-FFF2-40B4-BE49-F238E27FC236}">
                        <a16:creationId xmlns:a16="http://schemas.microsoft.com/office/drawing/2014/main" id="{F2455260-4359-ADB6-B9ED-AF1FD6A4B04B}"/>
                      </a:ext>
                    </a:extLst>
                  </p:cNvPr>
                  <p:cNvSpPr txBox="1"/>
                  <p:nvPr/>
                </p:nvSpPr>
                <p:spPr>
                  <a:xfrm>
                    <a:off x="3401099" y="4605962"/>
                    <a:ext cx="304892" cy="338554"/>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ea typeface="Amazon Ember Light" panose="020B0403020204020204" pitchFamily="34" charset="0"/>
                        <a:cs typeface="Amazon Ember Light" panose="020B0403020204020204" pitchFamily="34" charset="0"/>
                      </a:rPr>
                      <a:t>4</a:t>
                    </a:r>
                  </a:p>
                </p:txBody>
              </p:sp>
              <p:sp>
                <p:nvSpPr>
                  <p:cNvPr id="56" name="TextBox 55">
                    <a:extLst>
                      <a:ext uri="{FF2B5EF4-FFF2-40B4-BE49-F238E27FC236}">
                        <a16:creationId xmlns:a16="http://schemas.microsoft.com/office/drawing/2014/main" id="{5365036E-4C00-EE6D-C270-7A812FB8341F}"/>
                      </a:ext>
                    </a:extLst>
                  </p:cNvPr>
                  <p:cNvSpPr txBox="1"/>
                  <p:nvPr/>
                </p:nvSpPr>
                <p:spPr>
                  <a:xfrm>
                    <a:off x="3633593" y="4605962"/>
                    <a:ext cx="304892" cy="338554"/>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ea typeface="Amazon Ember Light" panose="020B0403020204020204" pitchFamily="34" charset="0"/>
                        <a:cs typeface="Amazon Ember Light" panose="020B0403020204020204" pitchFamily="34" charset="0"/>
                      </a:rPr>
                      <a:t>5</a:t>
                    </a:r>
                  </a:p>
                </p:txBody>
              </p:sp>
              <p:sp>
                <p:nvSpPr>
                  <p:cNvPr id="57" name="TextBox 56">
                    <a:extLst>
                      <a:ext uri="{FF2B5EF4-FFF2-40B4-BE49-F238E27FC236}">
                        <a16:creationId xmlns:a16="http://schemas.microsoft.com/office/drawing/2014/main" id="{C94C225C-C2F8-BBEE-F180-8BC3BBD30A1A}"/>
                      </a:ext>
                    </a:extLst>
                  </p:cNvPr>
                  <p:cNvSpPr txBox="1"/>
                  <p:nvPr/>
                </p:nvSpPr>
                <p:spPr>
                  <a:xfrm>
                    <a:off x="3855264" y="4605962"/>
                    <a:ext cx="304892" cy="338554"/>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ea typeface="Amazon Ember Light" panose="020B0403020204020204" pitchFamily="34" charset="0"/>
                        <a:cs typeface="Amazon Ember Light" panose="020B0403020204020204" pitchFamily="34" charset="0"/>
                      </a:rPr>
                      <a:t>6</a:t>
                    </a:r>
                  </a:p>
                </p:txBody>
              </p:sp>
              <p:sp>
                <p:nvSpPr>
                  <p:cNvPr id="58" name="TextBox 57">
                    <a:extLst>
                      <a:ext uri="{FF2B5EF4-FFF2-40B4-BE49-F238E27FC236}">
                        <a16:creationId xmlns:a16="http://schemas.microsoft.com/office/drawing/2014/main" id="{3CCFD215-B64C-54B0-0F2C-DF8E9381A936}"/>
                      </a:ext>
                    </a:extLst>
                  </p:cNvPr>
                  <p:cNvSpPr txBox="1"/>
                  <p:nvPr/>
                </p:nvSpPr>
                <p:spPr>
                  <a:xfrm>
                    <a:off x="4089407" y="4605962"/>
                    <a:ext cx="304892" cy="338554"/>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ea typeface="Amazon Ember Light" panose="020B0403020204020204" pitchFamily="34" charset="0"/>
                        <a:cs typeface="Amazon Ember Light" panose="020B0403020204020204" pitchFamily="34" charset="0"/>
                      </a:rPr>
                      <a:t>7</a:t>
                    </a:r>
                  </a:p>
                </p:txBody>
              </p:sp>
              <p:sp>
                <p:nvSpPr>
                  <p:cNvPr id="59" name="TextBox 58">
                    <a:extLst>
                      <a:ext uri="{FF2B5EF4-FFF2-40B4-BE49-F238E27FC236}">
                        <a16:creationId xmlns:a16="http://schemas.microsoft.com/office/drawing/2014/main" id="{DE2BBE95-2F74-E24B-D394-9AF22BB0CA13}"/>
                      </a:ext>
                    </a:extLst>
                  </p:cNvPr>
                  <p:cNvSpPr txBox="1"/>
                  <p:nvPr/>
                </p:nvSpPr>
                <p:spPr>
                  <a:xfrm>
                    <a:off x="4319959" y="4605962"/>
                    <a:ext cx="304892" cy="338554"/>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ea typeface="Amazon Ember Light" panose="020B0403020204020204" pitchFamily="34" charset="0"/>
                        <a:cs typeface="Amazon Ember Light" panose="020B0403020204020204" pitchFamily="34" charset="0"/>
                      </a:rPr>
                      <a:t>8</a:t>
                    </a:r>
                  </a:p>
                </p:txBody>
              </p:sp>
              <p:sp>
                <p:nvSpPr>
                  <p:cNvPr id="60" name="TextBox 59">
                    <a:extLst>
                      <a:ext uri="{FF2B5EF4-FFF2-40B4-BE49-F238E27FC236}">
                        <a16:creationId xmlns:a16="http://schemas.microsoft.com/office/drawing/2014/main" id="{34299293-91E8-935B-81C2-F7B8C17F5E91}"/>
                      </a:ext>
                    </a:extLst>
                  </p:cNvPr>
                  <p:cNvSpPr txBox="1"/>
                  <p:nvPr/>
                </p:nvSpPr>
                <p:spPr>
                  <a:xfrm>
                    <a:off x="4553363" y="4605962"/>
                    <a:ext cx="304892" cy="338554"/>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ea typeface="Amazon Ember Light" panose="020B0403020204020204" pitchFamily="34" charset="0"/>
                        <a:cs typeface="Amazon Ember Light" panose="020B0403020204020204" pitchFamily="34" charset="0"/>
                      </a:rPr>
                      <a:t>9</a:t>
                    </a:r>
                  </a:p>
                </p:txBody>
              </p:sp>
              <p:sp>
                <p:nvSpPr>
                  <p:cNvPr id="61" name="TextBox 60">
                    <a:extLst>
                      <a:ext uri="{FF2B5EF4-FFF2-40B4-BE49-F238E27FC236}">
                        <a16:creationId xmlns:a16="http://schemas.microsoft.com/office/drawing/2014/main" id="{950D49EF-AEA8-39E8-73CE-AD3B90500AD8}"/>
                      </a:ext>
                    </a:extLst>
                  </p:cNvPr>
                  <p:cNvSpPr txBox="1"/>
                  <p:nvPr/>
                </p:nvSpPr>
                <p:spPr>
                  <a:xfrm>
                    <a:off x="4724080" y="4605962"/>
                    <a:ext cx="425117" cy="338554"/>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ea typeface="Amazon Ember Light" panose="020B0403020204020204" pitchFamily="34" charset="0"/>
                        <a:cs typeface="Amazon Ember Light" panose="020B0403020204020204" pitchFamily="34" charset="0"/>
                      </a:rPr>
                      <a:t>10</a:t>
                    </a:r>
                  </a:p>
                </p:txBody>
              </p:sp>
              <p:sp>
                <p:nvSpPr>
                  <p:cNvPr id="62" name="TextBox 61">
                    <a:extLst>
                      <a:ext uri="{FF2B5EF4-FFF2-40B4-BE49-F238E27FC236}">
                        <a16:creationId xmlns:a16="http://schemas.microsoft.com/office/drawing/2014/main" id="{3863355A-CD47-2C0A-4351-210E858C2ACC}"/>
                      </a:ext>
                    </a:extLst>
                  </p:cNvPr>
                  <p:cNvSpPr txBox="1"/>
                  <p:nvPr/>
                </p:nvSpPr>
                <p:spPr>
                  <a:xfrm>
                    <a:off x="4950160" y="4605962"/>
                    <a:ext cx="425117" cy="338554"/>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ea typeface="Amazon Ember Light" panose="020B0403020204020204" pitchFamily="34" charset="0"/>
                        <a:cs typeface="Amazon Ember Light" panose="020B0403020204020204" pitchFamily="34" charset="0"/>
                      </a:rPr>
                      <a:t>11</a:t>
                    </a:r>
                  </a:p>
                </p:txBody>
              </p:sp>
              <p:sp>
                <p:nvSpPr>
                  <p:cNvPr id="63" name="TextBox 62">
                    <a:extLst>
                      <a:ext uri="{FF2B5EF4-FFF2-40B4-BE49-F238E27FC236}">
                        <a16:creationId xmlns:a16="http://schemas.microsoft.com/office/drawing/2014/main" id="{C4C67A13-32AA-9D61-CEB1-77701B56A262}"/>
                      </a:ext>
                    </a:extLst>
                  </p:cNvPr>
                  <p:cNvSpPr txBox="1"/>
                  <p:nvPr/>
                </p:nvSpPr>
                <p:spPr>
                  <a:xfrm>
                    <a:off x="5178916" y="4605962"/>
                    <a:ext cx="425117" cy="338554"/>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ea typeface="Amazon Ember Light" panose="020B0403020204020204" pitchFamily="34" charset="0"/>
                        <a:cs typeface="Amazon Ember Light" panose="020B0403020204020204" pitchFamily="34" charset="0"/>
                      </a:rPr>
                      <a:t>12</a:t>
                    </a:r>
                  </a:p>
                </p:txBody>
              </p:sp>
            </p:grpSp>
            <p:grpSp>
              <p:nvGrpSpPr>
                <p:cNvPr id="25" name="Group 24">
                  <a:extLst>
                    <a:ext uri="{FF2B5EF4-FFF2-40B4-BE49-F238E27FC236}">
                      <a16:creationId xmlns:a16="http://schemas.microsoft.com/office/drawing/2014/main" id="{06BFF6CA-A89E-0FBE-3A4B-AC10E392B647}"/>
                    </a:ext>
                  </a:extLst>
                </p:cNvPr>
                <p:cNvGrpSpPr/>
                <p:nvPr/>
              </p:nvGrpSpPr>
              <p:grpSpPr>
                <a:xfrm>
                  <a:off x="5467181" y="4605962"/>
                  <a:ext cx="2897212" cy="338554"/>
                  <a:chOff x="2706821" y="4603968"/>
                  <a:chExt cx="2897212" cy="338554"/>
                </a:xfrm>
              </p:grpSpPr>
              <p:sp>
                <p:nvSpPr>
                  <p:cNvPr id="40" name="TextBox 39">
                    <a:extLst>
                      <a:ext uri="{FF2B5EF4-FFF2-40B4-BE49-F238E27FC236}">
                        <a16:creationId xmlns:a16="http://schemas.microsoft.com/office/drawing/2014/main" id="{18CE2D4E-1C2F-279B-FCEA-181A234EEA8C}"/>
                      </a:ext>
                    </a:extLst>
                  </p:cNvPr>
                  <p:cNvSpPr txBox="1"/>
                  <p:nvPr/>
                </p:nvSpPr>
                <p:spPr>
                  <a:xfrm>
                    <a:off x="2706821" y="4603968"/>
                    <a:ext cx="304892" cy="338554"/>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ea typeface="Amazon Ember Light" panose="020B0403020204020204" pitchFamily="34" charset="0"/>
                        <a:cs typeface="Amazon Ember Light" panose="020B0403020204020204" pitchFamily="34" charset="0"/>
                      </a:rPr>
                      <a:t>1</a:t>
                    </a:r>
                  </a:p>
                </p:txBody>
              </p:sp>
              <p:sp>
                <p:nvSpPr>
                  <p:cNvPr id="41" name="TextBox 40">
                    <a:extLst>
                      <a:ext uri="{FF2B5EF4-FFF2-40B4-BE49-F238E27FC236}">
                        <a16:creationId xmlns:a16="http://schemas.microsoft.com/office/drawing/2014/main" id="{1D473DC1-330A-2F82-DD01-113EAEE3AEE9}"/>
                      </a:ext>
                    </a:extLst>
                  </p:cNvPr>
                  <p:cNvSpPr txBox="1"/>
                  <p:nvPr/>
                </p:nvSpPr>
                <p:spPr>
                  <a:xfrm>
                    <a:off x="2946878" y="4603968"/>
                    <a:ext cx="304892" cy="338554"/>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ea typeface="Amazon Ember Light" panose="020B0403020204020204" pitchFamily="34" charset="0"/>
                        <a:cs typeface="Amazon Ember Light" panose="020B0403020204020204" pitchFamily="34" charset="0"/>
                      </a:rPr>
                      <a:t>2</a:t>
                    </a:r>
                  </a:p>
                </p:txBody>
              </p:sp>
              <p:sp>
                <p:nvSpPr>
                  <p:cNvPr id="42" name="TextBox 41">
                    <a:extLst>
                      <a:ext uri="{FF2B5EF4-FFF2-40B4-BE49-F238E27FC236}">
                        <a16:creationId xmlns:a16="http://schemas.microsoft.com/office/drawing/2014/main" id="{FC634A3B-DC17-4973-F974-5607E3C5B112}"/>
                      </a:ext>
                    </a:extLst>
                  </p:cNvPr>
                  <p:cNvSpPr txBox="1"/>
                  <p:nvPr/>
                </p:nvSpPr>
                <p:spPr>
                  <a:xfrm>
                    <a:off x="3177634" y="4603968"/>
                    <a:ext cx="304892" cy="338554"/>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ea typeface="Amazon Ember Light" panose="020B0403020204020204" pitchFamily="34" charset="0"/>
                        <a:cs typeface="Amazon Ember Light" panose="020B0403020204020204" pitchFamily="34" charset="0"/>
                      </a:rPr>
                      <a:t>3</a:t>
                    </a:r>
                  </a:p>
                </p:txBody>
              </p:sp>
              <p:sp>
                <p:nvSpPr>
                  <p:cNvPr id="43" name="TextBox 42">
                    <a:extLst>
                      <a:ext uri="{FF2B5EF4-FFF2-40B4-BE49-F238E27FC236}">
                        <a16:creationId xmlns:a16="http://schemas.microsoft.com/office/drawing/2014/main" id="{B312295C-897C-EACE-67B9-F633FE49479B}"/>
                      </a:ext>
                    </a:extLst>
                  </p:cNvPr>
                  <p:cNvSpPr txBox="1"/>
                  <p:nvPr/>
                </p:nvSpPr>
                <p:spPr>
                  <a:xfrm>
                    <a:off x="3401099" y="4603968"/>
                    <a:ext cx="304892" cy="338554"/>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ea typeface="Amazon Ember Light" panose="020B0403020204020204" pitchFamily="34" charset="0"/>
                        <a:cs typeface="Amazon Ember Light" panose="020B0403020204020204" pitchFamily="34" charset="0"/>
                      </a:rPr>
                      <a:t>4</a:t>
                    </a:r>
                  </a:p>
                </p:txBody>
              </p:sp>
              <p:sp>
                <p:nvSpPr>
                  <p:cNvPr id="44" name="TextBox 43">
                    <a:extLst>
                      <a:ext uri="{FF2B5EF4-FFF2-40B4-BE49-F238E27FC236}">
                        <a16:creationId xmlns:a16="http://schemas.microsoft.com/office/drawing/2014/main" id="{D319D206-DBAF-32C7-BE6F-E998F501BCE0}"/>
                      </a:ext>
                    </a:extLst>
                  </p:cNvPr>
                  <p:cNvSpPr txBox="1"/>
                  <p:nvPr/>
                </p:nvSpPr>
                <p:spPr>
                  <a:xfrm>
                    <a:off x="3633593" y="4603968"/>
                    <a:ext cx="304892" cy="338554"/>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ea typeface="Amazon Ember Light" panose="020B0403020204020204" pitchFamily="34" charset="0"/>
                        <a:cs typeface="Amazon Ember Light" panose="020B0403020204020204" pitchFamily="34" charset="0"/>
                      </a:rPr>
                      <a:t>5</a:t>
                    </a:r>
                  </a:p>
                </p:txBody>
              </p:sp>
              <p:sp>
                <p:nvSpPr>
                  <p:cNvPr id="45" name="TextBox 44">
                    <a:extLst>
                      <a:ext uri="{FF2B5EF4-FFF2-40B4-BE49-F238E27FC236}">
                        <a16:creationId xmlns:a16="http://schemas.microsoft.com/office/drawing/2014/main" id="{E5365859-3206-F7C2-7DDD-4FCAF305A260}"/>
                      </a:ext>
                    </a:extLst>
                  </p:cNvPr>
                  <p:cNvSpPr txBox="1"/>
                  <p:nvPr/>
                </p:nvSpPr>
                <p:spPr>
                  <a:xfrm>
                    <a:off x="3855264" y="4603968"/>
                    <a:ext cx="304892" cy="338554"/>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ea typeface="Amazon Ember Light" panose="020B0403020204020204" pitchFamily="34" charset="0"/>
                        <a:cs typeface="Amazon Ember Light" panose="020B0403020204020204" pitchFamily="34" charset="0"/>
                      </a:rPr>
                      <a:t>6</a:t>
                    </a:r>
                  </a:p>
                </p:txBody>
              </p:sp>
              <p:sp>
                <p:nvSpPr>
                  <p:cNvPr id="46" name="TextBox 45">
                    <a:extLst>
                      <a:ext uri="{FF2B5EF4-FFF2-40B4-BE49-F238E27FC236}">
                        <a16:creationId xmlns:a16="http://schemas.microsoft.com/office/drawing/2014/main" id="{4EF05A78-EDEA-F988-66A7-BC8D32A82A8E}"/>
                      </a:ext>
                    </a:extLst>
                  </p:cNvPr>
                  <p:cNvSpPr txBox="1"/>
                  <p:nvPr/>
                </p:nvSpPr>
                <p:spPr>
                  <a:xfrm>
                    <a:off x="4089407" y="4603968"/>
                    <a:ext cx="304892" cy="338554"/>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ea typeface="Amazon Ember Light" panose="020B0403020204020204" pitchFamily="34" charset="0"/>
                        <a:cs typeface="Amazon Ember Light" panose="020B0403020204020204" pitchFamily="34" charset="0"/>
                      </a:rPr>
                      <a:t>7</a:t>
                    </a:r>
                  </a:p>
                </p:txBody>
              </p:sp>
              <p:sp>
                <p:nvSpPr>
                  <p:cNvPr id="47" name="TextBox 46">
                    <a:extLst>
                      <a:ext uri="{FF2B5EF4-FFF2-40B4-BE49-F238E27FC236}">
                        <a16:creationId xmlns:a16="http://schemas.microsoft.com/office/drawing/2014/main" id="{DB17FD56-6FF6-C28B-2F09-9D68A7C0082B}"/>
                      </a:ext>
                    </a:extLst>
                  </p:cNvPr>
                  <p:cNvSpPr txBox="1"/>
                  <p:nvPr/>
                </p:nvSpPr>
                <p:spPr>
                  <a:xfrm>
                    <a:off x="4319959" y="4603968"/>
                    <a:ext cx="304892" cy="338554"/>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ea typeface="Amazon Ember Light" panose="020B0403020204020204" pitchFamily="34" charset="0"/>
                        <a:cs typeface="Amazon Ember Light" panose="020B0403020204020204" pitchFamily="34" charset="0"/>
                      </a:rPr>
                      <a:t>8</a:t>
                    </a:r>
                  </a:p>
                </p:txBody>
              </p:sp>
              <p:sp>
                <p:nvSpPr>
                  <p:cNvPr id="48" name="TextBox 47">
                    <a:extLst>
                      <a:ext uri="{FF2B5EF4-FFF2-40B4-BE49-F238E27FC236}">
                        <a16:creationId xmlns:a16="http://schemas.microsoft.com/office/drawing/2014/main" id="{90CEBB3B-58CC-F9B6-0A90-7B4AFDE91F1B}"/>
                      </a:ext>
                    </a:extLst>
                  </p:cNvPr>
                  <p:cNvSpPr txBox="1"/>
                  <p:nvPr/>
                </p:nvSpPr>
                <p:spPr>
                  <a:xfrm>
                    <a:off x="4553363" y="4603968"/>
                    <a:ext cx="304892" cy="338554"/>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ea typeface="Amazon Ember Light" panose="020B0403020204020204" pitchFamily="34" charset="0"/>
                        <a:cs typeface="Amazon Ember Light" panose="020B0403020204020204" pitchFamily="34" charset="0"/>
                      </a:rPr>
                      <a:t>9</a:t>
                    </a:r>
                  </a:p>
                </p:txBody>
              </p:sp>
              <p:sp>
                <p:nvSpPr>
                  <p:cNvPr id="49" name="TextBox 48">
                    <a:extLst>
                      <a:ext uri="{FF2B5EF4-FFF2-40B4-BE49-F238E27FC236}">
                        <a16:creationId xmlns:a16="http://schemas.microsoft.com/office/drawing/2014/main" id="{968624A1-3006-2E24-BA4D-906E0CBFAF45}"/>
                      </a:ext>
                    </a:extLst>
                  </p:cNvPr>
                  <p:cNvSpPr txBox="1"/>
                  <p:nvPr/>
                </p:nvSpPr>
                <p:spPr>
                  <a:xfrm>
                    <a:off x="4724080" y="4603968"/>
                    <a:ext cx="425117" cy="338554"/>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ea typeface="Amazon Ember Light" panose="020B0403020204020204" pitchFamily="34" charset="0"/>
                        <a:cs typeface="Amazon Ember Light" panose="020B0403020204020204" pitchFamily="34" charset="0"/>
                      </a:rPr>
                      <a:t>10</a:t>
                    </a:r>
                  </a:p>
                </p:txBody>
              </p:sp>
              <p:sp>
                <p:nvSpPr>
                  <p:cNvPr id="50" name="TextBox 49">
                    <a:extLst>
                      <a:ext uri="{FF2B5EF4-FFF2-40B4-BE49-F238E27FC236}">
                        <a16:creationId xmlns:a16="http://schemas.microsoft.com/office/drawing/2014/main" id="{77BBAE2B-E2D1-30F5-C12D-5D87376D5073}"/>
                      </a:ext>
                    </a:extLst>
                  </p:cNvPr>
                  <p:cNvSpPr txBox="1"/>
                  <p:nvPr/>
                </p:nvSpPr>
                <p:spPr>
                  <a:xfrm>
                    <a:off x="4950160" y="4603968"/>
                    <a:ext cx="425117" cy="338554"/>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ea typeface="Amazon Ember Light" panose="020B0403020204020204" pitchFamily="34" charset="0"/>
                        <a:cs typeface="Amazon Ember Light" panose="020B0403020204020204" pitchFamily="34" charset="0"/>
                      </a:rPr>
                      <a:t>11</a:t>
                    </a:r>
                  </a:p>
                </p:txBody>
              </p:sp>
              <p:sp>
                <p:nvSpPr>
                  <p:cNvPr id="51" name="TextBox 50">
                    <a:extLst>
                      <a:ext uri="{FF2B5EF4-FFF2-40B4-BE49-F238E27FC236}">
                        <a16:creationId xmlns:a16="http://schemas.microsoft.com/office/drawing/2014/main" id="{7CA8F1E2-9C03-5B67-0DA3-C731889842B3}"/>
                      </a:ext>
                    </a:extLst>
                  </p:cNvPr>
                  <p:cNvSpPr txBox="1"/>
                  <p:nvPr/>
                </p:nvSpPr>
                <p:spPr>
                  <a:xfrm>
                    <a:off x="5178916" y="4603968"/>
                    <a:ext cx="425117" cy="338554"/>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ea typeface="Amazon Ember Light" panose="020B0403020204020204" pitchFamily="34" charset="0"/>
                        <a:cs typeface="Amazon Ember Light" panose="020B0403020204020204" pitchFamily="34" charset="0"/>
                      </a:rPr>
                      <a:t>12</a:t>
                    </a:r>
                  </a:p>
                </p:txBody>
              </p:sp>
            </p:grpSp>
            <p:sp>
              <p:nvSpPr>
                <p:cNvPr id="26" name="Oval 25">
                  <a:extLst>
                    <a:ext uri="{FF2B5EF4-FFF2-40B4-BE49-F238E27FC236}">
                      <a16:creationId xmlns:a16="http://schemas.microsoft.com/office/drawing/2014/main" id="{D7BAD2FA-9955-BB03-F3C6-462BCCB15C13}"/>
                    </a:ext>
                    <a:ext uri="{C183D7F6-B498-43B3-948B-1728B52AA6E4}">
                      <adec:decorative xmlns:adec="http://schemas.microsoft.com/office/drawing/2017/decorative" val="1"/>
                    </a:ext>
                  </a:extLst>
                </p:cNvPr>
                <p:cNvSpPr/>
                <p:nvPr/>
              </p:nvSpPr>
              <p:spPr>
                <a:xfrm>
                  <a:off x="5113875" y="2944110"/>
                  <a:ext cx="108338" cy="108338"/>
                </a:xfrm>
                <a:prstGeom prst="ellipse">
                  <a:avLst/>
                </a:prstGeom>
                <a:solidFill>
                  <a:srgbClr val="FFFFFF"/>
                </a:solidFill>
                <a:ln w="12700" cap="flat" cmpd="sng" algn="ctr">
                  <a:solidFill>
                    <a:srgbClr val="232F3E">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ea typeface="+mn-ea"/>
                    <a:cs typeface="+mn-cs"/>
                  </a:endParaRPr>
                </a:p>
              </p:txBody>
            </p:sp>
            <p:sp>
              <p:nvSpPr>
                <p:cNvPr id="27" name="Oval 26">
                  <a:extLst>
                    <a:ext uri="{FF2B5EF4-FFF2-40B4-BE49-F238E27FC236}">
                      <a16:creationId xmlns:a16="http://schemas.microsoft.com/office/drawing/2014/main" id="{7B2C4ADE-9540-3174-67DC-EC0BB5769937}"/>
                    </a:ext>
                    <a:ext uri="{C183D7F6-B498-43B3-948B-1728B52AA6E4}">
                      <adec:decorative xmlns:adec="http://schemas.microsoft.com/office/drawing/2017/decorative" val="1"/>
                    </a:ext>
                  </a:extLst>
                </p:cNvPr>
                <p:cNvSpPr/>
                <p:nvPr/>
              </p:nvSpPr>
              <p:spPr>
                <a:xfrm>
                  <a:off x="5334864" y="2663611"/>
                  <a:ext cx="108338" cy="108338"/>
                </a:xfrm>
                <a:prstGeom prst="ellipse">
                  <a:avLst/>
                </a:prstGeom>
                <a:solidFill>
                  <a:srgbClr val="FFFFFF"/>
                </a:solidFill>
                <a:ln w="12700" cap="flat" cmpd="sng" algn="ctr">
                  <a:solidFill>
                    <a:srgbClr val="232F3E">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ea typeface="+mn-ea"/>
                    <a:cs typeface="+mn-cs"/>
                  </a:endParaRPr>
                </a:p>
              </p:txBody>
            </p:sp>
            <p:sp>
              <p:nvSpPr>
                <p:cNvPr id="28" name="Oval 27">
                  <a:extLst>
                    <a:ext uri="{FF2B5EF4-FFF2-40B4-BE49-F238E27FC236}">
                      <a16:creationId xmlns:a16="http://schemas.microsoft.com/office/drawing/2014/main" id="{365940C5-64E1-FD61-C17E-60DC6239C552}"/>
                    </a:ext>
                    <a:ext uri="{C183D7F6-B498-43B3-948B-1728B52AA6E4}">
                      <adec:decorative xmlns:adec="http://schemas.microsoft.com/office/drawing/2017/decorative" val="1"/>
                    </a:ext>
                  </a:extLst>
                </p:cNvPr>
                <p:cNvSpPr/>
                <p:nvPr/>
              </p:nvSpPr>
              <p:spPr>
                <a:xfrm>
                  <a:off x="5564092" y="3616293"/>
                  <a:ext cx="108338" cy="108338"/>
                </a:xfrm>
                <a:prstGeom prst="ellipse">
                  <a:avLst/>
                </a:prstGeom>
                <a:solidFill>
                  <a:srgbClr val="FFFFFF"/>
                </a:solidFill>
                <a:ln w="12700" cap="flat" cmpd="sng" algn="ctr">
                  <a:solidFill>
                    <a:srgbClr val="232F3E">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ea typeface="+mn-ea"/>
                    <a:cs typeface="+mn-cs"/>
                  </a:endParaRPr>
                </a:p>
              </p:txBody>
            </p:sp>
            <p:sp>
              <p:nvSpPr>
                <p:cNvPr id="29" name="Oval 28">
                  <a:extLst>
                    <a:ext uri="{FF2B5EF4-FFF2-40B4-BE49-F238E27FC236}">
                      <a16:creationId xmlns:a16="http://schemas.microsoft.com/office/drawing/2014/main" id="{14B25FA2-1387-1DD8-7078-F3EB56737951}"/>
                    </a:ext>
                    <a:ext uri="{C183D7F6-B498-43B3-948B-1728B52AA6E4}">
                      <adec:decorative xmlns:adec="http://schemas.microsoft.com/office/drawing/2017/decorative" val="1"/>
                    </a:ext>
                  </a:extLst>
                </p:cNvPr>
                <p:cNvSpPr/>
                <p:nvPr/>
              </p:nvSpPr>
              <p:spPr>
                <a:xfrm>
                  <a:off x="5800751" y="3551609"/>
                  <a:ext cx="108338" cy="108338"/>
                </a:xfrm>
                <a:prstGeom prst="ellipse">
                  <a:avLst/>
                </a:prstGeom>
                <a:solidFill>
                  <a:srgbClr val="FFFFFF"/>
                </a:solidFill>
                <a:ln w="12700" cap="flat" cmpd="sng" algn="ctr">
                  <a:solidFill>
                    <a:srgbClr val="232F3E">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ea typeface="+mn-ea"/>
                    <a:cs typeface="+mn-cs"/>
                  </a:endParaRPr>
                </a:p>
              </p:txBody>
            </p:sp>
            <p:sp>
              <p:nvSpPr>
                <p:cNvPr id="30" name="Oval 29">
                  <a:extLst>
                    <a:ext uri="{FF2B5EF4-FFF2-40B4-BE49-F238E27FC236}">
                      <a16:creationId xmlns:a16="http://schemas.microsoft.com/office/drawing/2014/main" id="{E39CD79A-1685-F314-4DB2-9057E67A7F7F}"/>
                    </a:ext>
                    <a:ext uri="{C183D7F6-B498-43B3-948B-1728B52AA6E4}">
                      <adec:decorative xmlns:adec="http://schemas.microsoft.com/office/drawing/2017/decorative" val="1"/>
                    </a:ext>
                  </a:extLst>
                </p:cNvPr>
                <p:cNvSpPr/>
                <p:nvPr/>
              </p:nvSpPr>
              <p:spPr>
                <a:xfrm>
                  <a:off x="6252380" y="3407385"/>
                  <a:ext cx="108338" cy="108338"/>
                </a:xfrm>
                <a:prstGeom prst="ellipse">
                  <a:avLst/>
                </a:prstGeom>
                <a:solidFill>
                  <a:srgbClr val="FFFFFF"/>
                </a:solidFill>
                <a:ln w="12700" cap="flat" cmpd="sng" algn="ctr">
                  <a:solidFill>
                    <a:srgbClr val="232F3E">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ea typeface="+mn-ea"/>
                    <a:cs typeface="+mn-cs"/>
                  </a:endParaRPr>
                </a:p>
              </p:txBody>
            </p:sp>
            <p:sp>
              <p:nvSpPr>
                <p:cNvPr id="31" name="Oval 30">
                  <a:extLst>
                    <a:ext uri="{FF2B5EF4-FFF2-40B4-BE49-F238E27FC236}">
                      <a16:creationId xmlns:a16="http://schemas.microsoft.com/office/drawing/2014/main" id="{185521B3-A3D1-01B9-D563-2BB2AB7D9ED5}"/>
                    </a:ext>
                    <a:ext uri="{C183D7F6-B498-43B3-948B-1728B52AA6E4}">
                      <adec:decorative xmlns:adec="http://schemas.microsoft.com/office/drawing/2017/decorative" val="1"/>
                    </a:ext>
                  </a:extLst>
                </p:cNvPr>
                <p:cNvSpPr/>
                <p:nvPr/>
              </p:nvSpPr>
              <p:spPr>
                <a:xfrm>
                  <a:off x="6481292" y="3461284"/>
                  <a:ext cx="108338" cy="108338"/>
                </a:xfrm>
                <a:prstGeom prst="ellipse">
                  <a:avLst/>
                </a:prstGeom>
                <a:solidFill>
                  <a:srgbClr val="FFFFFF"/>
                </a:solidFill>
                <a:ln w="12700" cap="flat" cmpd="sng" algn="ctr">
                  <a:solidFill>
                    <a:srgbClr val="232F3E">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ea typeface="+mn-ea"/>
                    <a:cs typeface="+mn-cs"/>
                  </a:endParaRPr>
                </a:p>
              </p:txBody>
            </p:sp>
            <p:sp>
              <p:nvSpPr>
                <p:cNvPr id="32" name="Oval 31">
                  <a:extLst>
                    <a:ext uri="{FF2B5EF4-FFF2-40B4-BE49-F238E27FC236}">
                      <a16:creationId xmlns:a16="http://schemas.microsoft.com/office/drawing/2014/main" id="{E12083F7-6CC1-970E-3372-E7BB79FE5ABD}"/>
                    </a:ext>
                    <a:ext uri="{C183D7F6-B498-43B3-948B-1728B52AA6E4}">
                      <adec:decorative xmlns:adec="http://schemas.microsoft.com/office/drawing/2017/decorative" val="1"/>
                    </a:ext>
                  </a:extLst>
                </p:cNvPr>
                <p:cNvSpPr/>
                <p:nvPr/>
              </p:nvSpPr>
              <p:spPr>
                <a:xfrm>
                  <a:off x="6942260" y="3176700"/>
                  <a:ext cx="108338" cy="108338"/>
                </a:xfrm>
                <a:prstGeom prst="ellipse">
                  <a:avLst/>
                </a:prstGeom>
                <a:solidFill>
                  <a:srgbClr val="FFFFFF"/>
                </a:solidFill>
                <a:ln w="12700" cap="flat" cmpd="sng" algn="ctr">
                  <a:solidFill>
                    <a:srgbClr val="232F3E">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ea typeface="+mn-ea"/>
                    <a:cs typeface="+mn-cs"/>
                  </a:endParaRPr>
                </a:p>
              </p:txBody>
            </p:sp>
            <p:sp>
              <p:nvSpPr>
                <p:cNvPr id="33" name="Oval 32">
                  <a:extLst>
                    <a:ext uri="{FF2B5EF4-FFF2-40B4-BE49-F238E27FC236}">
                      <a16:creationId xmlns:a16="http://schemas.microsoft.com/office/drawing/2014/main" id="{5F2972BF-8C0D-B390-0E34-4958F867E6AE}"/>
                    </a:ext>
                    <a:ext uri="{C183D7F6-B498-43B3-948B-1728B52AA6E4}">
                      <adec:decorative xmlns:adec="http://schemas.microsoft.com/office/drawing/2017/decorative" val="1"/>
                    </a:ext>
                  </a:extLst>
                </p:cNvPr>
                <p:cNvSpPr/>
                <p:nvPr/>
              </p:nvSpPr>
              <p:spPr>
                <a:xfrm>
                  <a:off x="6026800" y="3182915"/>
                  <a:ext cx="108338" cy="108338"/>
                </a:xfrm>
                <a:prstGeom prst="ellipse">
                  <a:avLst/>
                </a:prstGeom>
                <a:solidFill>
                  <a:srgbClr val="FFFFFF"/>
                </a:solidFill>
                <a:ln w="12700" cap="flat" cmpd="sng" algn="ctr">
                  <a:solidFill>
                    <a:srgbClr val="232F3E">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ea typeface="+mn-ea"/>
                    <a:cs typeface="+mn-cs"/>
                  </a:endParaRPr>
                </a:p>
              </p:txBody>
            </p:sp>
            <p:sp>
              <p:nvSpPr>
                <p:cNvPr id="34" name="Oval 33">
                  <a:extLst>
                    <a:ext uri="{FF2B5EF4-FFF2-40B4-BE49-F238E27FC236}">
                      <a16:creationId xmlns:a16="http://schemas.microsoft.com/office/drawing/2014/main" id="{3832DF24-D04A-492F-1F17-869243E08870}"/>
                    </a:ext>
                    <a:ext uri="{C183D7F6-B498-43B3-948B-1728B52AA6E4}">
                      <adec:decorative xmlns:adec="http://schemas.microsoft.com/office/drawing/2017/decorative" val="1"/>
                    </a:ext>
                  </a:extLst>
                </p:cNvPr>
                <p:cNvSpPr/>
                <p:nvPr/>
              </p:nvSpPr>
              <p:spPr>
                <a:xfrm>
                  <a:off x="6714934" y="2996903"/>
                  <a:ext cx="108338" cy="108338"/>
                </a:xfrm>
                <a:prstGeom prst="ellipse">
                  <a:avLst/>
                </a:prstGeom>
                <a:solidFill>
                  <a:srgbClr val="FFFFFF"/>
                </a:solidFill>
                <a:ln w="12700" cap="flat" cmpd="sng" algn="ctr">
                  <a:solidFill>
                    <a:srgbClr val="232F3E">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ea typeface="+mn-ea"/>
                    <a:cs typeface="+mn-cs"/>
                  </a:endParaRPr>
                </a:p>
              </p:txBody>
            </p:sp>
            <p:sp>
              <p:nvSpPr>
                <p:cNvPr id="35" name="Oval 34">
                  <a:extLst>
                    <a:ext uri="{FF2B5EF4-FFF2-40B4-BE49-F238E27FC236}">
                      <a16:creationId xmlns:a16="http://schemas.microsoft.com/office/drawing/2014/main" id="{CA39F221-E8F7-EC11-EAF5-73BC403DD0BF}"/>
                    </a:ext>
                    <a:ext uri="{C183D7F6-B498-43B3-948B-1728B52AA6E4}">
                      <adec:decorative xmlns:adec="http://schemas.microsoft.com/office/drawing/2017/decorative" val="1"/>
                    </a:ext>
                  </a:extLst>
                </p:cNvPr>
                <p:cNvSpPr/>
                <p:nvPr/>
              </p:nvSpPr>
              <p:spPr>
                <a:xfrm>
                  <a:off x="7173806" y="2996830"/>
                  <a:ext cx="108338" cy="108338"/>
                </a:xfrm>
                <a:prstGeom prst="ellipse">
                  <a:avLst/>
                </a:prstGeom>
                <a:solidFill>
                  <a:srgbClr val="FFFFFF"/>
                </a:solidFill>
                <a:ln w="12700" cap="flat" cmpd="sng" algn="ctr">
                  <a:solidFill>
                    <a:srgbClr val="232F3E">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ea typeface="+mn-ea"/>
                    <a:cs typeface="+mn-cs"/>
                  </a:endParaRPr>
                </a:p>
              </p:txBody>
            </p:sp>
            <p:sp>
              <p:nvSpPr>
                <p:cNvPr id="36" name="Oval 35">
                  <a:extLst>
                    <a:ext uri="{FF2B5EF4-FFF2-40B4-BE49-F238E27FC236}">
                      <a16:creationId xmlns:a16="http://schemas.microsoft.com/office/drawing/2014/main" id="{3F932052-24BD-89B0-016F-127557CF8903}"/>
                    </a:ext>
                    <a:ext uri="{C183D7F6-B498-43B3-948B-1728B52AA6E4}">
                      <adec:decorative xmlns:adec="http://schemas.microsoft.com/office/drawing/2017/decorative" val="1"/>
                    </a:ext>
                  </a:extLst>
                </p:cNvPr>
                <p:cNvSpPr/>
                <p:nvPr/>
              </p:nvSpPr>
              <p:spPr>
                <a:xfrm>
                  <a:off x="7403242" y="2719898"/>
                  <a:ext cx="108338" cy="108338"/>
                </a:xfrm>
                <a:prstGeom prst="ellipse">
                  <a:avLst/>
                </a:prstGeom>
                <a:solidFill>
                  <a:srgbClr val="FFFFFF"/>
                </a:solidFill>
                <a:ln w="12700" cap="flat" cmpd="sng" algn="ctr">
                  <a:solidFill>
                    <a:srgbClr val="232F3E">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ea typeface="+mn-ea"/>
                    <a:cs typeface="+mn-cs"/>
                  </a:endParaRPr>
                </a:p>
              </p:txBody>
            </p:sp>
            <p:sp>
              <p:nvSpPr>
                <p:cNvPr id="37" name="Oval 36">
                  <a:extLst>
                    <a:ext uri="{FF2B5EF4-FFF2-40B4-BE49-F238E27FC236}">
                      <a16:creationId xmlns:a16="http://schemas.microsoft.com/office/drawing/2014/main" id="{1808438E-70C2-0F97-937B-3DE37AA72E22}"/>
                    </a:ext>
                    <a:ext uri="{C183D7F6-B498-43B3-948B-1728B52AA6E4}">
                      <adec:decorative xmlns:adec="http://schemas.microsoft.com/office/drawing/2017/decorative" val="1"/>
                    </a:ext>
                  </a:extLst>
                </p:cNvPr>
                <p:cNvSpPr/>
                <p:nvPr/>
              </p:nvSpPr>
              <p:spPr>
                <a:xfrm>
                  <a:off x="7632678" y="2599951"/>
                  <a:ext cx="108338" cy="108338"/>
                </a:xfrm>
                <a:prstGeom prst="ellipse">
                  <a:avLst/>
                </a:prstGeom>
                <a:solidFill>
                  <a:srgbClr val="FFFFFF"/>
                </a:solidFill>
                <a:ln w="12700" cap="flat" cmpd="sng" algn="ctr">
                  <a:solidFill>
                    <a:srgbClr val="232F3E">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ea typeface="+mn-ea"/>
                    <a:cs typeface="+mn-cs"/>
                  </a:endParaRPr>
                </a:p>
              </p:txBody>
            </p:sp>
            <p:sp>
              <p:nvSpPr>
                <p:cNvPr id="38" name="Oval 37">
                  <a:extLst>
                    <a:ext uri="{FF2B5EF4-FFF2-40B4-BE49-F238E27FC236}">
                      <a16:creationId xmlns:a16="http://schemas.microsoft.com/office/drawing/2014/main" id="{B11B4C8B-B31E-6D93-6D6C-4E976206CFE7}"/>
                    </a:ext>
                    <a:ext uri="{C183D7F6-B498-43B3-948B-1728B52AA6E4}">
                      <adec:decorative xmlns:adec="http://schemas.microsoft.com/office/drawing/2017/decorative" val="1"/>
                    </a:ext>
                  </a:extLst>
                </p:cNvPr>
                <p:cNvSpPr/>
                <p:nvPr/>
              </p:nvSpPr>
              <p:spPr>
                <a:xfrm>
                  <a:off x="7868909" y="2346664"/>
                  <a:ext cx="108338" cy="108338"/>
                </a:xfrm>
                <a:prstGeom prst="ellipse">
                  <a:avLst/>
                </a:prstGeom>
                <a:solidFill>
                  <a:srgbClr val="FFFFFF"/>
                </a:solidFill>
                <a:ln w="12700" cap="flat" cmpd="sng" algn="ctr">
                  <a:solidFill>
                    <a:srgbClr val="232F3E">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ea typeface="+mn-ea"/>
                    <a:cs typeface="+mn-cs"/>
                  </a:endParaRPr>
                </a:p>
              </p:txBody>
            </p:sp>
            <p:sp>
              <p:nvSpPr>
                <p:cNvPr id="39" name="Oval 38">
                  <a:extLst>
                    <a:ext uri="{FF2B5EF4-FFF2-40B4-BE49-F238E27FC236}">
                      <a16:creationId xmlns:a16="http://schemas.microsoft.com/office/drawing/2014/main" id="{83ACF1F1-4A2C-909C-E60C-B5CAFA849CA0}"/>
                    </a:ext>
                    <a:ext uri="{C183D7F6-B498-43B3-948B-1728B52AA6E4}">
                      <adec:decorative xmlns:adec="http://schemas.microsoft.com/office/drawing/2017/decorative" val="1"/>
                    </a:ext>
                  </a:extLst>
                </p:cNvPr>
                <p:cNvSpPr/>
                <p:nvPr/>
              </p:nvSpPr>
              <p:spPr>
                <a:xfrm>
                  <a:off x="8097887" y="1941535"/>
                  <a:ext cx="108338" cy="108338"/>
                </a:xfrm>
                <a:prstGeom prst="ellipse">
                  <a:avLst/>
                </a:prstGeom>
                <a:solidFill>
                  <a:srgbClr val="FFFFFF"/>
                </a:solidFill>
                <a:ln w="12700" cap="flat" cmpd="sng" algn="ctr">
                  <a:solidFill>
                    <a:srgbClr val="232F3E">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ea typeface="+mn-ea"/>
                    <a:cs typeface="+mn-cs"/>
                  </a:endParaRPr>
                </a:p>
              </p:txBody>
            </p:sp>
          </p:grpSp>
          <p:sp>
            <p:nvSpPr>
              <p:cNvPr id="10" name="Freeform: Shape 9">
                <a:extLst>
                  <a:ext uri="{FF2B5EF4-FFF2-40B4-BE49-F238E27FC236}">
                    <a16:creationId xmlns:a16="http://schemas.microsoft.com/office/drawing/2014/main" id="{29DF642F-0674-1C8C-CC24-460C60F6D531}"/>
                  </a:ext>
                  <a:ext uri="{C183D7F6-B498-43B3-948B-1728B52AA6E4}">
                    <adec:decorative xmlns:adec="http://schemas.microsoft.com/office/drawing/2017/decorative" val="1"/>
                  </a:ext>
                </a:extLst>
              </p:cNvPr>
              <p:cNvSpPr/>
              <p:nvPr/>
            </p:nvSpPr>
            <p:spPr>
              <a:xfrm>
                <a:off x="5824538" y="1952625"/>
                <a:ext cx="5289115" cy="2309813"/>
              </a:xfrm>
              <a:custGeom>
                <a:avLst/>
                <a:gdLst>
                  <a:gd name="connsiteX0" fmla="*/ 0 w 5289115"/>
                  <a:gd name="connsiteY0" fmla="*/ 2309813 h 2309813"/>
                  <a:gd name="connsiteX1" fmla="*/ 247650 w 5289115"/>
                  <a:gd name="connsiteY1" fmla="*/ 2076450 h 2309813"/>
                  <a:gd name="connsiteX2" fmla="*/ 466725 w 5289115"/>
                  <a:gd name="connsiteY2" fmla="*/ 1619250 h 2309813"/>
                  <a:gd name="connsiteX3" fmla="*/ 690562 w 5289115"/>
                  <a:gd name="connsiteY3" fmla="*/ 1966913 h 2309813"/>
                  <a:gd name="connsiteX4" fmla="*/ 919162 w 5289115"/>
                  <a:gd name="connsiteY4" fmla="*/ 2147888 h 2309813"/>
                  <a:gd name="connsiteX5" fmla="*/ 1152525 w 5289115"/>
                  <a:gd name="connsiteY5" fmla="*/ 1528763 h 2309813"/>
                  <a:gd name="connsiteX6" fmla="*/ 1381125 w 5289115"/>
                  <a:gd name="connsiteY6" fmla="*/ 1504950 h 2309813"/>
                  <a:gd name="connsiteX7" fmla="*/ 1614487 w 5289115"/>
                  <a:gd name="connsiteY7" fmla="*/ 1643063 h 2309813"/>
                  <a:gd name="connsiteX8" fmla="*/ 1843087 w 5289115"/>
                  <a:gd name="connsiteY8" fmla="*/ 1195388 h 2309813"/>
                  <a:gd name="connsiteX9" fmla="*/ 2076450 w 5289115"/>
                  <a:gd name="connsiteY9" fmla="*/ 1304925 h 2309813"/>
                  <a:gd name="connsiteX10" fmla="*/ 2305050 w 5289115"/>
                  <a:gd name="connsiteY10" fmla="*/ 1028700 h 2309813"/>
                  <a:gd name="connsiteX11" fmla="*/ 2528887 w 5289115"/>
                  <a:gd name="connsiteY11" fmla="*/ 747713 h 2309813"/>
                  <a:gd name="connsiteX12" fmla="*/ 2757487 w 5289115"/>
                  <a:gd name="connsiteY12" fmla="*/ 1704975 h 2309813"/>
                  <a:gd name="connsiteX13" fmla="*/ 2995612 w 5289115"/>
                  <a:gd name="connsiteY13" fmla="*/ 1643063 h 2309813"/>
                  <a:gd name="connsiteX14" fmla="*/ 3219450 w 5289115"/>
                  <a:gd name="connsiteY14" fmla="*/ 1262063 h 2309813"/>
                  <a:gd name="connsiteX15" fmla="*/ 3448050 w 5289115"/>
                  <a:gd name="connsiteY15" fmla="*/ 1490663 h 2309813"/>
                  <a:gd name="connsiteX16" fmla="*/ 3676650 w 5289115"/>
                  <a:gd name="connsiteY16" fmla="*/ 1543050 h 2309813"/>
                  <a:gd name="connsiteX17" fmla="*/ 3914775 w 5289115"/>
                  <a:gd name="connsiteY17" fmla="*/ 1057275 h 2309813"/>
                  <a:gd name="connsiteX18" fmla="*/ 4138612 w 5289115"/>
                  <a:gd name="connsiteY18" fmla="*/ 1271588 h 2309813"/>
                  <a:gd name="connsiteX19" fmla="*/ 4376737 w 5289115"/>
                  <a:gd name="connsiteY19" fmla="*/ 1071563 h 2309813"/>
                  <a:gd name="connsiteX20" fmla="*/ 4595812 w 5289115"/>
                  <a:gd name="connsiteY20" fmla="*/ 800100 h 2309813"/>
                  <a:gd name="connsiteX21" fmla="*/ 4824412 w 5289115"/>
                  <a:gd name="connsiteY21" fmla="*/ 661988 h 2309813"/>
                  <a:gd name="connsiteX22" fmla="*/ 5067300 w 5289115"/>
                  <a:gd name="connsiteY22" fmla="*/ 438150 h 2309813"/>
                  <a:gd name="connsiteX23" fmla="*/ 5286375 w 5289115"/>
                  <a:gd name="connsiteY23" fmla="*/ 0 h 2309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5289115" h="2309813">
                    <a:moveTo>
                      <a:pt x="0" y="2309813"/>
                    </a:moveTo>
                    <a:cubicBezTo>
                      <a:pt x="84931" y="2250678"/>
                      <a:pt x="169863" y="2191544"/>
                      <a:pt x="247650" y="2076450"/>
                    </a:cubicBezTo>
                    <a:cubicBezTo>
                      <a:pt x="325438" y="1961356"/>
                      <a:pt x="392906" y="1637506"/>
                      <a:pt x="466725" y="1619250"/>
                    </a:cubicBezTo>
                    <a:cubicBezTo>
                      <a:pt x="540544" y="1600994"/>
                      <a:pt x="615156" y="1878807"/>
                      <a:pt x="690562" y="1966913"/>
                    </a:cubicBezTo>
                    <a:cubicBezTo>
                      <a:pt x="765968" y="2055019"/>
                      <a:pt x="842168" y="2220913"/>
                      <a:pt x="919162" y="2147888"/>
                    </a:cubicBezTo>
                    <a:cubicBezTo>
                      <a:pt x="996156" y="2074863"/>
                      <a:pt x="1075531" y="1635919"/>
                      <a:pt x="1152525" y="1528763"/>
                    </a:cubicBezTo>
                    <a:cubicBezTo>
                      <a:pt x="1229519" y="1421607"/>
                      <a:pt x="1304131" y="1485900"/>
                      <a:pt x="1381125" y="1504950"/>
                    </a:cubicBezTo>
                    <a:cubicBezTo>
                      <a:pt x="1458119" y="1524000"/>
                      <a:pt x="1537493" y="1694657"/>
                      <a:pt x="1614487" y="1643063"/>
                    </a:cubicBezTo>
                    <a:cubicBezTo>
                      <a:pt x="1691481" y="1591469"/>
                      <a:pt x="1766093" y="1251744"/>
                      <a:pt x="1843087" y="1195388"/>
                    </a:cubicBezTo>
                    <a:cubicBezTo>
                      <a:pt x="1920081" y="1139032"/>
                      <a:pt x="1999456" y="1332706"/>
                      <a:pt x="2076450" y="1304925"/>
                    </a:cubicBezTo>
                    <a:cubicBezTo>
                      <a:pt x="2153444" y="1277144"/>
                      <a:pt x="2229644" y="1121569"/>
                      <a:pt x="2305050" y="1028700"/>
                    </a:cubicBezTo>
                    <a:cubicBezTo>
                      <a:pt x="2380456" y="935831"/>
                      <a:pt x="2453481" y="635000"/>
                      <a:pt x="2528887" y="747713"/>
                    </a:cubicBezTo>
                    <a:cubicBezTo>
                      <a:pt x="2604293" y="860425"/>
                      <a:pt x="2679699" y="1555750"/>
                      <a:pt x="2757487" y="1704975"/>
                    </a:cubicBezTo>
                    <a:cubicBezTo>
                      <a:pt x="2835275" y="1854200"/>
                      <a:pt x="2918618" y="1716882"/>
                      <a:pt x="2995612" y="1643063"/>
                    </a:cubicBezTo>
                    <a:cubicBezTo>
                      <a:pt x="3072606" y="1569244"/>
                      <a:pt x="3144044" y="1287463"/>
                      <a:pt x="3219450" y="1262063"/>
                    </a:cubicBezTo>
                    <a:cubicBezTo>
                      <a:pt x="3294856" y="1236663"/>
                      <a:pt x="3371850" y="1443832"/>
                      <a:pt x="3448050" y="1490663"/>
                    </a:cubicBezTo>
                    <a:cubicBezTo>
                      <a:pt x="3524250" y="1537494"/>
                      <a:pt x="3598863" y="1615281"/>
                      <a:pt x="3676650" y="1543050"/>
                    </a:cubicBezTo>
                    <a:cubicBezTo>
                      <a:pt x="3754437" y="1470819"/>
                      <a:pt x="3837781" y="1102519"/>
                      <a:pt x="3914775" y="1057275"/>
                    </a:cubicBezTo>
                    <a:cubicBezTo>
                      <a:pt x="3991769" y="1012031"/>
                      <a:pt x="4061618" y="1269207"/>
                      <a:pt x="4138612" y="1271588"/>
                    </a:cubicBezTo>
                    <a:cubicBezTo>
                      <a:pt x="4215606" y="1273969"/>
                      <a:pt x="4300537" y="1150144"/>
                      <a:pt x="4376737" y="1071563"/>
                    </a:cubicBezTo>
                    <a:cubicBezTo>
                      <a:pt x="4452937" y="992982"/>
                      <a:pt x="4521200" y="868362"/>
                      <a:pt x="4595812" y="800100"/>
                    </a:cubicBezTo>
                    <a:cubicBezTo>
                      <a:pt x="4670424" y="731838"/>
                      <a:pt x="4745831" y="722313"/>
                      <a:pt x="4824412" y="661988"/>
                    </a:cubicBezTo>
                    <a:cubicBezTo>
                      <a:pt x="4902993" y="601663"/>
                      <a:pt x="4990306" y="548481"/>
                      <a:pt x="5067300" y="438150"/>
                    </a:cubicBezTo>
                    <a:cubicBezTo>
                      <a:pt x="5144294" y="327819"/>
                      <a:pt x="5312569" y="130175"/>
                      <a:pt x="5286375" y="0"/>
                    </a:cubicBezTo>
                  </a:path>
                </a:pathLst>
              </a:custGeom>
              <a:noFill/>
              <a:ln w="38100" cap="flat" cmpd="sng" algn="ctr">
                <a:solidFill>
                  <a:schemeClr val="accent2"/>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ea typeface="+mn-ea"/>
                  <a:cs typeface="+mn-cs"/>
                </a:endParaRPr>
              </a:p>
            </p:txBody>
          </p:sp>
        </p:grpSp>
        <p:cxnSp>
          <p:nvCxnSpPr>
            <p:cNvPr id="90" name="Straight Connector 89">
              <a:extLst>
                <a:ext uri="{FF2B5EF4-FFF2-40B4-BE49-F238E27FC236}">
                  <a16:creationId xmlns:a16="http://schemas.microsoft.com/office/drawing/2014/main" id="{0BD41B9E-2508-4331-439A-63F56F1891D1}"/>
                </a:ext>
                <a:ext uri="{C183D7F6-B498-43B3-948B-1728B52AA6E4}">
                  <adec:decorative xmlns:adec="http://schemas.microsoft.com/office/drawing/2017/decorative" val="1"/>
                </a:ext>
              </a:extLst>
            </p:cNvPr>
            <p:cNvCxnSpPr>
              <a:cxnSpLocks/>
            </p:cNvCxnSpPr>
            <p:nvPr/>
          </p:nvCxnSpPr>
          <p:spPr>
            <a:xfrm flipV="1">
              <a:off x="6057656" y="2202473"/>
              <a:ext cx="5521351" cy="2271279"/>
            </a:xfrm>
            <a:prstGeom prst="line">
              <a:avLst/>
            </a:prstGeom>
            <a:noFill/>
            <a:ln w="19050" cap="flat" cmpd="sng" algn="ctr">
              <a:solidFill>
                <a:schemeClr val="accent6"/>
              </a:solidFill>
              <a:prstDash val="solid"/>
              <a:miter lim="800000"/>
            </a:ln>
            <a:effectLst/>
          </p:spPr>
        </p:cxnSp>
        <p:sp>
          <p:nvSpPr>
            <p:cNvPr id="91" name="TextBox 90">
              <a:extLst>
                <a:ext uri="{FF2B5EF4-FFF2-40B4-BE49-F238E27FC236}">
                  <a16:creationId xmlns:a16="http://schemas.microsoft.com/office/drawing/2014/main" id="{1D7A5C87-A5AF-33B3-F5EA-C78136354CF5}"/>
                </a:ext>
                <a:ext uri="{C183D7F6-B498-43B3-948B-1728B52AA6E4}">
                  <adec:decorative xmlns:adec="http://schemas.microsoft.com/office/drawing/2017/decorative" val="1"/>
                </a:ext>
              </a:extLst>
            </p:cNvPr>
            <p:cNvSpPr txBox="1"/>
            <p:nvPr/>
          </p:nvSpPr>
          <p:spPr>
            <a:xfrm>
              <a:off x="10465275" y="5325944"/>
              <a:ext cx="729687" cy="338554"/>
            </a:xfrm>
            <a:prstGeom prst="rect">
              <a:avLst/>
            </a:prstGeom>
            <a:noFill/>
          </p:spPr>
          <p:txBody>
            <a:bodyPr wrap="none" rtlCol="0">
              <a:spAutoFit/>
            </a:bodyPr>
            <a:lstStyle/>
            <a:p>
              <a:r>
                <a:rPr lang="en-US" sz="1600" dirty="0">
                  <a:solidFill>
                    <a:srgbClr val="000000"/>
                  </a:solidFill>
                  <a:ea typeface="Amazon Ember Light" panose="020B0403020204020204" pitchFamily="34" charset="0"/>
                  <a:cs typeface="Amazon Ember Light" panose="020B0403020204020204" pitchFamily="34" charset="0"/>
                </a:rPr>
                <a:t>Trend</a:t>
              </a:r>
            </a:p>
          </p:txBody>
        </p:sp>
        <p:cxnSp>
          <p:nvCxnSpPr>
            <p:cNvPr id="92" name="Straight Connector 91">
              <a:extLst>
                <a:ext uri="{FF2B5EF4-FFF2-40B4-BE49-F238E27FC236}">
                  <a16:creationId xmlns:a16="http://schemas.microsoft.com/office/drawing/2014/main" id="{5BAC8A98-5313-E687-D942-E84CF5C51CB6}"/>
                </a:ext>
                <a:ext uri="{C183D7F6-B498-43B3-948B-1728B52AA6E4}">
                  <adec:decorative xmlns:adec="http://schemas.microsoft.com/office/drawing/2017/decorative" val="1"/>
                </a:ext>
              </a:extLst>
            </p:cNvPr>
            <p:cNvCxnSpPr>
              <a:cxnSpLocks/>
              <a:endCxn id="91" idx="1"/>
            </p:cNvCxnSpPr>
            <p:nvPr/>
          </p:nvCxnSpPr>
          <p:spPr>
            <a:xfrm>
              <a:off x="10194717" y="5495221"/>
              <a:ext cx="270558" cy="0"/>
            </a:xfrm>
            <a:prstGeom prst="line">
              <a:avLst/>
            </a:prstGeom>
            <a:noFill/>
            <a:ln w="19050" cap="flat" cmpd="sng" algn="ctr">
              <a:solidFill>
                <a:srgbClr val="4D27AA"/>
              </a:solidFill>
              <a:prstDash val="solid"/>
              <a:miter lim="800000"/>
            </a:ln>
            <a:effectLst/>
          </p:spPr>
        </p:cxnSp>
        <p:cxnSp>
          <p:nvCxnSpPr>
            <p:cNvPr id="93" name="Straight Connector 92">
              <a:extLst>
                <a:ext uri="{FF2B5EF4-FFF2-40B4-BE49-F238E27FC236}">
                  <a16:creationId xmlns:a16="http://schemas.microsoft.com/office/drawing/2014/main" id="{E456B14D-2A2B-24B6-11E3-4A1389AF22BA}"/>
                </a:ext>
                <a:ext uri="{C183D7F6-B498-43B3-948B-1728B52AA6E4}">
                  <adec:decorative xmlns:adec="http://schemas.microsoft.com/office/drawing/2017/decorative" val="1"/>
                </a:ext>
              </a:extLst>
            </p:cNvPr>
            <p:cNvCxnSpPr>
              <a:cxnSpLocks/>
              <a:stCxn id="27" idx="0"/>
            </p:cNvCxnSpPr>
            <p:nvPr/>
          </p:nvCxnSpPr>
          <p:spPr>
            <a:xfrm flipV="1">
              <a:off x="8557196" y="2266844"/>
              <a:ext cx="7470" cy="525684"/>
            </a:xfrm>
            <a:prstGeom prst="line">
              <a:avLst/>
            </a:prstGeom>
            <a:noFill/>
            <a:ln w="6350" cap="flat" cmpd="sng" algn="ctr">
              <a:solidFill>
                <a:srgbClr val="232F3E"/>
              </a:solidFill>
              <a:prstDash val="solid"/>
              <a:miter lim="800000"/>
            </a:ln>
            <a:effectLst/>
          </p:spPr>
        </p:cxnSp>
        <p:cxnSp>
          <p:nvCxnSpPr>
            <p:cNvPr id="94" name="Straight Connector 93">
              <a:extLst>
                <a:ext uri="{FF2B5EF4-FFF2-40B4-BE49-F238E27FC236}">
                  <a16:creationId xmlns:a16="http://schemas.microsoft.com/office/drawing/2014/main" id="{B284CE01-1032-DA2B-3CBF-0ED6053A1F73}"/>
                </a:ext>
                <a:ext uri="{C183D7F6-B498-43B3-948B-1728B52AA6E4}">
                  <adec:decorative xmlns:adec="http://schemas.microsoft.com/office/drawing/2017/decorative" val="1"/>
                </a:ext>
              </a:extLst>
            </p:cNvPr>
            <p:cNvCxnSpPr>
              <a:cxnSpLocks/>
              <a:stCxn id="18" idx="0"/>
            </p:cNvCxnSpPr>
            <p:nvPr/>
          </p:nvCxnSpPr>
          <p:spPr>
            <a:xfrm flipV="1">
              <a:off x="6492272" y="2266846"/>
              <a:ext cx="17953" cy="1401936"/>
            </a:xfrm>
            <a:prstGeom prst="line">
              <a:avLst/>
            </a:prstGeom>
            <a:noFill/>
            <a:ln w="6350" cap="flat" cmpd="sng" algn="ctr">
              <a:solidFill>
                <a:srgbClr val="232F3E"/>
              </a:solidFill>
              <a:prstDash val="solid"/>
              <a:miter lim="800000"/>
            </a:ln>
            <a:effectLst/>
          </p:spPr>
        </p:cxnSp>
        <p:cxnSp>
          <p:nvCxnSpPr>
            <p:cNvPr id="95" name="Straight Arrow Connector 94">
              <a:extLst>
                <a:ext uri="{FF2B5EF4-FFF2-40B4-BE49-F238E27FC236}">
                  <a16:creationId xmlns:a16="http://schemas.microsoft.com/office/drawing/2014/main" id="{88361BF0-30BD-2E34-049A-2D61F572F1BC}"/>
                </a:ext>
                <a:ext uri="{C183D7F6-B498-43B3-948B-1728B52AA6E4}">
                  <adec:decorative xmlns:adec="http://schemas.microsoft.com/office/drawing/2017/decorative" val="1"/>
                </a:ext>
              </a:extLst>
            </p:cNvPr>
            <p:cNvCxnSpPr>
              <a:cxnSpLocks/>
              <a:stCxn id="97" idx="3"/>
            </p:cNvCxnSpPr>
            <p:nvPr/>
          </p:nvCxnSpPr>
          <p:spPr>
            <a:xfrm>
              <a:off x="8402989" y="2425298"/>
              <a:ext cx="161677" cy="0"/>
            </a:xfrm>
            <a:prstGeom prst="straightConnector1">
              <a:avLst/>
            </a:prstGeom>
            <a:noFill/>
            <a:ln w="12700" cap="flat" cmpd="sng" algn="ctr">
              <a:solidFill>
                <a:srgbClr val="232F3E"/>
              </a:solidFill>
              <a:prstDash val="solid"/>
              <a:miter lim="800000"/>
              <a:headEnd type="none" w="med" len="med"/>
              <a:tailEnd type="arrow" w="med" len="med"/>
            </a:ln>
            <a:effectLst/>
          </p:spPr>
        </p:cxnSp>
        <p:cxnSp>
          <p:nvCxnSpPr>
            <p:cNvPr id="96" name="Straight Arrow Connector 95">
              <a:extLst>
                <a:ext uri="{FF2B5EF4-FFF2-40B4-BE49-F238E27FC236}">
                  <a16:creationId xmlns:a16="http://schemas.microsoft.com/office/drawing/2014/main" id="{80191D6E-BB91-E23E-412E-0094A8182EF1}"/>
                </a:ext>
                <a:ext uri="{C183D7F6-B498-43B3-948B-1728B52AA6E4}">
                  <adec:decorative xmlns:adec="http://schemas.microsoft.com/office/drawing/2017/decorative" val="1"/>
                </a:ext>
              </a:extLst>
            </p:cNvPr>
            <p:cNvCxnSpPr>
              <a:cxnSpLocks/>
              <a:stCxn id="97" idx="1"/>
            </p:cNvCxnSpPr>
            <p:nvPr/>
          </p:nvCxnSpPr>
          <p:spPr>
            <a:xfrm flipH="1">
              <a:off x="6502755" y="2425298"/>
              <a:ext cx="168670" cy="0"/>
            </a:xfrm>
            <a:prstGeom prst="straightConnector1">
              <a:avLst/>
            </a:prstGeom>
            <a:noFill/>
            <a:ln w="12700" cap="flat" cmpd="sng" algn="ctr">
              <a:solidFill>
                <a:srgbClr val="232F3E"/>
              </a:solidFill>
              <a:prstDash val="solid"/>
              <a:miter lim="800000"/>
              <a:headEnd type="none" w="med" len="med"/>
              <a:tailEnd type="arrow" w="med" len="med"/>
            </a:ln>
            <a:effectLst/>
          </p:spPr>
        </p:cxnSp>
        <p:sp>
          <p:nvSpPr>
            <p:cNvPr id="97" name="TextBox 96">
              <a:extLst>
                <a:ext uri="{FF2B5EF4-FFF2-40B4-BE49-F238E27FC236}">
                  <a16:creationId xmlns:a16="http://schemas.microsoft.com/office/drawing/2014/main" id="{43F02B7C-4E9A-2034-67F6-117DDE829628}"/>
                </a:ext>
                <a:ext uri="{C183D7F6-B498-43B3-948B-1728B52AA6E4}">
                  <adec:decorative xmlns:adec="http://schemas.microsoft.com/office/drawing/2017/decorative" val="1"/>
                </a:ext>
              </a:extLst>
            </p:cNvPr>
            <p:cNvSpPr txBox="1"/>
            <p:nvPr/>
          </p:nvSpPr>
          <p:spPr>
            <a:xfrm>
              <a:off x="6671425" y="2256021"/>
              <a:ext cx="1731564" cy="338554"/>
            </a:xfrm>
            <a:prstGeom prst="rect">
              <a:avLst/>
            </a:prstGeom>
            <a:noFill/>
          </p:spPr>
          <p:txBody>
            <a:bodyPr wrap="none" rtlCol="0">
              <a:spAutoFit/>
            </a:bodyPr>
            <a:lstStyle/>
            <a:p>
              <a:pPr algn="ctr"/>
              <a:r>
                <a:rPr lang="en-US" sz="1600" dirty="0">
                  <a:solidFill>
                    <a:srgbClr val="000000"/>
                  </a:solidFill>
                  <a:ea typeface="Amazon Ember Light" panose="020B0403020204020204" pitchFamily="34" charset="0"/>
                  <a:cs typeface="Amazon Ember Light" panose="020B0403020204020204" pitchFamily="34" charset="0"/>
                </a:rPr>
                <a:t>Autocorrelation?</a:t>
              </a:r>
            </a:p>
          </p:txBody>
        </p:sp>
      </p:grpSp>
    </p:spTree>
    <p:custDataLst>
      <p:tags r:id="rId1"/>
    </p:custDataLst>
    <p:extLst>
      <p:ext uri="{BB962C8B-B14F-4D97-AF65-F5344CB8AC3E}">
        <p14:creationId xmlns:p14="http://schemas.microsoft.com/office/powerpoint/2010/main" val="31995944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F54A59E-034D-4036-9DDE-F026296C9AE2}"/>
              </a:ext>
            </a:extLst>
          </p:cNvPr>
          <p:cNvSpPr>
            <a:spLocks noGrp="1"/>
          </p:cNvSpPr>
          <p:nvPr>
            <p:ph type="sldNum" idx="97"/>
          </p:nvPr>
        </p:nvSpPr>
        <p:spPr/>
        <p:txBody>
          <a:bodyPr/>
          <a:lstStyle/>
          <a:p>
            <a:fld id="{4037B1B0-0345-4E15-985A-6BECCDBE474F}" type="slidenum">
              <a:rPr lang="en-US" smtClean="0"/>
              <a:pPr/>
              <a:t>46</a:t>
            </a:fld>
            <a:endParaRPr lang="en-US" dirty="0"/>
          </a:p>
        </p:txBody>
      </p:sp>
      <p:sp>
        <p:nvSpPr>
          <p:cNvPr id="3" name="Title 2">
            <a:extLst>
              <a:ext uri="{FF2B5EF4-FFF2-40B4-BE49-F238E27FC236}">
                <a16:creationId xmlns:a16="http://schemas.microsoft.com/office/drawing/2014/main" id="{3BE02FE7-A6FA-4689-A30C-628FCBC12A88}"/>
              </a:ext>
            </a:extLst>
          </p:cNvPr>
          <p:cNvSpPr>
            <a:spLocks noGrp="1"/>
          </p:cNvSpPr>
          <p:nvPr>
            <p:ph type="title" idx="1"/>
          </p:nvPr>
        </p:nvSpPr>
        <p:spPr/>
        <p:txBody>
          <a:bodyPr/>
          <a:lstStyle/>
          <a:p>
            <a:r>
              <a:rPr lang="en-US" dirty="0"/>
              <a:t>Time series algorithms</a:t>
            </a:r>
          </a:p>
        </p:txBody>
      </p:sp>
      <p:sp>
        <p:nvSpPr>
          <p:cNvPr id="7" name="Content Placeholder 2">
            <a:extLst>
              <a:ext uri="{FF2B5EF4-FFF2-40B4-BE49-F238E27FC236}">
                <a16:creationId xmlns:a16="http://schemas.microsoft.com/office/drawing/2014/main" id="{66AD3CF8-E283-4E3E-F43B-0035460869CD}"/>
              </a:ext>
            </a:extLst>
          </p:cNvPr>
          <p:cNvSpPr txBox="1">
            <a:spLocks/>
          </p:cNvSpPr>
          <p:nvPr/>
        </p:nvSpPr>
        <p:spPr>
          <a:xfrm>
            <a:off x="419100" y="1528175"/>
            <a:ext cx="5504688" cy="464878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srgbClr val="232F3E"/>
                </a:solidFill>
                <a:effectLst/>
                <a:uLnTx/>
                <a:uFillTx/>
                <a:latin typeface="+mn-lt"/>
                <a:ea typeface="Amazon Ember Light" panose="020B0403020204020204" pitchFamily="34" charset="0"/>
                <a:cs typeface="Amazon Ember Light" panose="020B0403020204020204" pitchFamily="34" charset="0"/>
              </a:rPr>
              <a:t>Autoregressive Integrated Moving Average (ARIMA) </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srgbClr val="232F3E"/>
                </a:solidFill>
                <a:effectLst/>
                <a:uLnTx/>
                <a:uFillTx/>
                <a:latin typeface="+mn-lt"/>
                <a:ea typeface="Amazon Ember Light" panose="020B0403020204020204" pitchFamily="34" charset="0"/>
                <a:cs typeface="Amazon Ember Light" panose="020B0403020204020204" pitchFamily="34" charset="0"/>
              </a:rPr>
              <a:t>DeepAR+</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srgbClr val="232F3E"/>
                </a:solidFill>
                <a:effectLst/>
                <a:uLnTx/>
                <a:uFillTx/>
                <a:latin typeface="+mn-lt"/>
                <a:ea typeface="Amazon Ember Light" panose="020B0403020204020204" pitchFamily="34" charset="0"/>
                <a:cs typeface="Amazon Ember Light" panose="020B0403020204020204" pitchFamily="34" charset="0"/>
              </a:rPr>
              <a:t>Exponential Smoothing (ETS)</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srgbClr val="232F3E"/>
                </a:solidFill>
                <a:effectLst/>
                <a:uLnTx/>
                <a:uFillTx/>
                <a:latin typeface="+mn-lt"/>
                <a:ea typeface="Amazon Ember Light" panose="020B0403020204020204" pitchFamily="34" charset="0"/>
                <a:cs typeface="Amazon Ember Light" panose="020B0403020204020204" pitchFamily="34" charset="0"/>
              </a:rPr>
              <a:t>Non-Parametric Time Series (NPTS)</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srgbClr val="232F3E"/>
                </a:solidFill>
                <a:effectLst/>
                <a:uLnTx/>
                <a:uFillTx/>
                <a:latin typeface="+mn-lt"/>
                <a:ea typeface="Amazon Ember Light" panose="020B0403020204020204" pitchFamily="34" charset="0"/>
                <a:cs typeface="Amazon Ember Light" panose="020B0403020204020204" pitchFamily="34" charset="0"/>
              </a:rPr>
              <a:t>Prophet</a:t>
            </a:r>
          </a:p>
        </p:txBody>
      </p:sp>
      <p:graphicFrame>
        <p:nvGraphicFramePr>
          <p:cNvPr id="8" name="Content Placeholder 6" descr="Time series algorithms, described in notes.">
            <a:extLst>
              <a:ext uri="{FF2B5EF4-FFF2-40B4-BE49-F238E27FC236}">
                <a16:creationId xmlns:a16="http://schemas.microsoft.com/office/drawing/2014/main" id="{F95E264E-0364-B97A-8D10-EF4EE9F8CDFA}"/>
              </a:ext>
            </a:extLst>
          </p:cNvPr>
          <p:cNvGraphicFramePr>
            <a:graphicFrameLocks/>
          </p:cNvGraphicFramePr>
          <p:nvPr>
            <p:extLst>
              <p:ext uri="{D42A27DB-BD31-4B8C-83A1-F6EECF244321}">
                <p14:modId xmlns:p14="http://schemas.microsoft.com/office/powerpoint/2010/main" val="3732279452"/>
              </p:ext>
            </p:extLst>
          </p:nvPr>
        </p:nvGraphicFramePr>
        <p:xfrm>
          <a:off x="6246813" y="1524000"/>
          <a:ext cx="5503862" cy="464978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ustDataLst>
      <p:tags r:id="rId1"/>
    </p:custDataLst>
    <p:extLst>
      <p:ext uri="{BB962C8B-B14F-4D97-AF65-F5344CB8AC3E}">
        <p14:creationId xmlns:p14="http://schemas.microsoft.com/office/powerpoint/2010/main" val="135470708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38" name="Group 37">
            <a:extLst>
              <a:ext uri="{FF2B5EF4-FFF2-40B4-BE49-F238E27FC236}">
                <a16:creationId xmlns:a16="http://schemas.microsoft.com/office/drawing/2014/main" id="{997C57E8-6942-F6FE-537B-2DD866CE5538}"/>
              </a:ext>
              <a:ext uri="{C183D7F6-B498-43B3-948B-1728B52AA6E4}">
                <adec:decorative xmlns:adec="http://schemas.microsoft.com/office/drawing/2017/decorative" val="1"/>
              </a:ext>
            </a:extLst>
          </p:cNvPr>
          <p:cNvGrpSpPr/>
          <p:nvPr/>
        </p:nvGrpSpPr>
        <p:grpSpPr>
          <a:xfrm>
            <a:off x="9891249" y="1190974"/>
            <a:ext cx="2148345" cy="1505841"/>
            <a:chOff x="6516594" y="2387676"/>
            <a:chExt cx="3608768" cy="3748749"/>
          </a:xfrm>
        </p:grpSpPr>
        <p:sp>
          <p:nvSpPr>
            <p:cNvPr id="39" name="Rectangle 38">
              <a:extLst>
                <a:ext uri="{FF2B5EF4-FFF2-40B4-BE49-F238E27FC236}">
                  <a16:creationId xmlns:a16="http://schemas.microsoft.com/office/drawing/2014/main" id="{5FC68E41-CA00-246F-348B-21CE82D68E97}"/>
                </a:ext>
                <a:ext uri="{C183D7F6-B498-43B3-948B-1728B52AA6E4}">
                  <adec:decorative xmlns:adec="http://schemas.microsoft.com/office/drawing/2017/decorative" val="1"/>
                </a:ext>
              </a:extLst>
            </p:cNvPr>
            <p:cNvSpPr/>
            <p:nvPr/>
          </p:nvSpPr>
          <p:spPr>
            <a:xfrm>
              <a:off x="6516596" y="2387676"/>
              <a:ext cx="3554768" cy="3748749"/>
            </a:xfrm>
            <a:prstGeom prst="rect">
              <a:avLst/>
            </a:prstGeom>
            <a:solidFill>
              <a:schemeClr val="accent4"/>
            </a:solidFill>
            <a:ln>
              <a:no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 name="TextBox 39">
              <a:extLst>
                <a:ext uri="{FF2B5EF4-FFF2-40B4-BE49-F238E27FC236}">
                  <a16:creationId xmlns:a16="http://schemas.microsoft.com/office/drawing/2014/main" id="{7719859C-1C30-FE4E-797E-212165875905}"/>
                </a:ext>
              </a:extLst>
            </p:cNvPr>
            <p:cNvSpPr txBox="1"/>
            <p:nvPr/>
          </p:nvSpPr>
          <p:spPr>
            <a:xfrm>
              <a:off x="6516594" y="5100593"/>
              <a:ext cx="3608768" cy="919442"/>
            </a:xfrm>
            <a:prstGeom prst="rect">
              <a:avLst/>
            </a:prstGeom>
            <a:noFill/>
            <a:ln>
              <a:no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dirty="0">
                  <a:solidFill>
                    <a:srgbClr val="232F3E"/>
                  </a:solidFill>
                </a:rPr>
                <a:t>Generate forecasts</a:t>
              </a:r>
            </a:p>
          </p:txBody>
        </p:sp>
      </p:grpSp>
      <p:sp>
        <p:nvSpPr>
          <p:cNvPr id="36" name="Rectangle 35">
            <a:extLst>
              <a:ext uri="{FF2B5EF4-FFF2-40B4-BE49-F238E27FC236}">
                <a16:creationId xmlns:a16="http://schemas.microsoft.com/office/drawing/2014/main" id="{2062D1E8-5C0A-A1CB-1F17-30B22BAC08E2}"/>
              </a:ext>
              <a:ext uri="{C183D7F6-B498-43B3-948B-1728B52AA6E4}">
                <adec:decorative xmlns:adec="http://schemas.microsoft.com/office/drawing/2017/decorative" val="1"/>
              </a:ext>
            </a:extLst>
          </p:cNvPr>
          <p:cNvSpPr/>
          <p:nvPr/>
        </p:nvSpPr>
        <p:spPr>
          <a:xfrm>
            <a:off x="6127010" y="2318246"/>
            <a:ext cx="3695862" cy="3521622"/>
          </a:xfrm>
          <a:prstGeom prst="rect">
            <a:avLst/>
          </a:prstGeom>
          <a:solidFill>
            <a:schemeClr val="accent4"/>
          </a:solidFill>
          <a:ln>
            <a:no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lide Number Placeholder 1">
            <a:extLst>
              <a:ext uri="{FF2B5EF4-FFF2-40B4-BE49-F238E27FC236}">
                <a16:creationId xmlns:a16="http://schemas.microsoft.com/office/drawing/2014/main" id="{CF54A59E-034D-4036-9DDE-F026296C9AE2}"/>
              </a:ext>
            </a:extLst>
          </p:cNvPr>
          <p:cNvSpPr>
            <a:spLocks noGrp="1"/>
          </p:cNvSpPr>
          <p:nvPr>
            <p:ph type="sldNum" idx="97"/>
          </p:nvPr>
        </p:nvSpPr>
        <p:spPr/>
        <p:txBody>
          <a:bodyPr/>
          <a:lstStyle/>
          <a:p>
            <a:fld id="{4037B1B0-0345-4E15-985A-6BECCDBE474F}" type="slidenum">
              <a:rPr lang="en-US" smtClean="0"/>
              <a:pPr/>
              <a:t>47</a:t>
            </a:fld>
            <a:endParaRPr lang="en-US" dirty="0"/>
          </a:p>
        </p:txBody>
      </p:sp>
      <p:sp>
        <p:nvSpPr>
          <p:cNvPr id="3" name="Title 2">
            <a:extLst>
              <a:ext uri="{FF2B5EF4-FFF2-40B4-BE49-F238E27FC236}">
                <a16:creationId xmlns:a16="http://schemas.microsoft.com/office/drawing/2014/main" id="{3BE02FE7-A6FA-4689-A30C-628FCBC12A88}"/>
              </a:ext>
            </a:extLst>
          </p:cNvPr>
          <p:cNvSpPr>
            <a:spLocks noGrp="1"/>
          </p:cNvSpPr>
          <p:nvPr>
            <p:ph type="title" idx="1"/>
          </p:nvPr>
        </p:nvSpPr>
        <p:spPr/>
        <p:txBody>
          <a:bodyPr/>
          <a:lstStyle/>
          <a:p>
            <a:r>
              <a:rPr lang="en-US" dirty="0"/>
              <a:t>Amazon Forecast workflow</a:t>
            </a:r>
          </a:p>
        </p:txBody>
      </p:sp>
      <p:sp>
        <p:nvSpPr>
          <p:cNvPr id="34" name="Rectangle 33">
            <a:extLst>
              <a:ext uri="{FF2B5EF4-FFF2-40B4-BE49-F238E27FC236}">
                <a16:creationId xmlns:a16="http://schemas.microsoft.com/office/drawing/2014/main" id="{67EFAA6C-1256-1A0C-3AC8-62BF81558A69}"/>
              </a:ext>
              <a:ext uri="{C183D7F6-B498-43B3-948B-1728B52AA6E4}">
                <adec:decorative xmlns:adec="http://schemas.microsoft.com/office/drawing/2017/decorative" val="1"/>
              </a:ext>
            </a:extLst>
          </p:cNvPr>
          <p:cNvSpPr/>
          <p:nvPr/>
        </p:nvSpPr>
        <p:spPr>
          <a:xfrm>
            <a:off x="220602" y="3775877"/>
            <a:ext cx="5716868" cy="2063991"/>
          </a:xfrm>
          <a:prstGeom prst="rect">
            <a:avLst/>
          </a:prstGeom>
          <a:solidFill>
            <a:schemeClr val="accent4"/>
          </a:solidFill>
          <a:ln>
            <a:no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D7F6E958-A24A-75B8-50EE-E0055F75FD02}"/>
              </a:ext>
              <a:ext uri="{C183D7F6-B498-43B3-948B-1728B52AA6E4}">
                <adec:decorative xmlns:adec="http://schemas.microsoft.com/office/drawing/2017/decorative" val="1"/>
              </a:ext>
            </a:extLst>
          </p:cNvPr>
          <p:cNvSpPr/>
          <p:nvPr/>
        </p:nvSpPr>
        <p:spPr>
          <a:xfrm>
            <a:off x="329148" y="3973421"/>
            <a:ext cx="1498788" cy="93092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rgbClr val="FFFFFF"/>
                </a:solidFill>
                <a:ea typeface="Amazon Ember" panose="02000000000000000000" pitchFamily="2" charset="0"/>
              </a:rPr>
              <a:t>Collect and label data</a:t>
            </a:r>
          </a:p>
        </p:txBody>
      </p:sp>
      <p:sp>
        <p:nvSpPr>
          <p:cNvPr id="8" name="Rectangle 7">
            <a:extLst>
              <a:ext uri="{FF2B5EF4-FFF2-40B4-BE49-F238E27FC236}">
                <a16:creationId xmlns:a16="http://schemas.microsoft.com/office/drawing/2014/main" id="{7EE8B353-A5E6-167D-2E08-4BDBF497B52D}"/>
              </a:ext>
              <a:ext uri="{C183D7F6-B498-43B3-948B-1728B52AA6E4}">
                <adec:decorative xmlns:adec="http://schemas.microsoft.com/office/drawing/2017/decorative" val="1"/>
              </a:ext>
            </a:extLst>
          </p:cNvPr>
          <p:cNvSpPr/>
          <p:nvPr/>
        </p:nvSpPr>
        <p:spPr>
          <a:xfrm>
            <a:off x="2303009" y="3973421"/>
            <a:ext cx="1498788" cy="93092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rgbClr val="FFFFFF"/>
                </a:solidFill>
                <a:ea typeface="Amazon Ember" panose="02000000000000000000" pitchFamily="2" charset="0"/>
              </a:rPr>
              <a:t>Evaluate </a:t>
            </a:r>
            <a:br>
              <a:rPr lang="en-US" sz="1600" dirty="0">
                <a:solidFill>
                  <a:srgbClr val="FFFFFF"/>
                </a:solidFill>
                <a:ea typeface="Amazon Ember" panose="02000000000000000000" pitchFamily="2" charset="0"/>
              </a:rPr>
            </a:br>
            <a:r>
              <a:rPr lang="en-US" sz="1600" dirty="0">
                <a:solidFill>
                  <a:srgbClr val="FFFFFF"/>
                </a:solidFill>
                <a:ea typeface="Amazon Ember" panose="02000000000000000000" pitchFamily="2" charset="0"/>
              </a:rPr>
              <a:t>data</a:t>
            </a:r>
          </a:p>
        </p:txBody>
      </p:sp>
      <p:sp>
        <p:nvSpPr>
          <p:cNvPr id="9" name="Rectangle 8">
            <a:extLst>
              <a:ext uri="{FF2B5EF4-FFF2-40B4-BE49-F238E27FC236}">
                <a16:creationId xmlns:a16="http://schemas.microsoft.com/office/drawing/2014/main" id="{04CA23D8-752C-2C92-8D8E-2C844AB1B3EA}"/>
              </a:ext>
              <a:ext uri="{C183D7F6-B498-43B3-948B-1728B52AA6E4}">
                <adec:decorative xmlns:adec="http://schemas.microsoft.com/office/drawing/2017/decorative" val="1"/>
              </a:ext>
            </a:extLst>
          </p:cNvPr>
          <p:cNvSpPr/>
          <p:nvPr/>
        </p:nvSpPr>
        <p:spPr>
          <a:xfrm>
            <a:off x="4276870" y="3973421"/>
            <a:ext cx="1498788" cy="93092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rgbClr val="FFFFFF"/>
                </a:solidFill>
                <a:ea typeface="Amazon Ember" panose="02000000000000000000" pitchFamily="2" charset="0"/>
              </a:rPr>
              <a:t>Feature engineering</a:t>
            </a:r>
          </a:p>
        </p:txBody>
      </p:sp>
      <p:sp>
        <p:nvSpPr>
          <p:cNvPr id="10" name="Rectangle 9">
            <a:extLst>
              <a:ext uri="{FF2B5EF4-FFF2-40B4-BE49-F238E27FC236}">
                <a16:creationId xmlns:a16="http://schemas.microsoft.com/office/drawing/2014/main" id="{A9890E41-1E04-89C7-EA7D-43EE3E44D93E}"/>
              </a:ext>
              <a:ext uri="{C183D7F6-B498-43B3-948B-1728B52AA6E4}">
                <adec:decorative xmlns:adec="http://schemas.microsoft.com/office/drawing/2017/decorative" val="1"/>
              </a:ext>
            </a:extLst>
          </p:cNvPr>
          <p:cNvSpPr/>
          <p:nvPr/>
        </p:nvSpPr>
        <p:spPr>
          <a:xfrm>
            <a:off x="6250731" y="3973422"/>
            <a:ext cx="1498788" cy="93092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rgbClr val="FFFFFF"/>
                </a:solidFill>
                <a:ea typeface="Amazon Ember" panose="02000000000000000000" pitchFamily="2" charset="0"/>
              </a:rPr>
              <a:t>Select and </a:t>
            </a:r>
            <a:br>
              <a:rPr lang="en-US" sz="1600" dirty="0">
                <a:solidFill>
                  <a:srgbClr val="FFFFFF"/>
                </a:solidFill>
                <a:ea typeface="Amazon Ember" panose="02000000000000000000" pitchFamily="2" charset="0"/>
              </a:rPr>
            </a:br>
            <a:r>
              <a:rPr lang="en-US" sz="1600" dirty="0">
                <a:solidFill>
                  <a:srgbClr val="FFFFFF"/>
                </a:solidFill>
                <a:ea typeface="Amazon Ember" panose="02000000000000000000" pitchFamily="2" charset="0"/>
              </a:rPr>
              <a:t>train model</a:t>
            </a:r>
          </a:p>
        </p:txBody>
      </p:sp>
      <p:sp>
        <p:nvSpPr>
          <p:cNvPr id="11" name="Rectangle 10">
            <a:extLst>
              <a:ext uri="{FF2B5EF4-FFF2-40B4-BE49-F238E27FC236}">
                <a16:creationId xmlns:a16="http://schemas.microsoft.com/office/drawing/2014/main" id="{2B5B9FE6-0AEC-338D-20F2-F6DC180921E0}"/>
              </a:ext>
              <a:ext uri="{C183D7F6-B498-43B3-948B-1728B52AA6E4}">
                <adec:decorative xmlns:adec="http://schemas.microsoft.com/office/drawing/2017/decorative" val="1"/>
              </a:ext>
            </a:extLst>
          </p:cNvPr>
          <p:cNvSpPr/>
          <p:nvPr/>
        </p:nvSpPr>
        <p:spPr>
          <a:xfrm>
            <a:off x="8224592" y="3973421"/>
            <a:ext cx="1498788" cy="93092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rgbClr val="FFFFFF"/>
                </a:solidFill>
                <a:ea typeface="Amazon Ember" panose="02000000000000000000" pitchFamily="2" charset="0"/>
              </a:rPr>
              <a:t>Evaluate </a:t>
            </a:r>
            <a:br>
              <a:rPr lang="en-US" sz="1600" dirty="0">
                <a:solidFill>
                  <a:srgbClr val="FFFFFF"/>
                </a:solidFill>
                <a:ea typeface="Amazon Ember" panose="02000000000000000000" pitchFamily="2" charset="0"/>
              </a:rPr>
            </a:br>
            <a:r>
              <a:rPr lang="en-US" sz="1600" dirty="0">
                <a:solidFill>
                  <a:srgbClr val="FFFFFF"/>
                </a:solidFill>
                <a:ea typeface="Amazon Ember" panose="02000000000000000000" pitchFamily="2" charset="0"/>
              </a:rPr>
              <a:t>model</a:t>
            </a:r>
          </a:p>
        </p:txBody>
      </p:sp>
      <p:sp>
        <p:nvSpPr>
          <p:cNvPr id="12" name="Rectangle 11">
            <a:extLst>
              <a:ext uri="{FF2B5EF4-FFF2-40B4-BE49-F238E27FC236}">
                <a16:creationId xmlns:a16="http://schemas.microsoft.com/office/drawing/2014/main" id="{74206C59-273F-63AE-DF9C-561501520445}"/>
              </a:ext>
              <a:ext uri="{C183D7F6-B498-43B3-948B-1728B52AA6E4}">
                <adec:decorative xmlns:adec="http://schemas.microsoft.com/office/drawing/2017/decorative" val="1"/>
              </a:ext>
            </a:extLst>
          </p:cNvPr>
          <p:cNvSpPr/>
          <p:nvPr/>
        </p:nvSpPr>
        <p:spPr>
          <a:xfrm>
            <a:off x="10214400" y="1237727"/>
            <a:ext cx="1498788" cy="93092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rgbClr val="FFFFFF"/>
                </a:solidFill>
                <a:ea typeface="Amazon Ember" panose="02000000000000000000" pitchFamily="2" charset="0"/>
              </a:rPr>
              <a:t>Deploy </a:t>
            </a:r>
            <a:br>
              <a:rPr lang="en-US" sz="1600" dirty="0">
                <a:solidFill>
                  <a:srgbClr val="FFFFFF"/>
                </a:solidFill>
                <a:ea typeface="Amazon Ember" panose="02000000000000000000" pitchFamily="2" charset="0"/>
              </a:rPr>
            </a:br>
            <a:r>
              <a:rPr lang="en-US" sz="1600" dirty="0">
                <a:solidFill>
                  <a:srgbClr val="FFFFFF"/>
                </a:solidFill>
                <a:ea typeface="Amazon Ember" panose="02000000000000000000" pitchFamily="2" charset="0"/>
              </a:rPr>
              <a:t>model</a:t>
            </a:r>
          </a:p>
        </p:txBody>
      </p:sp>
      <p:sp>
        <p:nvSpPr>
          <p:cNvPr id="13" name="Rectangle 12">
            <a:extLst>
              <a:ext uri="{FF2B5EF4-FFF2-40B4-BE49-F238E27FC236}">
                <a16:creationId xmlns:a16="http://schemas.microsoft.com/office/drawing/2014/main" id="{E5F9CFEC-E0A6-4D2A-6696-2B0E11D5A156}"/>
              </a:ext>
              <a:ext uri="{C183D7F6-B498-43B3-948B-1728B52AA6E4}">
                <adec:decorative xmlns:adec="http://schemas.microsoft.com/office/drawing/2017/decorative" val="1"/>
              </a:ext>
            </a:extLst>
          </p:cNvPr>
          <p:cNvSpPr/>
          <p:nvPr/>
        </p:nvSpPr>
        <p:spPr>
          <a:xfrm>
            <a:off x="6250731" y="2561445"/>
            <a:ext cx="1498788" cy="93092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rgbClr val="FFFFFF"/>
                </a:solidFill>
                <a:ea typeface="Amazon Ember" panose="02000000000000000000" pitchFamily="2" charset="0"/>
              </a:rPr>
              <a:t>Tune </a:t>
            </a:r>
            <a:br>
              <a:rPr lang="en-US" sz="1600" dirty="0">
                <a:solidFill>
                  <a:srgbClr val="FFFFFF"/>
                </a:solidFill>
                <a:ea typeface="Amazon Ember" panose="02000000000000000000" pitchFamily="2" charset="0"/>
              </a:rPr>
            </a:br>
            <a:r>
              <a:rPr lang="en-US" sz="1600" dirty="0">
                <a:solidFill>
                  <a:srgbClr val="FFFFFF"/>
                </a:solidFill>
                <a:ea typeface="Amazon Ember" panose="02000000000000000000" pitchFamily="2" charset="0"/>
              </a:rPr>
              <a:t>model</a:t>
            </a:r>
          </a:p>
        </p:txBody>
      </p:sp>
      <p:cxnSp>
        <p:nvCxnSpPr>
          <p:cNvPr id="14" name="Elbow Connector 6">
            <a:extLst>
              <a:ext uri="{FF2B5EF4-FFF2-40B4-BE49-F238E27FC236}">
                <a16:creationId xmlns:a16="http://schemas.microsoft.com/office/drawing/2014/main" id="{0DF55B05-EEB1-D8BD-3DA4-8EA842862307}"/>
              </a:ext>
              <a:ext uri="{C183D7F6-B498-43B3-948B-1728B52AA6E4}">
                <adec:decorative xmlns:adec="http://schemas.microsoft.com/office/drawing/2017/decorative" val="1"/>
              </a:ext>
            </a:extLst>
          </p:cNvPr>
          <p:cNvCxnSpPr>
            <a:stCxn id="11" idx="0"/>
            <a:endCxn id="13" idx="3"/>
          </p:cNvCxnSpPr>
          <p:nvPr/>
        </p:nvCxnSpPr>
        <p:spPr>
          <a:xfrm rot="16200000" flipV="1">
            <a:off x="7888496" y="2887930"/>
            <a:ext cx="946514" cy="1224467"/>
          </a:xfrm>
          <a:prstGeom prst="bentConnector2">
            <a:avLst/>
          </a:prstGeom>
          <a:ln w="12700">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5" name="Elbow Connector 40">
            <a:extLst>
              <a:ext uri="{FF2B5EF4-FFF2-40B4-BE49-F238E27FC236}">
                <a16:creationId xmlns:a16="http://schemas.microsoft.com/office/drawing/2014/main" id="{C435CAF3-A4EE-4777-5283-72E66DF01B31}"/>
              </a:ext>
              <a:ext uri="{C183D7F6-B498-43B3-948B-1728B52AA6E4}">
                <adec:decorative xmlns:adec="http://schemas.microsoft.com/office/drawing/2017/decorative" val="1"/>
              </a:ext>
            </a:extLst>
          </p:cNvPr>
          <p:cNvCxnSpPr>
            <a:stCxn id="13" idx="1"/>
            <a:endCxn id="9" idx="0"/>
          </p:cNvCxnSpPr>
          <p:nvPr/>
        </p:nvCxnSpPr>
        <p:spPr>
          <a:xfrm rot="10800000" flipV="1">
            <a:off x="5026265" y="3026907"/>
            <a:ext cx="1224467" cy="946514"/>
          </a:xfrm>
          <a:prstGeom prst="bentConnector2">
            <a:avLst/>
          </a:prstGeom>
          <a:ln w="12700">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2F28C37E-4552-E95C-EAE8-DC75251D21DE}"/>
              </a:ext>
              <a:ext uri="{C183D7F6-B498-43B3-948B-1728B52AA6E4}">
                <adec:decorative xmlns:adec="http://schemas.microsoft.com/office/drawing/2017/decorative" val="1"/>
              </a:ext>
            </a:extLst>
          </p:cNvPr>
          <p:cNvCxnSpPr>
            <a:stCxn id="7" idx="3"/>
            <a:endCxn id="8" idx="1"/>
          </p:cNvCxnSpPr>
          <p:nvPr/>
        </p:nvCxnSpPr>
        <p:spPr>
          <a:xfrm>
            <a:off x="1827936" y="4438883"/>
            <a:ext cx="475073" cy="0"/>
          </a:xfrm>
          <a:prstGeom prst="straightConnector1">
            <a:avLst/>
          </a:prstGeom>
          <a:ln w="12700">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E4BABCB2-9636-A532-54DE-727C119D1297}"/>
              </a:ext>
              <a:ext uri="{C183D7F6-B498-43B3-948B-1728B52AA6E4}">
                <adec:decorative xmlns:adec="http://schemas.microsoft.com/office/drawing/2017/decorative" val="1"/>
              </a:ext>
            </a:extLst>
          </p:cNvPr>
          <p:cNvCxnSpPr>
            <a:stCxn id="8" idx="3"/>
            <a:endCxn id="9" idx="1"/>
          </p:cNvCxnSpPr>
          <p:nvPr/>
        </p:nvCxnSpPr>
        <p:spPr>
          <a:xfrm>
            <a:off x="3801797" y="4438883"/>
            <a:ext cx="475073" cy="0"/>
          </a:xfrm>
          <a:prstGeom prst="straightConnector1">
            <a:avLst/>
          </a:prstGeom>
          <a:ln w="12700">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5BEC3DB8-BCE9-1104-12C2-5A799C5916F0}"/>
              </a:ext>
              <a:ext uri="{C183D7F6-B498-43B3-948B-1728B52AA6E4}">
                <adec:decorative xmlns:adec="http://schemas.microsoft.com/office/drawing/2017/decorative" val="1"/>
              </a:ext>
            </a:extLst>
          </p:cNvPr>
          <p:cNvCxnSpPr>
            <a:stCxn id="9" idx="3"/>
            <a:endCxn id="10" idx="1"/>
          </p:cNvCxnSpPr>
          <p:nvPr/>
        </p:nvCxnSpPr>
        <p:spPr>
          <a:xfrm>
            <a:off x="5775658" y="4438883"/>
            <a:ext cx="475073" cy="1"/>
          </a:xfrm>
          <a:prstGeom prst="straightConnector1">
            <a:avLst/>
          </a:prstGeom>
          <a:ln w="12700">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B282B0A1-C9C8-8454-DF9A-9840A37C4103}"/>
              </a:ext>
              <a:ext uri="{C183D7F6-B498-43B3-948B-1728B52AA6E4}">
                <adec:decorative xmlns:adec="http://schemas.microsoft.com/office/drawing/2017/decorative" val="1"/>
              </a:ext>
            </a:extLst>
          </p:cNvPr>
          <p:cNvCxnSpPr>
            <a:stCxn id="10" idx="3"/>
            <a:endCxn id="11" idx="1"/>
          </p:cNvCxnSpPr>
          <p:nvPr/>
        </p:nvCxnSpPr>
        <p:spPr>
          <a:xfrm flipV="1">
            <a:off x="7749519" y="4438883"/>
            <a:ext cx="475073" cy="1"/>
          </a:xfrm>
          <a:prstGeom prst="straightConnector1">
            <a:avLst/>
          </a:prstGeom>
          <a:ln w="12700">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4277ED14-6345-8EE5-985D-C54865338B25}"/>
              </a:ext>
              <a:ext uri="{C183D7F6-B498-43B3-948B-1728B52AA6E4}">
                <adec:decorative xmlns:adec="http://schemas.microsoft.com/office/drawing/2017/decorative" val="1"/>
              </a:ext>
            </a:extLst>
          </p:cNvPr>
          <p:cNvCxnSpPr>
            <a:stCxn id="11" idx="3"/>
            <a:endCxn id="31" idx="1"/>
          </p:cNvCxnSpPr>
          <p:nvPr/>
        </p:nvCxnSpPr>
        <p:spPr>
          <a:xfrm flipV="1">
            <a:off x="9723380" y="4436633"/>
            <a:ext cx="226261" cy="2250"/>
          </a:xfrm>
          <a:prstGeom prst="straightConnector1">
            <a:avLst/>
          </a:prstGeom>
          <a:ln w="12700">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1" name="Elbow Connector 67">
            <a:extLst>
              <a:ext uri="{FF2B5EF4-FFF2-40B4-BE49-F238E27FC236}">
                <a16:creationId xmlns:a16="http://schemas.microsoft.com/office/drawing/2014/main" id="{7CF9BD82-5D7C-3B27-9709-384CA9551ADD}"/>
              </a:ext>
              <a:ext uri="{C183D7F6-B498-43B3-948B-1728B52AA6E4}">
                <adec:decorative xmlns:adec="http://schemas.microsoft.com/office/drawing/2017/decorative" val="1"/>
              </a:ext>
            </a:extLst>
          </p:cNvPr>
          <p:cNvCxnSpPr>
            <a:stCxn id="12" idx="1"/>
            <a:endCxn id="8" idx="0"/>
          </p:cNvCxnSpPr>
          <p:nvPr/>
        </p:nvCxnSpPr>
        <p:spPr>
          <a:xfrm rot="10800000" flipV="1">
            <a:off x="3052404" y="1703189"/>
            <a:ext cx="7161997" cy="2270232"/>
          </a:xfrm>
          <a:prstGeom prst="bentConnector2">
            <a:avLst/>
          </a:prstGeom>
          <a:ln w="12700">
            <a:prstDash val="dash"/>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B3BC34A5-824D-F6F3-FC00-74049E87D99A}"/>
              </a:ext>
            </a:extLst>
          </p:cNvPr>
          <p:cNvSpPr txBox="1"/>
          <p:nvPr/>
        </p:nvSpPr>
        <p:spPr>
          <a:xfrm>
            <a:off x="3052404" y="1409468"/>
            <a:ext cx="7060400" cy="338554"/>
          </a:xfrm>
          <a:prstGeom prst="rect">
            <a:avLst/>
          </a:prstGeom>
          <a:noFill/>
        </p:spPr>
        <p:txBody>
          <a:bodyPr wrap="square" rtlCol="0">
            <a:spAutoFit/>
          </a:bodyPr>
          <a:lstStyle/>
          <a:p>
            <a:pPr algn="ctr"/>
            <a:r>
              <a:rPr lang="en-US" sz="1600" dirty="0">
                <a:solidFill>
                  <a:srgbClr val="232F3E"/>
                </a:solidFill>
                <a:ea typeface="Amazon Ember" panose="02000000000000000000" pitchFamily="2" charset="0"/>
                <a:cs typeface="Amazon Ember Light" panose="020B0403020204020204" pitchFamily="34" charset="0"/>
              </a:rPr>
              <a:t>New data, retraining</a:t>
            </a:r>
          </a:p>
        </p:txBody>
      </p:sp>
      <p:cxnSp>
        <p:nvCxnSpPr>
          <p:cNvPr id="23" name="Straight Arrow Connector 22">
            <a:extLst>
              <a:ext uri="{FF2B5EF4-FFF2-40B4-BE49-F238E27FC236}">
                <a16:creationId xmlns:a16="http://schemas.microsoft.com/office/drawing/2014/main" id="{E457FC82-3E16-E958-4ACB-9893B2D68838}"/>
              </a:ext>
              <a:ext uri="{C183D7F6-B498-43B3-948B-1728B52AA6E4}">
                <adec:decorative xmlns:adec="http://schemas.microsoft.com/office/drawing/2017/decorative" val="1"/>
              </a:ext>
            </a:extLst>
          </p:cNvPr>
          <p:cNvCxnSpPr>
            <a:stCxn id="13" idx="2"/>
            <a:endCxn id="10" idx="0"/>
          </p:cNvCxnSpPr>
          <p:nvPr/>
        </p:nvCxnSpPr>
        <p:spPr>
          <a:xfrm>
            <a:off x="7000125" y="3492369"/>
            <a:ext cx="0" cy="481053"/>
          </a:xfrm>
          <a:prstGeom prst="straightConnector1">
            <a:avLst/>
          </a:prstGeom>
          <a:ln w="12700">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7D6E8085-F18B-6829-76D0-4DD07D2F580D}"/>
              </a:ext>
              <a:ext uri="{C183D7F6-B498-43B3-948B-1728B52AA6E4}">
                <adec:decorative xmlns:adec="http://schemas.microsoft.com/office/drawing/2017/decorative" val="1"/>
              </a:ext>
            </a:extLst>
          </p:cNvPr>
          <p:cNvSpPr/>
          <p:nvPr/>
        </p:nvSpPr>
        <p:spPr>
          <a:xfrm>
            <a:off x="329148" y="2560431"/>
            <a:ext cx="1498788" cy="93092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rgbClr val="FFFFFF"/>
                </a:solidFill>
                <a:ea typeface="Amazon Ember" panose="02000000000000000000" pitchFamily="2" charset="0"/>
              </a:rPr>
              <a:t>Problem formulation</a:t>
            </a:r>
          </a:p>
        </p:txBody>
      </p:sp>
      <p:sp>
        <p:nvSpPr>
          <p:cNvPr id="25" name="TextBox 24">
            <a:extLst>
              <a:ext uri="{FF2B5EF4-FFF2-40B4-BE49-F238E27FC236}">
                <a16:creationId xmlns:a16="http://schemas.microsoft.com/office/drawing/2014/main" id="{C9678926-6884-F9F6-C9EF-D1CCFFF68DC5}"/>
              </a:ext>
            </a:extLst>
          </p:cNvPr>
          <p:cNvSpPr txBox="1"/>
          <p:nvPr/>
        </p:nvSpPr>
        <p:spPr>
          <a:xfrm>
            <a:off x="157651" y="1830097"/>
            <a:ext cx="1841782" cy="338554"/>
          </a:xfrm>
          <a:prstGeom prst="rect">
            <a:avLst/>
          </a:prstGeom>
          <a:noFill/>
        </p:spPr>
        <p:txBody>
          <a:bodyPr wrap="square" rtlCol="0">
            <a:spAutoFit/>
          </a:bodyPr>
          <a:lstStyle/>
          <a:p>
            <a:pPr algn="ctr"/>
            <a:r>
              <a:rPr lang="en-US" sz="1600" dirty="0">
                <a:solidFill>
                  <a:srgbClr val="232F3E"/>
                </a:solidFill>
                <a:ea typeface="Amazon Ember" panose="02000000000000000000" pitchFamily="2" charset="0"/>
                <a:cs typeface="Amazon Ember Light" panose="020B0403020204020204" pitchFamily="34" charset="0"/>
              </a:rPr>
              <a:t>Business problem</a:t>
            </a:r>
          </a:p>
        </p:txBody>
      </p:sp>
      <p:cxnSp>
        <p:nvCxnSpPr>
          <p:cNvPr id="26" name="Straight Arrow Connector 25">
            <a:extLst>
              <a:ext uri="{FF2B5EF4-FFF2-40B4-BE49-F238E27FC236}">
                <a16:creationId xmlns:a16="http://schemas.microsoft.com/office/drawing/2014/main" id="{C4DDFBDD-A6BB-414F-246A-0BC64B957C0D}"/>
              </a:ext>
              <a:ext uri="{C183D7F6-B498-43B3-948B-1728B52AA6E4}">
                <adec:decorative xmlns:adec="http://schemas.microsoft.com/office/drawing/2017/decorative" val="1"/>
              </a:ext>
            </a:extLst>
          </p:cNvPr>
          <p:cNvCxnSpPr>
            <a:stCxn id="24" idx="2"/>
            <a:endCxn id="7" idx="0"/>
          </p:cNvCxnSpPr>
          <p:nvPr/>
        </p:nvCxnSpPr>
        <p:spPr>
          <a:xfrm>
            <a:off x="1078542" y="3491355"/>
            <a:ext cx="0" cy="482066"/>
          </a:xfrm>
          <a:prstGeom prst="straightConnector1">
            <a:avLst/>
          </a:prstGeom>
          <a:ln w="12700">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FF1CEAD0-9193-C863-3125-0D93DF148994}"/>
              </a:ext>
              <a:ext uri="{C183D7F6-B498-43B3-948B-1728B52AA6E4}">
                <adec:decorative xmlns:adec="http://schemas.microsoft.com/office/drawing/2017/decorative" val="1"/>
              </a:ext>
            </a:extLst>
          </p:cNvPr>
          <p:cNvCxnSpPr>
            <a:stCxn id="25" idx="2"/>
            <a:endCxn id="24" idx="0"/>
          </p:cNvCxnSpPr>
          <p:nvPr/>
        </p:nvCxnSpPr>
        <p:spPr>
          <a:xfrm>
            <a:off x="1078542" y="2168651"/>
            <a:ext cx="0" cy="391780"/>
          </a:xfrm>
          <a:prstGeom prst="straightConnector1">
            <a:avLst/>
          </a:prstGeom>
          <a:ln w="12700">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6E0680BF-A221-2D85-133D-AD9887ADBAC5}"/>
              </a:ext>
              <a:ext uri="{C183D7F6-B498-43B3-948B-1728B52AA6E4}">
                <adec:decorative xmlns:adec="http://schemas.microsoft.com/office/drawing/2017/decorative" val="1"/>
              </a:ext>
            </a:extLst>
          </p:cNvPr>
          <p:cNvCxnSpPr>
            <a:stCxn id="31" idx="0"/>
            <a:endCxn id="12" idx="2"/>
          </p:cNvCxnSpPr>
          <p:nvPr/>
        </p:nvCxnSpPr>
        <p:spPr>
          <a:xfrm flipH="1" flipV="1">
            <a:off x="10963794" y="2168651"/>
            <a:ext cx="633" cy="1588075"/>
          </a:xfrm>
          <a:prstGeom prst="straightConnector1">
            <a:avLst/>
          </a:prstGeom>
          <a:ln w="12700">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1277BD86-A07B-556A-D0A2-AA3875477F6C}"/>
              </a:ext>
            </a:extLst>
          </p:cNvPr>
          <p:cNvSpPr txBox="1"/>
          <p:nvPr/>
        </p:nvSpPr>
        <p:spPr>
          <a:xfrm>
            <a:off x="10456414" y="2743568"/>
            <a:ext cx="630957" cy="338554"/>
          </a:xfrm>
          <a:prstGeom prst="rect">
            <a:avLst/>
          </a:prstGeom>
          <a:noFill/>
        </p:spPr>
        <p:txBody>
          <a:bodyPr wrap="square" rtlCol="0">
            <a:spAutoFit/>
          </a:bodyPr>
          <a:lstStyle/>
          <a:p>
            <a:pPr algn="ctr"/>
            <a:r>
              <a:rPr lang="en-US" sz="1600" dirty="0">
                <a:solidFill>
                  <a:srgbClr val="232F3E"/>
                </a:solidFill>
                <a:ea typeface="Amazon Ember" panose="02000000000000000000" pitchFamily="2" charset="0"/>
                <a:cs typeface="Amazon Ember Light" panose="020B0403020204020204" pitchFamily="34" charset="0"/>
              </a:rPr>
              <a:t>Yes</a:t>
            </a:r>
          </a:p>
        </p:txBody>
      </p:sp>
      <p:cxnSp>
        <p:nvCxnSpPr>
          <p:cNvPr id="30" name="Elbow Connector 145">
            <a:extLst>
              <a:ext uri="{FF2B5EF4-FFF2-40B4-BE49-F238E27FC236}">
                <a16:creationId xmlns:a16="http://schemas.microsoft.com/office/drawing/2014/main" id="{D5346DFE-7DB0-2D25-7DF7-AD9A95712E55}"/>
              </a:ext>
              <a:ext uri="{C183D7F6-B498-43B3-948B-1728B52AA6E4}">
                <adec:decorative xmlns:adec="http://schemas.microsoft.com/office/drawing/2017/decorative" val="1"/>
              </a:ext>
            </a:extLst>
          </p:cNvPr>
          <p:cNvCxnSpPr>
            <a:stCxn id="31" idx="2"/>
            <a:endCxn id="7" idx="2"/>
          </p:cNvCxnSpPr>
          <p:nvPr/>
        </p:nvCxnSpPr>
        <p:spPr>
          <a:xfrm rot="5400000" flipH="1">
            <a:off x="5915388" y="67500"/>
            <a:ext cx="212194" cy="9885885"/>
          </a:xfrm>
          <a:prstGeom prst="bentConnector3">
            <a:avLst>
              <a:gd name="adj1" fmla="val -107732"/>
            </a:avLst>
          </a:prstGeom>
          <a:ln w="12700">
            <a:prstDash val="dash"/>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31" name="Flowchart: Decision 30">
            <a:extLst>
              <a:ext uri="{FF2B5EF4-FFF2-40B4-BE49-F238E27FC236}">
                <a16:creationId xmlns:a16="http://schemas.microsoft.com/office/drawing/2014/main" id="{76A10700-574E-FA38-1808-F70BE7D524D6}"/>
              </a:ext>
              <a:ext uri="{C183D7F6-B498-43B3-948B-1728B52AA6E4}">
                <adec:decorative xmlns:adec="http://schemas.microsoft.com/office/drawing/2017/decorative" val="1"/>
              </a:ext>
            </a:extLst>
          </p:cNvPr>
          <p:cNvSpPr/>
          <p:nvPr/>
        </p:nvSpPr>
        <p:spPr>
          <a:xfrm>
            <a:off x="9949641" y="3756726"/>
            <a:ext cx="2029572" cy="1359813"/>
          </a:xfrm>
          <a:prstGeom prst="flowChartDecisi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rgbClr val="FFFFFF"/>
                </a:solidFill>
                <a:ea typeface="Amazon Ember" panose="02000000000000000000" pitchFamily="2" charset="0"/>
              </a:rPr>
              <a:t>Meets business goal?</a:t>
            </a:r>
          </a:p>
        </p:txBody>
      </p:sp>
      <p:cxnSp>
        <p:nvCxnSpPr>
          <p:cNvPr id="32" name="Elbow Connector 158">
            <a:extLst>
              <a:ext uri="{FF2B5EF4-FFF2-40B4-BE49-F238E27FC236}">
                <a16:creationId xmlns:a16="http://schemas.microsoft.com/office/drawing/2014/main" id="{AC39083A-CEBD-FB8A-09C8-CF7DA7288528}"/>
              </a:ext>
              <a:ext uri="{C183D7F6-B498-43B3-948B-1728B52AA6E4}">
                <adec:decorative xmlns:adec="http://schemas.microsoft.com/office/drawing/2017/decorative" val="1"/>
              </a:ext>
            </a:extLst>
          </p:cNvPr>
          <p:cNvCxnSpPr>
            <a:stCxn id="31" idx="2"/>
            <a:endCxn id="9" idx="2"/>
          </p:cNvCxnSpPr>
          <p:nvPr/>
        </p:nvCxnSpPr>
        <p:spPr>
          <a:xfrm rot="5400000" flipH="1">
            <a:off x="7889249" y="2041361"/>
            <a:ext cx="212194" cy="5938163"/>
          </a:xfrm>
          <a:prstGeom prst="bentConnector3">
            <a:avLst>
              <a:gd name="adj1" fmla="val -107732"/>
            </a:avLst>
          </a:prstGeom>
          <a:ln w="12700">
            <a:prstDash val="dash"/>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F1BEB21C-F1E0-BEBE-0AC5-58ABE4F2AEDC}"/>
              </a:ext>
            </a:extLst>
          </p:cNvPr>
          <p:cNvSpPr txBox="1"/>
          <p:nvPr/>
        </p:nvSpPr>
        <p:spPr>
          <a:xfrm>
            <a:off x="10407911" y="5065900"/>
            <a:ext cx="630957" cy="338554"/>
          </a:xfrm>
          <a:prstGeom prst="rect">
            <a:avLst/>
          </a:prstGeom>
          <a:noFill/>
        </p:spPr>
        <p:txBody>
          <a:bodyPr wrap="square" rtlCol="0">
            <a:spAutoFit/>
          </a:bodyPr>
          <a:lstStyle/>
          <a:p>
            <a:pPr algn="ctr"/>
            <a:r>
              <a:rPr lang="en-US" sz="1600" dirty="0">
                <a:solidFill>
                  <a:srgbClr val="232F3E"/>
                </a:solidFill>
                <a:ea typeface="Amazon Ember" panose="02000000000000000000" pitchFamily="2" charset="0"/>
                <a:cs typeface="Amazon Ember Light" panose="020B0403020204020204" pitchFamily="34" charset="0"/>
              </a:rPr>
              <a:t>No</a:t>
            </a:r>
          </a:p>
        </p:txBody>
      </p:sp>
      <p:sp>
        <p:nvSpPr>
          <p:cNvPr id="35" name="TextBox 34">
            <a:extLst>
              <a:ext uri="{FF2B5EF4-FFF2-40B4-BE49-F238E27FC236}">
                <a16:creationId xmlns:a16="http://schemas.microsoft.com/office/drawing/2014/main" id="{10A468D7-FD69-70A4-DD86-CA63BF5F0103}"/>
              </a:ext>
            </a:extLst>
          </p:cNvPr>
          <p:cNvSpPr txBox="1"/>
          <p:nvPr/>
        </p:nvSpPr>
        <p:spPr>
          <a:xfrm>
            <a:off x="952304" y="5470536"/>
            <a:ext cx="4200198" cy="369332"/>
          </a:xfrm>
          <a:prstGeom prst="rect">
            <a:avLst/>
          </a:prstGeom>
          <a:noFill/>
        </p:spPr>
        <p:txBody>
          <a:bodyPr wrap="square" rtlCol="0">
            <a:spAutoFit/>
          </a:bodyPr>
          <a:lstStyle/>
          <a:p>
            <a:pPr algn="ctr"/>
            <a:r>
              <a:rPr lang="en-US" dirty="0">
                <a:solidFill>
                  <a:srgbClr val="232F3E"/>
                </a:solidFill>
                <a:ea typeface="Amazon Ember" panose="02000000000000000000" pitchFamily="2" charset="0"/>
                <a:cs typeface="Amazon Ember Light" panose="020B0403020204020204" pitchFamily="34" charset="0"/>
              </a:rPr>
              <a:t>Import, evaluate, and clean your data  </a:t>
            </a:r>
          </a:p>
        </p:txBody>
      </p:sp>
      <p:sp>
        <p:nvSpPr>
          <p:cNvPr id="37" name="TextBox 36">
            <a:extLst>
              <a:ext uri="{FF2B5EF4-FFF2-40B4-BE49-F238E27FC236}">
                <a16:creationId xmlns:a16="http://schemas.microsoft.com/office/drawing/2014/main" id="{EAAED6C1-FF34-6769-6448-C03799C17B27}"/>
              </a:ext>
            </a:extLst>
          </p:cNvPr>
          <p:cNvSpPr txBox="1"/>
          <p:nvPr/>
        </p:nvSpPr>
        <p:spPr>
          <a:xfrm>
            <a:off x="7014581" y="5466479"/>
            <a:ext cx="1920719" cy="369332"/>
          </a:xfrm>
          <a:prstGeom prst="rect">
            <a:avLst/>
          </a:prstGeom>
          <a:noFill/>
        </p:spPr>
        <p:txBody>
          <a:bodyPr wrap="none" rtlCol="0">
            <a:spAutoFit/>
          </a:bodyPr>
          <a:lstStyle/>
          <a:p>
            <a:pPr algn="ctr"/>
            <a:r>
              <a:rPr lang="en-US" dirty="0">
                <a:solidFill>
                  <a:srgbClr val="232F3E"/>
                </a:solidFill>
                <a:ea typeface="Amazon Ember" panose="02000000000000000000" pitchFamily="2" charset="0"/>
                <a:cs typeface="Amazon Ember Light" panose="020B0403020204020204" pitchFamily="34" charset="0"/>
              </a:rPr>
              <a:t>Train a predictor</a:t>
            </a:r>
          </a:p>
        </p:txBody>
      </p:sp>
    </p:spTree>
    <p:custDataLst>
      <p:tags r:id="rId1"/>
    </p:custDataLst>
    <p:extLst>
      <p:ext uri="{BB962C8B-B14F-4D97-AF65-F5344CB8AC3E}">
        <p14:creationId xmlns:p14="http://schemas.microsoft.com/office/powerpoint/2010/main" val="191560401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F54A59E-034D-4036-9DDE-F026296C9AE2}"/>
              </a:ext>
            </a:extLst>
          </p:cNvPr>
          <p:cNvSpPr>
            <a:spLocks noGrp="1"/>
          </p:cNvSpPr>
          <p:nvPr>
            <p:ph type="sldNum" idx="97"/>
          </p:nvPr>
        </p:nvSpPr>
        <p:spPr/>
        <p:txBody>
          <a:bodyPr/>
          <a:lstStyle/>
          <a:p>
            <a:fld id="{4037B1B0-0345-4E15-985A-6BECCDBE474F}" type="slidenum">
              <a:rPr lang="en-US" smtClean="0"/>
              <a:pPr/>
              <a:t>48</a:t>
            </a:fld>
            <a:endParaRPr lang="en-US" dirty="0"/>
          </a:p>
        </p:txBody>
      </p:sp>
      <p:sp>
        <p:nvSpPr>
          <p:cNvPr id="3" name="Title 2">
            <a:extLst>
              <a:ext uri="{FF2B5EF4-FFF2-40B4-BE49-F238E27FC236}">
                <a16:creationId xmlns:a16="http://schemas.microsoft.com/office/drawing/2014/main" id="{3BE02FE7-A6FA-4689-A30C-628FCBC12A88}"/>
              </a:ext>
            </a:extLst>
          </p:cNvPr>
          <p:cNvSpPr>
            <a:spLocks noGrp="1"/>
          </p:cNvSpPr>
          <p:nvPr>
            <p:ph type="title" idx="1"/>
          </p:nvPr>
        </p:nvSpPr>
        <p:spPr/>
        <p:txBody>
          <a:bodyPr/>
          <a:lstStyle/>
          <a:p>
            <a:r>
              <a:rPr lang="en-US" dirty="0"/>
              <a:t>Supported domains</a:t>
            </a:r>
          </a:p>
        </p:txBody>
      </p:sp>
      <p:sp>
        <p:nvSpPr>
          <p:cNvPr id="50" name="Content Placeholder 2">
            <a:extLst>
              <a:ext uri="{FF2B5EF4-FFF2-40B4-BE49-F238E27FC236}">
                <a16:creationId xmlns:a16="http://schemas.microsoft.com/office/drawing/2014/main" id="{85442D8D-88E7-39AC-FED2-B86D3B488BFC}"/>
              </a:ext>
            </a:extLst>
          </p:cNvPr>
          <p:cNvSpPr txBox="1">
            <a:spLocks/>
          </p:cNvSpPr>
          <p:nvPr/>
        </p:nvSpPr>
        <p:spPr>
          <a:xfrm>
            <a:off x="419099" y="1528175"/>
            <a:ext cx="11238245" cy="1730365"/>
          </a:xfrm>
          <a:prstGeom prst="rect">
            <a:avLst/>
          </a:prstGeom>
        </p:spPr>
        <p:txBody>
          <a:bodyPr vert="horz" lIns="91440" tIns="45720" rIns="91440" bIns="45720" numCol="2"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srgbClr val="232F3E"/>
                </a:solidFill>
                <a:effectLst/>
                <a:uLnTx/>
                <a:uFillTx/>
                <a:latin typeface="+mn-lt"/>
                <a:ea typeface="Amazon Ember Light" panose="020B0403020204020204" pitchFamily="34" charset="0"/>
                <a:cs typeface="Amazon Ember Light" panose="020B0403020204020204" pitchFamily="34" charset="0"/>
              </a:rPr>
              <a:t>Retail</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srgbClr val="232F3E"/>
                </a:solidFill>
                <a:effectLst/>
                <a:uLnTx/>
                <a:uFillTx/>
                <a:latin typeface="+mn-lt"/>
                <a:ea typeface="Amazon Ember Light" panose="020B0403020204020204" pitchFamily="34" charset="0"/>
                <a:cs typeface="Amazon Ember Light" panose="020B0403020204020204" pitchFamily="34" charset="0"/>
              </a:rPr>
              <a:t>Inventory planning</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srgbClr val="232F3E"/>
                </a:solidFill>
                <a:effectLst/>
                <a:uLnTx/>
                <a:uFillTx/>
                <a:latin typeface="+mn-lt"/>
                <a:ea typeface="Amazon Ember Light" panose="020B0403020204020204" pitchFamily="34" charset="0"/>
                <a:cs typeface="Amazon Ember Light" panose="020B0403020204020204" pitchFamily="34" charset="0"/>
              </a:rPr>
              <a:t>Amazon EC2 capacity</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srgbClr val="232F3E"/>
                </a:solidFill>
                <a:effectLst/>
                <a:uLnTx/>
                <a:uFillTx/>
                <a:latin typeface="+mn-lt"/>
                <a:ea typeface="Amazon Ember Light" panose="020B0403020204020204" pitchFamily="34" charset="0"/>
                <a:cs typeface="Amazon Ember Light" panose="020B0403020204020204" pitchFamily="34" charset="0"/>
              </a:rPr>
              <a:t>Work force</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srgbClr val="232F3E"/>
                </a:solidFill>
                <a:effectLst/>
                <a:uLnTx/>
                <a:uFillTx/>
                <a:latin typeface="+mn-lt"/>
                <a:ea typeface="Amazon Ember Light" panose="020B0403020204020204" pitchFamily="34" charset="0"/>
                <a:cs typeface="Amazon Ember Light" panose="020B0403020204020204" pitchFamily="34" charset="0"/>
              </a:rPr>
              <a:t>Web traffic</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srgbClr val="232F3E"/>
                </a:solidFill>
                <a:effectLst/>
                <a:uLnTx/>
                <a:uFillTx/>
                <a:latin typeface="+mn-lt"/>
                <a:ea typeface="Amazon Ember Light" panose="020B0403020204020204" pitchFamily="34" charset="0"/>
                <a:cs typeface="Amazon Ember Light" panose="020B0403020204020204" pitchFamily="34" charset="0"/>
              </a:rPr>
              <a:t>Metrics</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srgbClr val="232F3E"/>
                </a:solidFill>
                <a:effectLst/>
                <a:uLnTx/>
                <a:uFillTx/>
                <a:latin typeface="+mn-lt"/>
                <a:ea typeface="Amazon Ember Light" panose="020B0403020204020204" pitchFamily="34" charset="0"/>
                <a:cs typeface="Amazon Ember Light" panose="020B0403020204020204" pitchFamily="34" charset="0"/>
              </a:rPr>
              <a:t>Custom</a:t>
            </a:r>
          </a:p>
        </p:txBody>
      </p:sp>
      <p:grpSp>
        <p:nvGrpSpPr>
          <p:cNvPr id="51" name="Group 50" descr="Training data flowing to Amazon Forecast.">
            <a:extLst>
              <a:ext uri="{FF2B5EF4-FFF2-40B4-BE49-F238E27FC236}">
                <a16:creationId xmlns:a16="http://schemas.microsoft.com/office/drawing/2014/main" id="{8FFF7784-31FA-DCF4-BCA1-0C768B83AF0C}"/>
              </a:ext>
            </a:extLst>
          </p:cNvPr>
          <p:cNvGrpSpPr/>
          <p:nvPr/>
        </p:nvGrpSpPr>
        <p:grpSpPr>
          <a:xfrm>
            <a:off x="1568237" y="3811486"/>
            <a:ext cx="9055526" cy="2359743"/>
            <a:chOff x="1560890" y="3811486"/>
            <a:chExt cx="9055526" cy="2359743"/>
          </a:xfrm>
        </p:grpSpPr>
        <p:sp>
          <p:nvSpPr>
            <p:cNvPr id="52" name="Rectangle 51">
              <a:extLst>
                <a:ext uri="{FF2B5EF4-FFF2-40B4-BE49-F238E27FC236}">
                  <a16:creationId xmlns:a16="http://schemas.microsoft.com/office/drawing/2014/main" id="{833485AB-60CA-E2EE-373A-3EA1DAD63478}"/>
                </a:ext>
                <a:ext uri="{C183D7F6-B498-43B3-948B-1728B52AA6E4}">
                  <adec:decorative xmlns:adec="http://schemas.microsoft.com/office/drawing/2017/decorative" val="1"/>
                </a:ext>
              </a:extLst>
            </p:cNvPr>
            <p:cNvSpPr/>
            <p:nvPr/>
          </p:nvSpPr>
          <p:spPr>
            <a:xfrm>
              <a:off x="3384021" y="3811486"/>
              <a:ext cx="4788556" cy="2359743"/>
            </a:xfrm>
            <a:prstGeom prst="rect">
              <a:avLst/>
            </a:prstGeom>
            <a:solidFill>
              <a:schemeClr val="accent3"/>
            </a:solidFill>
            <a:ln w="12700" cap="flat" cmpd="sng" algn="ctr">
              <a:noFill/>
              <a:prstDash val="solid"/>
              <a:miter lim="800000"/>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000000"/>
                  </a:solidFill>
                  <a:effectLst/>
                  <a:uLnTx/>
                  <a:uFillTx/>
                  <a:ea typeface="+mn-ea"/>
                  <a:cs typeface="+mn-cs"/>
                </a:rPr>
                <a:t>Amazon Forecast</a:t>
              </a:r>
            </a:p>
          </p:txBody>
        </p:sp>
        <p:grpSp>
          <p:nvGrpSpPr>
            <p:cNvPr id="53" name="Group 52">
              <a:extLst>
                <a:ext uri="{FF2B5EF4-FFF2-40B4-BE49-F238E27FC236}">
                  <a16:creationId xmlns:a16="http://schemas.microsoft.com/office/drawing/2014/main" id="{406AB11A-29D0-A603-0FE7-22E5D326AAD6}"/>
                </a:ext>
              </a:extLst>
            </p:cNvPr>
            <p:cNvGrpSpPr/>
            <p:nvPr/>
          </p:nvGrpSpPr>
          <p:grpSpPr>
            <a:xfrm>
              <a:off x="3705124" y="4409999"/>
              <a:ext cx="4146350" cy="1162716"/>
              <a:chOff x="5957157" y="5014247"/>
              <a:chExt cx="4146350" cy="1162716"/>
            </a:xfrm>
          </p:grpSpPr>
          <p:sp>
            <p:nvSpPr>
              <p:cNvPr id="89" name="Rectangle 88">
                <a:extLst>
                  <a:ext uri="{FF2B5EF4-FFF2-40B4-BE49-F238E27FC236}">
                    <a16:creationId xmlns:a16="http://schemas.microsoft.com/office/drawing/2014/main" id="{7015D6C7-4247-E4D3-D428-7DF18065A4D7}"/>
                  </a:ext>
                  <a:ext uri="{C183D7F6-B498-43B3-948B-1728B52AA6E4}">
                    <adec:decorative xmlns:adec="http://schemas.microsoft.com/office/drawing/2017/decorative" val="1"/>
                  </a:ext>
                </a:extLst>
              </p:cNvPr>
              <p:cNvSpPr/>
              <p:nvPr/>
            </p:nvSpPr>
            <p:spPr>
              <a:xfrm>
                <a:off x="5957157" y="5014247"/>
                <a:ext cx="1860346" cy="1162716"/>
              </a:xfrm>
              <a:prstGeom prst="rect">
                <a:avLst/>
              </a:prstGeom>
              <a:solidFill>
                <a:schemeClr val="accent2"/>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FFFFFF"/>
                    </a:solidFill>
                    <a:effectLst/>
                    <a:uLnTx/>
                    <a:uFillTx/>
                    <a:ea typeface="+mn-ea"/>
                    <a:cs typeface="+mn-cs"/>
                  </a:rPr>
                  <a:t>Domain-specific schema</a:t>
                </a:r>
              </a:p>
            </p:txBody>
          </p:sp>
          <p:sp>
            <p:nvSpPr>
              <p:cNvPr id="90" name="Rectangle 89">
                <a:extLst>
                  <a:ext uri="{FF2B5EF4-FFF2-40B4-BE49-F238E27FC236}">
                    <a16:creationId xmlns:a16="http://schemas.microsoft.com/office/drawing/2014/main" id="{52C38205-DBA8-1A0F-E72D-CA75AD9146F1}"/>
                  </a:ext>
                  <a:ext uri="{C183D7F6-B498-43B3-948B-1728B52AA6E4}">
                    <adec:decorative xmlns:adec="http://schemas.microsoft.com/office/drawing/2017/decorative" val="1"/>
                  </a:ext>
                </a:extLst>
              </p:cNvPr>
              <p:cNvSpPr/>
              <p:nvPr/>
            </p:nvSpPr>
            <p:spPr>
              <a:xfrm>
                <a:off x="8243161" y="5014247"/>
                <a:ext cx="1860346" cy="1162716"/>
              </a:xfrm>
              <a:prstGeom prst="rect">
                <a:avLst/>
              </a:prstGeom>
              <a:solidFill>
                <a:schemeClr val="accent2"/>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FFFFFF"/>
                    </a:solidFill>
                    <a:effectLst/>
                    <a:uLnTx/>
                    <a:uFillTx/>
                    <a:ea typeface="+mn-ea"/>
                    <a:cs typeface="+mn-cs"/>
                  </a:rPr>
                  <a:t>Predictor</a:t>
                </a:r>
              </a:p>
            </p:txBody>
          </p:sp>
          <p:cxnSp>
            <p:nvCxnSpPr>
              <p:cNvPr id="91" name="Straight Arrow Connector 90">
                <a:extLst>
                  <a:ext uri="{FF2B5EF4-FFF2-40B4-BE49-F238E27FC236}">
                    <a16:creationId xmlns:a16="http://schemas.microsoft.com/office/drawing/2014/main" id="{0431B1A6-AB75-44DC-34D6-1834B4059CA5}"/>
                  </a:ext>
                  <a:ext uri="{C183D7F6-B498-43B3-948B-1728B52AA6E4}">
                    <adec:decorative xmlns:adec="http://schemas.microsoft.com/office/drawing/2017/decorative" val="1"/>
                  </a:ext>
                </a:extLst>
              </p:cNvPr>
              <p:cNvCxnSpPr>
                <a:stCxn id="89" idx="3"/>
                <a:endCxn id="90" idx="1"/>
              </p:cNvCxnSpPr>
              <p:nvPr/>
            </p:nvCxnSpPr>
            <p:spPr>
              <a:xfrm>
                <a:off x="7817503" y="5595605"/>
                <a:ext cx="425658" cy="0"/>
              </a:xfrm>
              <a:prstGeom prst="straightConnector1">
                <a:avLst/>
              </a:prstGeom>
              <a:noFill/>
              <a:ln w="12700" cap="flat" cmpd="sng" algn="ctr">
                <a:solidFill>
                  <a:srgbClr val="232F3E"/>
                </a:solidFill>
                <a:prstDash val="solid"/>
                <a:miter lim="800000"/>
                <a:headEnd type="none" w="med" len="med"/>
                <a:tailEnd type="arrow" w="med" len="med"/>
              </a:ln>
              <a:effectLst/>
            </p:spPr>
          </p:cxnSp>
        </p:grpSp>
        <p:sp>
          <p:nvSpPr>
            <p:cNvPr id="54" name="Can 8">
              <a:extLst>
                <a:ext uri="{FF2B5EF4-FFF2-40B4-BE49-F238E27FC236}">
                  <a16:creationId xmlns:a16="http://schemas.microsoft.com/office/drawing/2014/main" id="{835FE563-515C-F6C1-0335-656B075AC88F}"/>
                </a:ext>
                <a:ext uri="{C183D7F6-B498-43B3-948B-1728B52AA6E4}">
                  <adec:decorative xmlns:adec="http://schemas.microsoft.com/office/drawing/2017/decorative" val="1"/>
                </a:ext>
              </a:extLst>
            </p:cNvPr>
            <p:cNvSpPr/>
            <p:nvPr/>
          </p:nvSpPr>
          <p:spPr>
            <a:xfrm>
              <a:off x="1560890" y="4232924"/>
              <a:ext cx="1140501" cy="1516866"/>
            </a:xfrm>
            <a:prstGeom prst="can">
              <a:avLst/>
            </a:prstGeom>
            <a:solidFill>
              <a:srgbClr val="232F3E"/>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FFFFFF"/>
                  </a:solidFill>
                  <a:effectLst/>
                  <a:uLnTx/>
                  <a:uFillTx/>
                  <a:ea typeface="+mn-ea"/>
                  <a:cs typeface="+mn-cs"/>
                </a:rPr>
                <a:t>Training data</a:t>
              </a:r>
            </a:p>
          </p:txBody>
        </p:sp>
        <p:cxnSp>
          <p:nvCxnSpPr>
            <p:cNvPr id="55" name="Straight Arrow Connector 54">
              <a:extLst>
                <a:ext uri="{FF2B5EF4-FFF2-40B4-BE49-F238E27FC236}">
                  <a16:creationId xmlns:a16="http://schemas.microsoft.com/office/drawing/2014/main" id="{494B53EA-A2B3-6DD3-F478-04FCBC86B06D}"/>
                </a:ext>
                <a:ext uri="{C183D7F6-B498-43B3-948B-1728B52AA6E4}">
                  <adec:decorative xmlns:adec="http://schemas.microsoft.com/office/drawing/2017/decorative" val="1"/>
                </a:ext>
              </a:extLst>
            </p:cNvPr>
            <p:cNvCxnSpPr>
              <a:stCxn id="54" idx="4"/>
              <a:endCxn id="52" idx="1"/>
            </p:cNvCxnSpPr>
            <p:nvPr/>
          </p:nvCxnSpPr>
          <p:spPr>
            <a:xfrm>
              <a:off x="2701391" y="4991357"/>
              <a:ext cx="682630" cy="1"/>
            </a:xfrm>
            <a:prstGeom prst="straightConnector1">
              <a:avLst/>
            </a:prstGeom>
            <a:noFill/>
            <a:ln w="12700" cap="flat" cmpd="sng" algn="ctr">
              <a:solidFill>
                <a:srgbClr val="232F3E"/>
              </a:solidFill>
              <a:prstDash val="solid"/>
              <a:miter lim="800000"/>
              <a:headEnd type="none" w="med" len="med"/>
              <a:tailEnd type="arrow" w="med" len="med"/>
            </a:ln>
            <a:effectLst/>
          </p:spPr>
        </p:cxnSp>
        <p:cxnSp>
          <p:nvCxnSpPr>
            <p:cNvPr id="56" name="Straight Arrow Connector 55">
              <a:extLst>
                <a:ext uri="{FF2B5EF4-FFF2-40B4-BE49-F238E27FC236}">
                  <a16:creationId xmlns:a16="http://schemas.microsoft.com/office/drawing/2014/main" id="{37A9BBE9-DC6C-36F0-E67B-15BE0FA49A63}"/>
                </a:ext>
                <a:ext uri="{C183D7F6-B498-43B3-948B-1728B52AA6E4}">
                  <adec:decorative xmlns:adec="http://schemas.microsoft.com/office/drawing/2017/decorative" val="1"/>
                </a:ext>
              </a:extLst>
            </p:cNvPr>
            <p:cNvCxnSpPr>
              <a:stCxn id="52" idx="3"/>
              <a:endCxn id="59" idx="1"/>
            </p:cNvCxnSpPr>
            <p:nvPr/>
          </p:nvCxnSpPr>
          <p:spPr>
            <a:xfrm flipV="1">
              <a:off x="8172577" y="4985292"/>
              <a:ext cx="682630" cy="6066"/>
            </a:xfrm>
            <a:prstGeom prst="straightConnector1">
              <a:avLst/>
            </a:prstGeom>
            <a:noFill/>
            <a:ln w="12700" cap="flat" cmpd="sng" algn="ctr">
              <a:solidFill>
                <a:srgbClr val="232F3E"/>
              </a:solidFill>
              <a:prstDash val="solid"/>
              <a:miter lim="800000"/>
              <a:headEnd type="none" w="med" len="med"/>
              <a:tailEnd type="arrow" w="med" len="med"/>
            </a:ln>
            <a:effectLst/>
          </p:spPr>
        </p:cxnSp>
        <p:grpSp>
          <p:nvGrpSpPr>
            <p:cNvPr id="57" name="Group 56">
              <a:extLst>
                <a:ext uri="{FF2B5EF4-FFF2-40B4-BE49-F238E27FC236}">
                  <a16:creationId xmlns:a16="http://schemas.microsoft.com/office/drawing/2014/main" id="{321C9812-7FCA-D98A-2898-E9980A211860}"/>
                </a:ext>
              </a:extLst>
            </p:cNvPr>
            <p:cNvGrpSpPr/>
            <p:nvPr/>
          </p:nvGrpSpPr>
          <p:grpSpPr>
            <a:xfrm>
              <a:off x="8855207" y="4330556"/>
              <a:ext cx="1761209" cy="1309471"/>
              <a:chOff x="10871789" y="1328433"/>
              <a:chExt cx="1761209" cy="1309471"/>
            </a:xfrm>
          </p:grpSpPr>
          <p:grpSp>
            <p:nvGrpSpPr>
              <p:cNvPr id="58" name="Group 57">
                <a:extLst>
                  <a:ext uri="{FF2B5EF4-FFF2-40B4-BE49-F238E27FC236}">
                    <a16:creationId xmlns:a16="http://schemas.microsoft.com/office/drawing/2014/main" id="{3377FDD3-C366-BD34-ACC1-D511DB02BF79}"/>
                  </a:ext>
                </a:extLst>
              </p:cNvPr>
              <p:cNvGrpSpPr/>
              <p:nvPr/>
            </p:nvGrpSpPr>
            <p:grpSpPr>
              <a:xfrm>
                <a:off x="11146180" y="1528175"/>
                <a:ext cx="1146500" cy="920251"/>
                <a:chOff x="8255653" y="1425754"/>
                <a:chExt cx="3036152" cy="2437000"/>
              </a:xfrm>
            </p:grpSpPr>
            <p:grpSp>
              <p:nvGrpSpPr>
                <p:cNvPr id="60" name="Group 59">
                  <a:extLst>
                    <a:ext uri="{FF2B5EF4-FFF2-40B4-BE49-F238E27FC236}">
                      <a16:creationId xmlns:a16="http://schemas.microsoft.com/office/drawing/2014/main" id="{8CA79F59-32AC-1A31-8622-F018221AC800}"/>
                    </a:ext>
                  </a:extLst>
                </p:cNvPr>
                <p:cNvGrpSpPr/>
                <p:nvPr/>
              </p:nvGrpSpPr>
              <p:grpSpPr>
                <a:xfrm>
                  <a:off x="8255653" y="1425754"/>
                  <a:ext cx="3036152" cy="2437000"/>
                  <a:chOff x="654545" y="1699404"/>
                  <a:chExt cx="3036152" cy="2437000"/>
                </a:xfrm>
              </p:grpSpPr>
              <p:sp>
                <p:nvSpPr>
                  <p:cNvPr id="62" name="Oval 61">
                    <a:extLst>
                      <a:ext uri="{FF2B5EF4-FFF2-40B4-BE49-F238E27FC236}">
                        <a16:creationId xmlns:a16="http://schemas.microsoft.com/office/drawing/2014/main" id="{DED93F57-8EDE-0EA2-DB2D-FCDB05A3CB30}"/>
                      </a:ext>
                      <a:ext uri="{C183D7F6-B498-43B3-948B-1728B52AA6E4}">
                        <adec:decorative xmlns:adec="http://schemas.microsoft.com/office/drawing/2017/decorative" val="1"/>
                      </a:ext>
                    </a:extLst>
                  </p:cNvPr>
                  <p:cNvSpPr/>
                  <p:nvPr/>
                </p:nvSpPr>
                <p:spPr>
                  <a:xfrm>
                    <a:off x="829209" y="3741790"/>
                    <a:ext cx="108338" cy="108338"/>
                  </a:xfrm>
                  <a:prstGeom prst="ellipse">
                    <a:avLst/>
                  </a:prstGeom>
                  <a:solidFill>
                    <a:srgbClr val="FFFFFF"/>
                  </a:solidFill>
                  <a:ln w="12700" cap="flat" cmpd="sng" algn="ctr">
                    <a:solidFill>
                      <a:srgbClr val="232F3E">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ea typeface="+mn-ea"/>
                      <a:cs typeface="+mn-cs"/>
                    </a:endParaRPr>
                  </a:p>
                </p:txBody>
              </p:sp>
              <p:cxnSp>
                <p:nvCxnSpPr>
                  <p:cNvPr id="63" name="Straight Connector 62">
                    <a:extLst>
                      <a:ext uri="{FF2B5EF4-FFF2-40B4-BE49-F238E27FC236}">
                        <a16:creationId xmlns:a16="http://schemas.microsoft.com/office/drawing/2014/main" id="{E96879C5-245F-A2F3-9463-32E92A00FE13}"/>
                      </a:ext>
                      <a:ext uri="{C183D7F6-B498-43B3-948B-1728B52AA6E4}">
                        <adec:decorative xmlns:adec="http://schemas.microsoft.com/office/drawing/2017/decorative" val="1"/>
                      </a:ext>
                    </a:extLst>
                  </p:cNvPr>
                  <p:cNvCxnSpPr/>
                  <p:nvPr/>
                </p:nvCxnSpPr>
                <p:spPr>
                  <a:xfrm flipV="1">
                    <a:off x="654545" y="1699404"/>
                    <a:ext cx="0" cy="2437000"/>
                  </a:xfrm>
                  <a:prstGeom prst="line">
                    <a:avLst/>
                  </a:prstGeom>
                  <a:noFill/>
                  <a:ln w="6350" cap="flat" cmpd="sng" algn="ctr">
                    <a:solidFill>
                      <a:srgbClr val="232F3E"/>
                    </a:solidFill>
                    <a:prstDash val="solid"/>
                    <a:miter lim="800000"/>
                  </a:ln>
                  <a:effectLst/>
                </p:spPr>
              </p:cxnSp>
              <p:sp>
                <p:nvSpPr>
                  <p:cNvPr id="64" name="Oval 63">
                    <a:extLst>
                      <a:ext uri="{FF2B5EF4-FFF2-40B4-BE49-F238E27FC236}">
                        <a16:creationId xmlns:a16="http://schemas.microsoft.com/office/drawing/2014/main" id="{CD3FCE9A-F284-C6B0-59AB-083BEF435ACC}"/>
                      </a:ext>
                      <a:ext uri="{C183D7F6-B498-43B3-948B-1728B52AA6E4}">
                        <adec:decorative xmlns:adec="http://schemas.microsoft.com/office/drawing/2017/decorative" val="1"/>
                      </a:ext>
                    </a:extLst>
                  </p:cNvPr>
                  <p:cNvSpPr/>
                  <p:nvPr/>
                </p:nvSpPr>
                <p:spPr>
                  <a:xfrm>
                    <a:off x="1064239" y="3509819"/>
                    <a:ext cx="108338" cy="108338"/>
                  </a:xfrm>
                  <a:prstGeom prst="ellipse">
                    <a:avLst/>
                  </a:prstGeom>
                  <a:solidFill>
                    <a:srgbClr val="FFFFFF"/>
                  </a:solidFill>
                  <a:ln w="12700" cap="flat" cmpd="sng" algn="ctr">
                    <a:solidFill>
                      <a:srgbClr val="232F3E">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ea typeface="+mn-ea"/>
                      <a:cs typeface="+mn-cs"/>
                    </a:endParaRPr>
                  </a:p>
                </p:txBody>
              </p:sp>
              <p:sp>
                <p:nvSpPr>
                  <p:cNvPr id="65" name="Oval 64">
                    <a:extLst>
                      <a:ext uri="{FF2B5EF4-FFF2-40B4-BE49-F238E27FC236}">
                        <a16:creationId xmlns:a16="http://schemas.microsoft.com/office/drawing/2014/main" id="{CF2CA723-87A9-B8BA-FA28-A6B0E82772FC}"/>
                      </a:ext>
                      <a:ext uri="{C183D7F6-B498-43B3-948B-1728B52AA6E4}">
                        <adec:decorative xmlns:adec="http://schemas.microsoft.com/office/drawing/2017/decorative" val="1"/>
                      </a:ext>
                    </a:extLst>
                  </p:cNvPr>
                  <p:cNvSpPr/>
                  <p:nvPr/>
                </p:nvSpPr>
                <p:spPr>
                  <a:xfrm>
                    <a:off x="1515868" y="3391998"/>
                    <a:ext cx="108338" cy="108338"/>
                  </a:xfrm>
                  <a:prstGeom prst="ellipse">
                    <a:avLst/>
                  </a:prstGeom>
                  <a:solidFill>
                    <a:srgbClr val="FFFFFF"/>
                  </a:solidFill>
                  <a:ln w="12700" cap="flat" cmpd="sng" algn="ctr">
                    <a:solidFill>
                      <a:srgbClr val="232F3E">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ea typeface="+mn-ea"/>
                      <a:cs typeface="+mn-cs"/>
                    </a:endParaRPr>
                  </a:p>
                </p:txBody>
              </p:sp>
              <p:sp>
                <p:nvSpPr>
                  <p:cNvPr id="66" name="Oval 65">
                    <a:extLst>
                      <a:ext uri="{FF2B5EF4-FFF2-40B4-BE49-F238E27FC236}">
                        <a16:creationId xmlns:a16="http://schemas.microsoft.com/office/drawing/2014/main" id="{944BEA8D-75A6-9EDD-2AD1-0F40E2773A46}"/>
                      </a:ext>
                      <a:ext uri="{C183D7F6-B498-43B3-948B-1728B52AA6E4}">
                        <adec:decorative xmlns:adec="http://schemas.microsoft.com/office/drawing/2017/decorative" val="1"/>
                      </a:ext>
                    </a:extLst>
                  </p:cNvPr>
                  <p:cNvSpPr/>
                  <p:nvPr/>
                </p:nvSpPr>
                <p:spPr>
                  <a:xfrm>
                    <a:off x="1744780" y="3570106"/>
                    <a:ext cx="108338" cy="108338"/>
                  </a:xfrm>
                  <a:prstGeom prst="ellipse">
                    <a:avLst/>
                  </a:prstGeom>
                  <a:solidFill>
                    <a:srgbClr val="FFFFFF"/>
                  </a:solidFill>
                  <a:ln w="12700" cap="flat" cmpd="sng" algn="ctr">
                    <a:solidFill>
                      <a:srgbClr val="232F3E">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ea typeface="+mn-ea"/>
                      <a:cs typeface="+mn-cs"/>
                    </a:endParaRPr>
                  </a:p>
                </p:txBody>
              </p:sp>
              <p:sp>
                <p:nvSpPr>
                  <p:cNvPr id="67" name="Oval 66">
                    <a:extLst>
                      <a:ext uri="{FF2B5EF4-FFF2-40B4-BE49-F238E27FC236}">
                        <a16:creationId xmlns:a16="http://schemas.microsoft.com/office/drawing/2014/main" id="{74F3981B-65C7-77A7-5863-3A299080AF43}"/>
                      </a:ext>
                      <a:ext uri="{C183D7F6-B498-43B3-948B-1728B52AA6E4}">
                        <adec:decorative xmlns:adec="http://schemas.microsoft.com/office/drawing/2017/decorative" val="1"/>
                      </a:ext>
                    </a:extLst>
                  </p:cNvPr>
                  <p:cNvSpPr/>
                  <p:nvPr/>
                </p:nvSpPr>
                <p:spPr>
                  <a:xfrm>
                    <a:off x="2199633" y="2931284"/>
                    <a:ext cx="108338" cy="108338"/>
                  </a:xfrm>
                  <a:prstGeom prst="ellipse">
                    <a:avLst/>
                  </a:prstGeom>
                  <a:solidFill>
                    <a:srgbClr val="FFFFFF"/>
                  </a:solidFill>
                  <a:ln w="12700" cap="flat" cmpd="sng" algn="ctr">
                    <a:solidFill>
                      <a:srgbClr val="232F3E">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ea typeface="+mn-ea"/>
                      <a:cs typeface="+mn-cs"/>
                    </a:endParaRPr>
                  </a:p>
                </p:txBody>
              </p:sp>
              <p:grpSp>
                <p:nvGrpSpPr>
                  <p:cNvPr id="68" name="Group 67">
                    <a:extLst>
                      <a:ext uri="{FF2B5EF4-FFF2-40B4-BE49-F238E27FC236}">
                        <a16:creationId xmlns:a16="http://schemas.microsoft.com/office/drawing/2014/main" id="{F0F3795B-0BDB-E47D-1402-7C7ACDC9D849}"/>
                      </a:ext>
                    </a:extLst>
                  </p:cNvPr>
                  <p:cNvGrpSpPr/>
                  <p:nvPr/>
                </p:nvGrpSpPr>
                <p:grpSpPr>
                  <a:xfrm>
                    <a:off x="654545" y="4068457"/>
                    <a:ext cx="2986122" cy="67946"/>
                    <a:chOff x="654545" y="4068457"/>
                    <a:chExt cx="2986122" cy="67946"/>
                  </a:xfrm>
                </p:grpSpPr>
                <p:cxnSp>
                  <p:nvCxnSpPr>
                    <p:cNvPr id="75" name="Straight Connector 74">
                      <a:extLst>
                        <a:ext uri="{FF2B5EF4-FFF2-40B4-BE49-F238E27FC236}">
                          <a16:creationId xmlns:a16="http://schemas.microsoft.com/office/drawing/2014/main" id="{EC60E93C-E131-BFF0-5ABC-166BED1F6398}"/>
                        </a:ext>
                        <a:ext uri="{C183D7F6-B498-43B3-948B-1728B52AA6E4}">
                          <adec:decorative xmlns:adec="http://schemas.microsoft.com/office/drawing/2017/decorative" val="1"/>
                        </a:ext>
                      </a:extLst>
                    </p:cNvPr>
                    <p:cNvCxnSpPr/>
                    <p:nvPr/>
                  </p:nvCxnSpPr>
                  <p:spPr>
                    <a:xfrm>
                      <a:off x="654545" y="4136403"/>
                      <a:ext cx="2986122" cy="0"/>
                    </a:xfrm>
                    <a:prstGeom prst="line">
                      <a:avLst/>
                    </a:prstGeom>
                    <a:noFill/>
                    <a:ln w="6350" cap="flat" cmpd="sng" algn="ctr">
                      <a:solidFill>
                        <a:srgbClr val="232F3E"/>
                      </a:solidFill>
                      <a:prstDash val="solid"/>
                      <a:miter lim="800000"/>
                    </a:ln>
                    <a:effectLst/>
                  </p:spPr>
                </p:cxnSp>
                <p:cxnSp>
                  <p:nvCxnSpPr>
                    <p:cNvPr id="76" name="Straight Connector 75">
                      <a:extLst>
                        <a:ext uri="{FF2B5EF4-FFF2-40B4-BE49-F238E27FC236}">
                          <a16:creationId xmlns:a16="http://schemas.microsoft.com/office/drawing/2014/main" id="{043F4E6C-2A62-401A-1F83-B52650A30846}"/>
                        </a:ext>
                        <a:ext uri="{C183D7F6-B498-43B3-948B-1728B52AA6E4}">
                          <adec:decorative xmlns:adec="http://schemas.microsoft.com/office/drawing/2017/decorative" val="1"/>
                        </a:ext>
                      </a:extLst>
                    </p:cNvPr>
                    <p:cNvCxnSpPr/>
                    <p:nvPr/>
                  </p:nvCxnSpPr>
                  <p:spPr>
                    <a:xfrm flipV="1">
                      <a:off x="883301" y="4068457"/>
                      <a:ext cx="0" cy="67946"/>
                    </a:xfrm>
                    <a:prstGeom prst="line">
                      <a:avLst/>
                    </a:prstGeom>
                    <a:noFill/>
                    <a:ln w="6350" cap="flat" cmpd="sng" algn="ctr">
                      <a:solidFill>
                        <a:srgbClr val="232F3E"/>
                      </a:solidFill>
                      <a:prstDash val="solid"/>
                      <a:miter lim="800000"/>
                    </a:ln>
                    <a:effectLst/>
                  </p:spPr>
                </p:cxnSp>
                <p:cxnSp>
                  <p:nvCxnSpPr>
                    <p:cNvPr id="77" name="Straight Connector 76">
                      <a:extLst>
                        <a:ext uri="{FF2B5EF4-FFF2-40B4-BE49-F238E27FC236}">
                          <a16:creationId xmlns:a16="http://schemas.microsoft.com/office/drawing/2014/main" id="{40D2901C-4E8D-C2AB-74EA-68E0152D70E3}"/>
                        </a:ext>
                        <a:ext uri="{C183D7F6-B498-43B3-948B-1728B52AA6E4}">
                          <adec:decorative xmlns:adec="http://schemas.microsoft.com/office/drawing/2017/decorative" val="1"/>
                        </a:ext>
                      </a:extLst>
                    </p:cNvPr>
                    <p:cNvCxnSpPr/>
                    <p:nvPr/>
                  </p:nvCxnSpPr>
                  <p:spPr>
                    <a:xfrm flipV="1">
                      <a:off x="1112737" y="4068457"/>
                      <a:ext cx="0" cy="67946"/>
                    </a:xfrm>
                    <a:prstGeom prst="line">
                      <a:avLst/>
                    </a:prstGeom>
                    <a:noFill/>
                    <a:ln w="6350" cap="flat" cmpd="sng" algn="ctr">
                      <a:solidFill>
                        <a:srgbClr val="232F3E"/>
                      </a:solidFill>
                      <a:prstDash val="solid"/>
                      <a:miter lim="800000"/>
                    </a:ln>
                    <a:effectLst/>
                  </p:spPr>
                </p:cxnSp>
                <p:cxnSp>
                  <p:nvCxnSpPr>
                    <p:cNvPr id="78" name="Straight Connector 77">
                      <a:extLst>
                        <a:ext uri="{FF2B5EF4-FFF2-40B4-BE49-F238E27FC236}">
                          <a16:creationId xmlns:a16="http://schemas.microsoft.com/office/drawing/2014/main" id="{DF216607-1F94-95C1-5098-33B611961A96}"/>
                        </a:ext>
                        <a:ext uri="{C183D7F6-B498-43B3-948B-1728B52AA6E4}">
                          <adec:decorative xmlns:adec="http://schemas.microsoft.com/office/drawing/2017/decorative" val="1"/>
                        </a:ext>
                      </a:extLst>
                    </p:cNvPr>
                    <p:cNvCxnSpPr/>
                    <p:nvPr/>
                  </p:nvCxnSpPr>
                  <p:spPr>
                    <a:xfrm flipV="1">
                      <a:off x="1342173" y="4068457"/>
                      <a:ext cx="0" cy="67946"/>
                    </a:xfrm>
                    <a:prstGeom prst="line">
                      <a:avLst/>
                    </a:prstGeom>
                    <a:noFill/>
                    <a:ln w="6350" cap="flat" cmpd="sng" algn="ctr">
                      <a:solidFill>
                        <a:srgbClr val="232F3E"/>
                      </a:solidFill>
                      <a:prstDash val="solid"/>
                      <a:miter lim="800000"/>
                    </a:ln>
                    <a:effectLst/>
                  </p:spPr>
                </p:cxnSp>
                <p:cxnSp>
                  <p:nvCxnSpPr>
                    <p:cNvPr id="79" name="Straight Connector 78">
                      <a:extLst>
                        <a:ext uri="{FF2B5EF4-FFF2-40B4-BE49-F238E27FC236}">
                          <a16:creationId xmlns:a16="http://schemas.microsoft.com/office/drawing/2014/main" id="{92E308AA-D637-3038-E6F8-FFC59059FAFB}"/>
                        </a:ext>
                        <a:ext uri="{C183D7F6-B498-43B3-948B-1728B52AA6E4}">
                          <adec:decorative xmlns:adec="http://schemas.microsoft.com/office/drawing/2017/decorative" val="1"/>
                        </a:ext>
                      </a:extLst>
                    </p:cNvPr>
                    <p:cNvCxnSpPr/>
                    <p:nvPr/>
                  </p:nvCxnSpPr>
                  <p:spPr>
                    <a:xfrm flipV="1">
                      <a:off x="1571609" y="4068457"/>
                      <a:ext cx="0" cy="67946"/>
                    </a:xfrm>
                    <a:prstGeom prst="line">
                      <a:avLst/>
                    </a:prstGeom>
                    <a:noFill/>
                    <a:ln w="6350" cap="flat" cmpd="sng" algn="ctr">
                      <a:solidFill>
                        <a:srgbClr val="232F3E"/>
                      </a:solidFill>
                      <a:prstDash val="solid"/>
                      <a:miter lim="800000"/>
                    </a:ln>
                    <a:effectLst/>
                  </p:spPr>
                </p:cxnSp>
                <p:cxnSp>
                  <p:nvCxnSpPr>
                    <p:cNvPr id="80" name="Straight Connector 79">
                      <a:extLst>
                        <a:ext uri="{FF2B5EF4-FFF2-40B4-BE49-F238E27FC236}">
                          <a16:creationId xmlns:a16="http://schemas.microsoft.com/office/drawing/2014/main" id="{4A000993-18D9-540B-AE4E-8EE3CA0F212D}"/>
                        </a:ext>
                        <a:ext uri="{C183D7F6-B498-43B3-948B-1728B52AA6E4}">
                          <adec:decorative xmlns:adec="http://schemas.microsoft.com/office/drawing/2017/decorative" val="1"/>
                        </a:ext>
                      </a:extLst>
                    </p:cNvPr>
                    <p:cNvCxnSpPr/>
                    <p:nvPr/>
                  </p:nvCxnSpPr>
                  <p:spPr>
                    <a:xfrm flipV="1">
                      <a:off x="1801045" y="4068457"/>
                      <a:ext cx="0" cy="67946"/>
                    </a:xfrm>
                    <a:prstGeom prst="line">
                      <a:avLst/>
                    </a:prstGeom>
                    <a:noFill/>
                    <a:ln w="6350" cap="flat" cmpd="sng" algn="ctr">
                      <a:solidFill>
                        <a:srgbClr val="232F3E"/>
                      </a:solidFill>
                      <a:prstDash val="solid"/>
                      <a:miter lim="800000"/>
                    </a:ln>
                    <a:effectLst/>
                  </p:spPr>
                </p:cxnSp>
                <p:cxnSp>
                  <p:nvCxnSpPr>
                    <p:cNvPr id="81" name="Straight Connector 80">
                      <a:extLst>
                        <a:ext uri="{FF2B5EF4-FFF2-40B4-BE49-F238E27FC236}">
                          <a16:creationId xmlns:a16="http://schemas.microsoft.com/office/drawing/2014/main" id="{89D7D889-067D-9230-FC84-04F6766DDEA5}"/>
                        </a:ext>
                        <a:ext uri="{C183D7F6-B498-43B3-948B-1728B52AA6E4}">
                          <adec:decorative xmlns:adec="http://schemas.microsoft.com/office/drawing/2017/decorative" val="1"/>
                        </a:ext>
                      </a:extLst>
                    </p:cNvPr>
                    <p:cNvCxnSpPr/>
                    <p:nvPr/>
                  </p:nvCxnSpPr>
                  <p:spPr>
                    <a:xfrm flipV="1">
                      <a:off x="2030481" y="4068457"/>
                      <a:ext cx="0" cy="67946"/>
                    </a:xfrm>
                    <a:prstGeom prst="line">
                      <a:avLst/>
                    </a:prstGeom>
                    <a:noFill/>
                    <a:ln w="6350" cap="flat" cmpd="sng" algn="ctr">
                      <a:solidFill>
                        <a:srgbClr val="232F3E"/>
                      </a:solidFill>
                      <a:prstDash val="solid"/>
                      <a:miter lim="800000"/>
                    </a:ln>
                    <a:effectLst/>
                  </p:spPr>
                </p:cxnSp>
                <p:cxnSp>
                  <p:nvCxnSpPr>
                    <p:cNvPr id="82" name="Straight Connector 81">
                      <a:extLst>
                        <a:ext uri="{FF2B5EF4-FFF2-40B4-BE49-F238E27FC236}">
                          <a16:creationId xmlns:a16="http://schemas.microsoft.com/office/drawing/2014/main" id="{C5666900-3DBC-5952-08AC-1EF480BADA5C}"/>
                        </a:ext>
                        <a:ext uri="{C183D7F6-B498-43B3-948B-1728B52AA6E4}">
                          <adec:decorative xmlns:adec="http://schemas.microsoft.com/office/drawing/2017/decorative" val="1"/>
                        </a:ext>
                      </a:extLst>
                    </p:cNvPr>
                    <p:cNvCxnSpPr/>
                    <p:nvPr/>
                  </p:nvCxnSpPr>
                  <p:spPr>
                    <a:xfrm flipV="1">
                      <a:off x="2259917" y="4068457"/>
                      <a:ext cx="0" cy="67946"/>
                    </a:xfrm>
                    <a:prstGeom prst="line">
                      <a:avLst/>
                    </a:prstGeom>
                    <a:noFill/>
                    <a:ln w="6350" cap="flat" cmpd="sng" algn="ctr">
                      <a:solidFill>
                        <a:srgbClr val="232F3E"/>
                      </a:solidFill>
                      <a:prstDash val="solid"/>
                      <a:miter lim="800000"/>
                    </a:ln>
                    <a:effectLst/>
                  </p:spPr>
                </p:cxnSp>
                <p:cxnSp>
                  <p:nvCxnSpPr>
                    <p:cNvPr id="83" name="Straight Connector 82">
                      <a:extLst>
                        <a:ext uri="{FF2B5EF4-FFF2-40B4-BE49-F238E27FC236}">
                          <a16:creationId xmlns:a16="http://schemas.microsoft.com/office/drawing/2014/main" id="{9EF6CCD1-7FA6-1F5B-4741-C41274B04778}"/>
                        </a:ext>
                        <a:ext uri="{C183D7F6-B498-43B3-948B-1728B52AA6E4}">
                          <adec:decorative xmlns:adec="http://schemas.microsoft.com/office/drawing/2017/decorative" val="1"/>
                        </a:ext>
                      </a:extLst>
                    </p:cNvPr>
                    <p:cNvCxnSpPr/>
                    <p:nvPr/>
                  </p:nvCxnSpPr>
                  <p:spPr>
                    <a:xfrm flipV="1">
                      <a:off x="2489353" y="4068457"/>
                      <a:ext cx="0" cy="67946"/>
                    </a:xfrm>
                    <a:prstGeom prst="line">
                      <a:avLst/>
                    </a:prstGeom>
                    <a:noFill/>
                    <a:ln w="6350" cap="flat" cmpd="sng" algn="ctr">
                      <a:solidFill>
                        <a:srgbClr val="232F3E"/>
                      </a:solidFill>
                      <a:prstDash val="solid"/>
                      <a:miter lim="800000"/>
                    </a:ln>
                    <a:effectLst/>
                  </p:spPr>
                </p:cxnSp>
                <p:cxnSp>
                  <p:nvCxnSpPr>
                    <p:cNvPr id="84" name="Straight Connector 83">
                      <a:extLst>
                        <a:ext uri="{FF2B5EF4-FFF2-40B4-BE49-F238E27FC236}">
                          <a16:creationId xmlns:a16="http://schemas.microsoft.com/office/drawing/2014/main" id="{BAC9F9C0-3795-287A-F2DD-410AE1863BA7}"/>
                        </a:ext>
                        <a:ext uri="{C183D7F6-B498-43B3-948B-1728B52AA6E4}">
                          <adec:decorative xmlns:adec="http://schemas.microsoft.com/office/drawing/2017/decorative" val="1"/>
                        </a:ext>
                      </a:extLst>
                    </p:cNvPr>
                    <p:cNvCxnSpPr/>
                    <p:nvPr/>
                  </p:nvCxnSpPr>
                  <p:spPr>
                    <a:xfrm flipV="1">
                      <a:off x="2718789" y="4068457"/>
                      <a:ext cx="0" cy="67946"/>
                    </a:xfrm>
                    <a:prstGeom prst="line">
                      <a:avLst/>
                    </a:prstGeom>
                    <a:noFill/>
                    <a:ln w="6350" cap="flat" cmpd="sng" algn="ctr">
                      <a:solidFill>
                        <a:srgbClr val="232F3E"/>
                      </a:solidFill>
                      <a:prstDash val="solid"/>
                      <a:miter lim="800000"/>
                    </a:ln>
                    <a:effectLst/>
                  </p:spPr>
                </p:cxnSp>
                <p:cxnSp>
                  <p:nvCxnSpPr>
                    <p:cNvPr id="85" name="Straight Connector 84">
                      <a:extLst>
                        <a:ext uri="{FF2B5EF4-FFF2-40B4-BE49-F238E27FC236}">
                          <a16:creationId xmlns:a16="http://schemas.microsoft.com/office/drawing/2014/main" id="{5987C3FA-267A-DC63-EDA5-0A4D74C6B8B8}"/>
                        </a:ext>
                        <a:ext uri="{C183D7F6-B498-43B3-948B-1728B52AA6E4}">
                          <adec:decorative xmlns:adec="http://schemas.microsoft.com/office/drawing/2017/decorative" val="1"/>
                        </a:ext>
                      </a:extLst>
                    </p:cNvPr>
                    <p:cNvCxnSpPr/>
                    <p:nvPr/>
                  </p:nvCxnSpPr>
                  <p:spPr>
                    <a:xfrm flipV="1">
                      <a:off x="2948225" y="4068457"/>
                      <a:ext cx="0" cy="67946"/>
                    </a:xfrm>
                    <a:prstGeom prst="line">
                      <a:avLst/>
                    </a:prstGeom>
                    <a:noFill/>
                    <a:ln w="6350" cap="flat" cmpd="sng" algn="ctr">
                      <a:solidFill>
                        <a:srgbClr val="232F3E"/>
                      </a:solidFill>
                      <a:prstDash val="solid"/>
                      <a:miter lim="800000"/>
                    </a:ln>
                    <a:effectLst/>
                  </p:spPr>
                </p:cxnSp>
                <p:cxnSp>
                  <p:nvCxnSpPr>
                    <p:cNvPr id="86" name="Straight Connector 85">
                      <a:extLst>
                        <a:ext uri="{FF2B5EF4-FFF2-40B4-BE49-F238E27FC236}">
                          <a16:creationId xmlns:a16="http://schemas.microsoft.com/office/drawing/2014/main" id="{2C7DE736-0C9A-5FBA-BA30-23600B70C162}"/>
                        </a:ext>
                        <a:ext uri="{C183D7F6-B498-43B3-948B-1728B52AA6E4}">
                          <adec:decorative xmlns:adec="http://schemas.microsoft.com/office/drawing/2017/decorative" val="1"/>
                        </a:ext>
                      </a:extLst>
                    </p:cNvPr>
                    <p:cNvCxnSpPr/>
                    <p:nvPr/>
                  </p:nvCxnSpPr>
                  <p:spPr>
                    <a:xfrm flipV="1">
                      <a:off x="3177661" y="4068457"/>
                      <a:ext cx="0" cy="67946"/>
                    </a:xfrm>
                    <a:prstGeom prst="line">
                      <a:avLst/>
                    </a:prstGeom>
                    <a:noFill/>
                    <a:ln w="6350" cap="flat" cmpd="sng" algn="ctr">
                      <a:solidFill>
                        <a:srgbClr val="232F3E"/>
                      </a:solidFill>
                      <a:prstDash val="solid"/>
                      <a:miter lim="800000"/>
                    </a:ln>
                    <a:effectLst/>
                  </p:spPr>
                </p:cxnSp>
                <p:cxnSp>
                  <p:nvCxnSpPr>
                    <p:cNvPr id="87" name="Straight Connector 86">
                      <a:extLst>
                        <a:ext uri="{FF2B5EF4-FFF2-40B4-BE49-F238E27FC236}">
                          <a16:creationId xmlns:a16="http://schemas.microsoft.com/office/drawing/2014/main" id="{83F57800-5052-97FA-3F2B-6A823DCC7F4B}"/>
                        </a:ext>
                        <a:ext uri="{C183D7F6-B498-43B3-948B-1728B52AA6E4}">
                          <adec:decorative xmlns:adec="http://schemas.microsoft.com/office/drawing/2017/decorative" val="1"/>
                        </a:ext>
                      </a:extLst>
                    </p:cNvPr>
                    <p:cNvCxnSpPr/>
                    <p:nvPr/>
                  </p:nvCxnSpPr>
                  <p:spPr>
                    <a:xfrm flipV="1">
                      <a:off x="3407097" y="4068457"/>
                      <a:ext cx="0" cy="67946"/>
                    </a:xfrm>
                    <a:prstGeom prst="line">
                      <a:avLst/>
                    </a:prstGeom>
                    <a:noFill/>
                    <a:ln w="6350" cap="flat" cmpd="sng" algn="ctr">
                      <a:solidFill>
                        <a:srgbClr val="232F3E"/>
                      </a:solidFill>
                      <a:prstDash val="solid"/>
                      <a:miter lim="800000"/>
                    </a:ln>
                    <a:effectLst/>
                  </p:spPr>
                </p:cxnSp>
                <p:cxnSp>
                  <p:nvCxnSpPr>
                    <p:cNvPr id="88" name="Straight Connector 87">
                      <a:extLst>
                        <a:ext uri="{FF2B5EF4-FFF2-40B4-BE49-F238E27FC236}">
                          <a16:creationId xmlns:a16="http://schemas.microsoft.com/office/drawing/2014/main" id="{7EDC2258-01AA-65A1-D0FF-27483F6C7C5D}"/>
                        </a:ext>
                        <a:ext uri="{C183D7F6-B498-43B3-948B-1728B52AA6E4}">
                          <adec:decorative xmlns:adec="http://schemas.microsoft.com/office/drawing/2017/decorative" val="1"/>
                        </a:ext>
                      </a:extLst>
                    </p:cNvPr>
                    <p:cNvCxnSpPr/>
                    <p:nvPr/>
                  </p:nvCxnSpPr>
                  <p:spPr>
                    <a:xfrm flipV="1">
                      <a:off x="3636528" y="4068457"/>
                      <a:ext cx="0" cy="67946"/>
                    </a:xfrm>
                    <a:prstGeom prst="line">
                      <a:avLst/>
                    </a:prstGeom>
                    <a:noFill/>
                    <a:ln w="6350" cap="flat" cmpd="sng" algn="ctr">
                      <a:solidFill>
                        <a:srgbClr val="232F3E"/>
                      </a:solidFill>
                      <a:prstDash val="solid"/>
                      <a:miter lim="800000"/>
                    </a:ln>
                    <a:effectLst/>
                  </p:spPr>
                </p:cxnSp>
              </p:grpSp>
              <p:sp>
                <p:nvSpPr>
                  <p:cNvPr id="69" name="Oval 68">
                    <a:extLst>
                      <a:ext uri="{FF2B5EF4-FFF2-40B4-BE49-F238E27FC236}">
                        <a16:creationId xmlns:a16="http://schemas.microsoft.com/office/drawing/2014/main" id="{B77F368F-679C-E367-B277-62BEBD7047CF}"/>
                      </a:ext>
                      <a:ext uri="{C183D7F6-B498-43B3-948B-1728B52AA6E4}">
                        <adec:decorative xmlns:adec="http://schemas.microsoft.com/office/drawing/2017/decorative" val="1"/>
                      </a:ext>
                    </a:extLst>
                  </p:cNvPr>
                  <p:cNvSpPr/>
                  <p:nvPr/>
                </p:nvSpPr>
                <p:spPr>
                  <a:xfrm>
                    <a:off x="1288004" y="3608050"/>
                    <a:ext cx="108338" cy="108338"/>
                  </a:xfrm>
                  <a:prstGeom prst="ellipse">
                    <a:avLst/>
                  </a:prstGeom>
                  <a:solidFill>
                    <a:srgbClr val="FFFFFF"/>
                  </a:solidFill>
                  <a:ln w="12700" cap="flat" cmpd="sng" algn="ctr">
                    <a:solidFill>
                      <a:srgbClr val="232F3E">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ea typeface="+mn-ea"/>
                      <a:cs typeface="+mn-cs"/>
                    </a:endParaRPr>
                  </a:p>
                </p:txBody>
              </p:sp>
              <p:sp>
                <p:nvSpPr>
                  <p:cNvPr id="70" name="Oval 69">
                    <a:extLst>
                      <a:ext uri="{FF2B5EF4-FFF2-40B4-BE49-F238E27FC236}">
                        <a16:creationId xmlns:a16="http://schemas.microsoft.com/office/drawing/2014/main" id="{82ABD8BC-51AD-2803-E920-3C1557A5560E}"/>
                      </a:ext>
                      <a:ext uri="{C183D7F6-B498-43B3-948B-1728B52AA6E4}">
                        <adec:decorative xmlns:adec="http://schemas.microsoft.com/office/drawing/2017/decorative" val="1"/>
                      </a:ext>
                    </a:extLst>
                  </p:cNvPr>
                  <p:cNvSpPr/>
                  <p:nvPr/>
                </p:nvSpPr>
                <p:spPr>
                  <a:xfrm>
                    <a:off x="1976312" y="3222074"/>
                    <a:ext cx="108338" cy="108338"/>
                  </a:xfrm>
                  <a:prstGeom prst="ellipse">
                    <a:avLst/>
                  </a:prstGeom>
                  <a:solidFill>
                    <a:srgbClr val="FFFFFF"/>
                  </a:solidFill>
                  <a:ln w="12700" cap="flat" cmpd="sng" algn="ctr">
                    <a:solidFill>
                      <a:srgbClr val="232F3E">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ea typeface="+mn-ea"/>
                      <a:cs typeface="+mn-cs"/>
                    </a:endParaRPr>
                  </a:p>
                </p:txBody>
              </p:sp>
              <p:sp>
                <p:nvSpPr>
                  <p:cNvPr id="71" name="Oval 70">
                    <a:extLst>
                      <a:ext uri="{FF2B5EF4-FFF2-40B4-BE49-F238E27FC236}">
                        <a16:creationId xmlns:a16="http://schemas.microsoft.com/office/drawing/2014/main" id="{29B3C4EF-6FC3-67CB-7935-9A6DC3B9E98D}"/>
                      </a:ext>
                      <a:ext uri="{C183D7F6-B498-43B3-948B-1728B52AA6E4}">
                        <adec:decorative xmlns:adec="http://schemas.microsoft.com/office/drawing/2017/decorative" val="1"/>
                      </a:ext>
                    </a:extLst>
                  </p:cNvPr>
                  <p:cNvSpPr/>
                  <p:nvPr/>
                </p:nvSpPr>
                <p:spPr>
                  <a:xfrm>
                    <a:off x="2664620" y="3059190"/>
                    <a:ext cx="108338" cy="108338"/>
                  </a:xfrm>
                  <a:prstGeom prst="ellipse">
                    <a:avLst/>
                  </a:prstGeom>
                  <a:solidFill>
                    <a:srgbClr val="FFFFFF"/>
                  </a:solidFill>
                  <a:ln w="12700" cap="flat" cmpd="sng" algn="ctr">
                    <a:solidFill>
                      <a:srgbClr val="232F3E">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ea typeface="+mn-ea"/>
                      <a:cs typeface="+mn-cs"/>
                    </a:endParaRPr>
                  </a:p>
                </p:txBody>
              </p:sp>
              <p:sp>
                <p:nvSpPr>
                  <p:cNvPr id="72" name="Oval 71">
                    <a:extLst>
                      <a:ext uri="{FF2B5EF4-FFF2-40B4-BE49-F238E27FC236}">
                        <a16:creationId xmlns:a16="http://schemas.microsoft.com/office/drawing/2014/main" id="{1A385067-DA94-EFB1-25DE-928C0BE90BBF}"/>
                      </a:ext>
                      <a:ext uri="{C183D7F6-B498-43B3-948B-1728B52AA6E4}">
                        <adec:decorative xmlns:adec="http://schemas.microsoft.com/office/drawing/2017/decorative" val="1"/>
                      </a:ext>
                    </a:extLst>
                  </p:cNvPr>
                  <p:cNvSpPr/>
                  <p:nvPr/>
                </p:nvSpPr>
                <p:spPr>
                  <a:xfrm>
                    <a:off x="2894056" y="2904315"/>
                    <a:ext cx="108338" cy="108338"/>
                  </a:xfrm>
                  <a:prstGeom prst="ellipse">
                    <a:avLst/>
                  </a:prstGeom>
                  <a:solidFill>
                    <a:srgbClr val="FFFFFF"/>
                  </a:solidFill>
                  <a:ln w="12700" cap="flat" cmpd="sng" algn="ctr">
                    <a:solidFill>
                      <a:srgbClr val="232F3E">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ea typeface="+mn-ea"/>
                      <a:cs typeface="+mn-cs"/>
                    </a:endParaRPr>
                  </a:p>
                </p:txBody>
              </p:sp>
              <p:sp>
                <p:nvSpPr>
                  <p:cNvPr id="73" name="Oval 72">
                    <a:extLst>
                      <a:ext uri="{FF2B5EF4-FFF2-40B4-BE49-F238E27FC236}">
                        <a16:creationId xmlns:a16="http://schemas.microsoft.com/office/drawing/2014/main" id="{0657E8A5-41D6-0A72-60B1-3625DEF50207}"/>
                      </a:ext>
                      <a:ext uri="{C183D7F6-B498-43B3-948B-1728B52AA6E4}">
                        <adec:decorative xmlns:adec="http://schemas.microsoft.com/office/drawing/2017/decorative" val="1"/>
                      </a:ext>
                    </a:extLst>
                  </p:cNvPr>
                  <p:cNvSpPr/>
                  <p:nvPr/>
                </p:nvSpPr>
                <p:spPr>
                  <a:xfrm>
                    <a:off x="3352928" y="2667666"/>
                    <a:ext cx="108338" cy="108338"/>
                  </a:xfrm>
                  <a:prstGeom prst="ellipse">
                    <a:avLst/>
                  </a:prstGeom>
                  <a:solidFill>
                    <a:srgbClr val="FFFFFF"/>
                  </a:solidFill>
                  <a:ln w="12700" cap="flat" cmpd="sng" algn="ctr">
                    <a:solidFill>
                      <a:srgbClr val="232F3E">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ea typeface="+mn-ea"/>
                      <a:cs typeface="+mn-cs"/>
                    </a:endParaRPr>
                  </a:p>
                </p:txBody>
              </p:sp>
              <p:sp>
                <p:nvSpPr>
                  <p:cNvPr id="74" name="Oval 73">
                    <a:extLst>
                      <a:ext uri="{FF2B5EF4-FFF2-40B4-BE49-F238E27FC236}">
                        <a16:creationId xmlns:a16="http://schemas.microsoft.com/office/drawing/2014/main" id="{52DCB784-CC86-2520-53E3-5C4EE2FD7774}"/>
                      </a:ext>
                      <a:ext uri="{C183D7F6-B498-43B3-948B-1728B52AA6E4}">
                        <adec:decorative xmlns:adec="http://schemas.microsoft.com/office/drawing/2017/decorative" val="1"/>
                      </a:ext>
                    </a:extLst>
                  </p:cNvPr>
                  <p:cNvSpPr/>
                  <p:nvPr/>
                </p:nvSpPr>
                <p:spPr>
                  <a:xfrm>
                    <a:off x="3582359" y="2795789"/>
                    <a:ext cx="108338" cy="108338"/>
                  </a:xfrm>
                  <a:prstGeom prst="ellipse">
                    <a:avLst/>
                  </a:prstGeom>
                  <a:solidFill>
                    <a:srgbClr val="FFFFFF"/>
                  </a:solidFill>
                  <a:ln w="12700" cap="flat" cmpd="sng" algn="ctr">
                    <a:solidFill>
                      <a:srgbClr val="232F3E">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ea typeface="+mn-ea"/>
                      <a:cs typeface="+mn-cs"/>
                    </a:endParaRPr>
                  </a:p>
                </p:txBody>
              </p:sp>
            </p:grpSp>
            <p:sp>
              <p:nvSpPr>
                <p:cNvPr id="61" name="Freeform 50">
                  <a:extLst>
                    <a:ext uri="{FF2B5EF4-FFF2-40B4-BE49-F238E27FC236}">
                      <a16:creationId xmlns:a16="http://schemas.microsoft.com/office/drawing/2014/main" id="{65BF9D65-3C8F-58A8-6FD9-D64538476FAF}"/>
                    </a:ext>
                    <a:ext uri="{C183D7F6-B498-43B3-948B-1728B52AA6E4}">
                      <adec:decorative xmlns:adec="http://schemas.microsoft.com/office/drawing/2017/decorative" val="1"/>
                    </a:ext>
                  </a:extLst>
                </p:cNvPr>
                <p:cNvSpPr/>
                <p:nvPr/>
              </p:nvSpPr>
              <p:spPr>
                <a:xfrm>
                  <a:off x="8483877" y="2442148"/>
                  <a:ext cx="2769080" cy="1079826"/>
                </a:xfrm>
                <a:custGeom>
                  <a:avLst/>
                  <a:gdLst>
                    <a:gd name="connsiteX0" fmla="*/ 0 w 2769080"/>
                    <a:gd name="connsiteY0" fmla="*/ 1079826 h 1079826"/>
                    <a:gd name="connsiteX1" fmla="*/ 232914 w 2769080"/>
                    <a:gd name="connsiteY1" fmla="*/ 846912 h 1079826"/>
                    <a:gd name="connsiteX2" fmla="*/ 465827 w 2769080"/>
                    <a:gd name="connsiteY2" fmla="*/ 950429 h 1079826"/>
                    <a:gd name="connsiteX3" fmla="*/ 690114 w 2769080"/>
                    <a:gd name="connsiteY3" fmla="*/ 726143 h 1079826"/>
                    <a:gd name="connsiteX4" fmla="*/ 914400 w 2769080"/>
                    <a:gd name="connsiteY4" fmla="*/ 915924 h 1079826"/>
                    <a:gd name="connsiteX5" fmla="*/ 1155940 w 2769080"/>
                    <a:gd name="connsiteY5" fmla="*/ 562241 h 1079826"/>
                    <a:gd name="connsiteX6" fmla="*/ 1406106 w 2769080"/>
                    <a:gd name="connsiteY6" fmla="*/ 260316 h 1079826"/>
                    <a:gd name="connsiteX7" fmla="*/ 1846053 w 2769080"/>
                    <a:gd name="connsiteY7" fmla="*/ 389712 h 1079826"/>
                    <a:gd name="connsiteX8" fmla="*/ 2061714 w 2769080"/>
                    <a:gd name="connsiteY8" fmla="*/ 243063 h 1079826"/>
                    <a:gd name="connsiteX9" fmla="*/ 2518914 w 2769080"/>
                    <a:gd name="connsiteY9" fmla="*/ 1524 h 1079826"/>
                    <a:gd name="connsiteX10" fmla="*/ 2769080 w 2769080"/>
                    <a:gd name="connsiteY10" fmla="*/ 130920 h 107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69080" h="1079826">
                      <a:moveTo>
                        <a:pt x="0" y="1079826"/>
                      </a:moveTo>
                      <a:cubicBezTo>
                        <a:pt x="77638" y="974152"/>
                        <a:pt x="155276" y="868478"/>
                        <a:pt x="232914" y="846912"/>
                      </a:cubicBezTo>
                      <a:cubicBezTo>
                        <a:pt x="310552" y="825346"/>
                        <a:pt x="389627" y="970557"/>
                        <a:pt x="465827" y="950429"/>
                      </a:cubicBezTo>
                      <a:cubicBezTo>
                        <a:pt x="542027" y="930301"/>
                        <a:pt x="615352" y="731894"/>
                        <a:pt x="690114" y="726143"/>
                      </a:cubicBezTo>
                      <a:cubicBezTo>
                        <a:pt x="764876" y="720392"/>
                        <a:pt x="836762" y="943241"/>
                        <a:pt x="914400" y="915924"/>
                      </a:cubicBezTo>
                      <a:cubicBezTo>
                        <a:pt x="992038" y="888607"/>
                        <a:pt x="1073989" y="671509"/>
                        <a:pt x="1155940" y="562241"/>
                      </a:cubicBezTo>
                      <a:cubicBezTo>
                        <a:pt x="1237891" y="452973"/>
                        <a:pt x="1291087" y="289071"/>
                        <a:pt x="1406106" y="260316"/>
                      </a:cubicBezTo>
                      <a:cubicBezTo>
                        <a:pt x="1521125" y="231561"/>
                        <a:pt x="1736785" y="392587"/>
                        <a:pt x="1846053" y="389712"/>
                      </a:cubicBezTo>
                      <a:cubicBezTo>
                        <a:pt x="1955321" y="386837"/>
                        <a:pt x="1949571" y="307761"/>
                        <a:pt x="2061714" y="243063"/>
                      </a:cubicBezTo>
                      <a:cubicBezTo>
                        <a:pt x="2173857" y="178365"/>
                        <a:pt x="2401020" y="20214"/>
                        <a:pt x="2518914" y="1524"/>
                      </a:cubicBezTo>
                      <a:cubicBezTo>
                        <a:pt x="2636808" y="-17166"/>
                        <a:pt x="2723073" y="142422"/>
                        <a:pt x="2769080" y="130920"/>
                      </a:cubicBezTo>
                    </a:path>
                  </a:pathLst>
                </a:custGeom>
                <a:noFill/>
                <a:ln w="38100" cap="flat" cmpd="sng" algn="ctr">
                  <a:solidFill>
                    <a:schemeClr val="accent2"/>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ea typeface="+mn-ea"/>
                    <a:cs typeface="+mn-cs"/>
                  </a:endParaRPr>
                </a:p>
              </p:txBody>
            </p:sp>
          </p:grpSp>
          <p:sp>
            <p:nvSpPr>
              <p:cNvPr id="59" name="Rectangle 58">
                <a:extLst>
                  <a:ext uri="{FF2B5EF4-FFF2-40B4-BE49-F238E27FC236}">
                    <a16:creationId xmlns:a16="http://schemas.microsoft.com/office/drawing/2014/main" id="{665FA497-34A6-D3F3-964D-5E87EE51A8FB}"/>
                  </a:ext>
                  <a:ext uri="{C183D7F6-B498-43B3-948B-1728B52AA6E4}">
                    <adec:decorative xmlns:adec="http://schemas.microsoft.com/office/drawing/2017/decorative" val="1"/>
                  </a:ext>
                </a:extLst>
              </p:cNvPr>
              <p:cNvSpPr/>
              <p:nvPr/>
            </p:nvSpPr>
            <p:spPr>
              <a:xfrm>
                <a:off x="10871789" y="1328433"/>
                <a:ext cx="1761209" cy="1309471"/>
              </a:xfrm>
              <a:prstGeom prst="rect">
                <a:avLst/>
              </a:prstGeom>
              <a:no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ea typeface="+mn-ea"/>
                  <a:cs typeface="+mn-cs"/>
                </a:endParaRPr>
              </a:p>
            </p:txBody>
          </p:sp>
        </p:grpSp>
      </p:grpSp>
      <p:sp>
        <p:nvSpPr>
          <p:cNvPr id="92" name="TextBox 91">
            <a:extLst>
              <a:ext uri="{FF2B5EF4-FFF2-40B4-BE49-F238E27FC236}">
                <a16:creationId xmlns:a16="http://schemas.microsoft.com/office/drawing/2014/main" id="{58520401-81B5-BAEA-07AD-259EF9ACA594}"/>
              </a:ext>
              <a:ext uri="{C183D7F6-B498-43B3-948B-1728B52AA6E4}">
                <adec:decorative xmlns:adec="http://schemas.microsoft.com/office/drawing/2017/decorative" val="1"/>
              </a:ext>
            </a:extLst>
          </p:cNvPr>
          <p:cNvSpPr txBox="1"/>
          <p:nvPr/>
        </p:nvSpPr>
        <p:spPr>
          <a:xfrm>
            <a:off x="8862555" y="5650291"/>
            <a:ext cx="1761208" cy="400110"/>
          </a:xfrm>
          <a:prstGeom prst="rect">
            <a:avLst/>
          </a:prstGeom>
          <a:noFill/>
        </p:spPr>
        <p:txBody>
          <a:bodyPr wrap="square" rtlCol="0">
            <a:spAutoFit/>
          </a:bodyPr>
          <a:lstStyle/>
          <a:p>
            <a:pPr algn="ctr"/>
            <a:r>
              <a:rPr lang="en-US" sz="2000" dirty="0">
                <a:solidFill>
                  <a:srgbClr val="000000"/>
                </a:solidFill>
                <a:ea typeface="Amazon Ember Light" panose="020B0403020204020204" pitchFamily="34" charset="0"/>
                <a:cs typeface="Amazon Ember Light" panose="020B0403020204020204" pitchFamily="34" charset="0"/>
              </a:rPr>
              <a:t>Forecast</a:t>
            </a:r>
          </a:p>
        </p:txBody>
      </p:sp>
    </p:spTree>
    <p:custDataLst>
      <p:tags r:id="rId1"/>
    </p:custDataLst>
    <p:extLst>
      <p:ext uri="{BB962C8B-B14F-4D97-AF65-F5344CB8AC3E}">
        <p14:creationId xmlns:p14="http://schemas.microsoft.com/office/powerpoint/2010/main" val="301465533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F54A59E-034D-4036-9DDE-F026296C9AE2}"/>
              </a:ext>
            </a:extLst>
          </p:cNvPr>
          <p:cNvSpPr>
            <a:spLocks noGrp="1"/>
          </p:cNvSpPr>
          <p:nvPr>
            <p:ph type="sldNum" idx="97"/>
          </p:nvPr>
        </p:nvSpPr>
        <p:spPr/>
        <p:txBody>
          <a:bodyPr/>
          <a:lstStyle/>
          <a:p>
            <a:fld id="{4037B1B0-0345-4E15-985A-6BECCDBE474F}" type="slidenum">
              <a:rPr lang="en-US" smtClean="0"/>
              <a:pPr/>
              <a:t>49</a:t>
            </a:fld>
            <a:endParaRPr lang="en-US" dirty="0"/>
          </a:p>
        </p:txBody>
      </p:sp>
      <p:sp>
        <p:nvSpPr>
          <p:cNvPr id="3" name="Title 2">
            <a:extLst>
              <a:ext uri="{FF2B5EF4-FFF2-40B4-BE49-F238E27FC236}">
                <a16:creationId xmlns:a16="http://schemas.microsoft.com/office/drawing/2014/main" id="{3BE02FE7-A6FA-4689-A30C-628FCBC12A88}"/>
              </a:ext>
            </a:extLst>
          </p:cNvPr>
          <p:cNvSpPr>
            <a:spLocks noGrp="1"/>
          </p:cNvSpPr>
          <p:nvPr>
            <p:ph type="title" idx="1"/>
          </p:nvPr>
        </p:nvSpPr>
        <p:spPr/>
        <p:txBody>
          <a:bodyPr/>
          <a:lstStyle/>
          <a:p>
            <a:r>
              <a:rPr lang="en-US" dirty="0"/>
              <a:t>Amazon Forecast overview</a:t>
            </a:r>
          </a:p>
        </p:txBody>
      </p:sp>
      <p:grpSp>
        <p:nvGrpSpPr>
          <p:cNvPr id="7" name="Group 6" descr="Amazon Forecast flowchart. Steps described in notes.">
            <a:extLst>
              <a:ext uri="{FF2B5EF4-FFF2-40B4-BE49-F238E27FC236}">
                <a16:creationId xmlns:a16="http://schemas.microsoft.com/office/drawing/2014/main" id="{BE42890A-ABBC-E3A3-A942-AEABE1283904}"/>
              </a:ext>
            </a:extLst>
          </p:cNvPr>
          <p:cNvGrpSpPr/>
          <p:nvPr/>
        </p:nvGrpSpPr>
        <p:grpSpPr>
          <a:xfrm>
            <a:off x="1100450" y="1663074"/>
            <a:ext cx="10800800" cy="3472007"/>
            <a:chOff x="1100450" y="1663074"/>
            <a:chExt cx="10800800" cy="3472007"/>
          </a:xfrm>
        </p:grpSpPr>
        <p:grpSp>
          <p:nvGrpSpPr>
            <p:cNvPr id="8" name="Group 7">
              <a:extLst>
                <a:ext uri="{FF2B5EF4-FFF2-40B4-BE49-F238E27FC236}">
                  <a16:creationId xmlns:a16="http://schemas.microsoft.com/office/drawing/2014/main" id="{1DBA5EA6-9BD0-D011-9F72-F4CBBD53D79E}"/>
                </a:ext>
                <a:ext uri="{C183D7F6-B498-43B3-948B-1728B52AA6E4}">
                  <adec:decorative xmlns:adec="http://schemas.microsoft.com/office/drawing/2017/decorative" val="1"/>
                </a:ext>
              </a:extLst>
            </p:cNvPr>
            <p:cNvGrpSpPr/>
            <p:nvPr/>
          </p:nvGrpSpPr>
          <p:grpSpPr>
            <a:xfrm>
              <a:off x="1100450" y="1663074"/>
              <a:ext cx="1866217" cy="1585863"/>
              <a:chOff x="1155700" y="1854803"/>
              <a:chExt cx="1866217" cy="1585863"/>
            </a:xfrm>
          </p:grpSpPr>
          <p:grpSp>
            <p:nvGrpSpPr>
              <p:cNvPr id="33" name="Group 32">
                <a:extLst>
                  <a:ext uri="{FF2B5EF4-FFF2-40B4-BE49-F238E27FC236}">
                    <a16:creationId xmlns:a16="http://schemas.microsoft.com/office/drawing/2014/main" id="{425B7439-756D-F0C6-4D02-7B8236B0AB7E}"/>
                  </a:ext>
                </a:extLst>
              </p:cNvPr>
              <p:cNvGrpSpPr/>
              <p:nvPr/>
            </p:nvGrpSpPr>
            <p:grpSpPr>
              <a:xfrm>
                <a:off x="1494244" y="1854803"/>
                <a:ext cx="1136228" cy="975102"/>
                <a:chOff x="1289472" y="1854803"/>
                <a:chExt cx="1136228" cy="975102"/>
              </a:xfrm>
            </p:grpSpPr>
            <p:pic>
              <p:nvPicPr>
                <p:cNvPr id="35" name="Graphic 34">
                  <a:extLst>
                    <a:ext uri="{FF2B5EF4-FFF2-40B4-BE49-F238E27FC236}">
                      <a16:creationId xmlns:a16="http://schemas.microsoft.com/office/drawing/2014/main" id="{98280D15-AAAA-BA21-E760-7758E73F64F2}"/>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289472" y="1854803"/>
                  <a:ext cx="679028" cy="679028"/>
                </a:xfrm>
                <a:prstGeom prst="rect">
                  <a:avLst/>
                </a:prstGeom>
              </p:spPr>
            </p:pic>
            <p:pic>
              <p:nvPicPr>
                <p:cNvPr id="36" name="Graphic 35">
                  <a:extLst>
                    <a:ext uri="{FF2B5EF4-FFF2-40B4-BE49-F238E27FC236}">
                      <a16:creationId xmlns:a16="http://schemas.microsoft.com/office/drawing/2014/main" id="{EF2F2954-CA9A-E582-B36F-AAB29D8E9445}"/>
                    </a:ext>
                    <a:ext uri="{C183D7F6-B498-43B3-948B-1728B52AA6E4}">
                      <adec:decorative xmlns:adec="http://schemas.microsoft.com/office/drawing/2017/decorative" val="1"/>
                    </a:ext>
                  </a:extLst>
                </p:cNvPr>
                <p:cNvPicPr>
                  <a:picLocks noChangeAspect="1"/>
                </p:cNvPicPr>
                <p:nvPr/>
              </p:nvPicPr>
              <p:blipFill>
                <a:blip r:embed="rId6" cstate="hqprint">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632208" y="2036413"/>
                  <a:ext cx="793492" cy="793492"/>
                </a:xfrm>
                <a:prstGeom prst="rect">
                  <a:avLst/>
                </a:prstGeom>
              </p:spPr>
            </p:pic>
          </p:grpSp>
          <p:sp>
            <p:nvSpPr>
              <p:cNvPr id="34" name="TextBox 33">
                <a:extLst>
                  <a:ext uri="{FF2B5EF4-FFF2-40B4-BE49-F238E27FC236}">
                    <a16:creationId xmlns:a16="http://schemas.microsoft.com/office/drawing/2014/main" id="{4DC08EAC-4258-39D9-716E-DFC5D9248C59}"/>
                  </a:ext>
                  <a:ext uri="{C183D7F6-B498-43B3-948B-1728B52AA6E4}">
                    <adec:decorative xmlns:adec="http://schemas.microsoft.com/office/drawing/2017/decorative" val="1"/>
                  </a:ext>
                </a:extLst>
              </p:cNvPr>
              <p:cNvSpPr txBox="1"/>
              <p:nvPr/>
            </p:nvSpPr>
            <p:spPr>
              <a:xfrm>
                <a:off x="1155700" y="3040556"/>
                <a:ext cx="1866217" cy="400110"/>
              </a:xfrm>
              <a:prstGeom prst="rect">
                <a:avLst/>
              </a:prstGeom>
              <a:noFill/>
            </p:spPr>
            <p:txBody>
              <a:bodyPr wrap="none" rtlCol="0">
                <a:spAutoFit/>
              </a:bodyPr>
              <a:lstStyle/>
              <a:p>
                <a:r>
                  <a:rPr lang="en-US" sz="2000" dirty="0">
                    <a:solidFill>
                      <a:srgbClr val="232F3E"/>
                    </a:solidFill>
                    <a:ea typeface="Amazon Ember Light" panose="020B0403020204020204" pitchFamily="34" charset="0"/>
                    <a:cs typeface="Amazon Ember Light" panose="020B0403020204020204" pitchFamily="34" charset="0"/>
                  </a:rPr>
                  <a:t>Historical data</a:t>
                </a:r>
              </a:p>
            </p:txBody>
          </p:sp>
        </p:grpSp>
        <p:grpSp>
          <p:nvGrpSpPr>
            <p:cNvPr id="9" name="Group 8">
              <a:extLst>
                <a:ext uri="{FF2B5EF4-FFF2-40B4-BE49-F238E27FC236}">
                  <a16:creationId xmlns:a16="http://schemas.microsoft.com/office/drawing/2014/main" id="{A7163A0E-A57C-C4A1-F212-2AC8F8A32A0B}"/>
                </a:ext>
                <a:ext uri="{C183D7F6-B498-43B3-948B-1728B52AA6E4}">
                  <adec:decorative xmlns:adec="http://schemas.microsoft.com/office/drawing/2017/decorative" val="1"/>
                </a:ext>
              </a:extLst>
            </p:cNvPr>
            <p:cNvGrpSpPr/>
            <p:nvPr/>
          </p:nvGrpSpPr>
          <p:grpSpPr>
            <a:xfrm>
              <a:off x="1192622" y="3682851"/>
              <a:ext cx="1656223" cy="1415690"/>
              <a:chOff x="1236286" y="4521801"/>
              <a:chExt cx="1656223" cy="1415690"/>
            </a:xfrm>
          </p:grpSpPr>
          <p:grpSp>
            <p:nvGrpSpPr>
              <p:cNvPr id="28" name="Group 27">
                <a:extLst>
                  <a:ext uri="{FF2B5EF4-FFF2-40B4-BE49-F238E27FC236}">
                    <a16:creationId xmlns:a16="http://schemas.microsoft.com/office/drawing/2014/main" id="{A2BAC9A8-4ECF-7057-F7FC-9303CF045546}"/>
                  </a:ext>
                </a:extLst>
              </p:cNvPr>
              <p:cNvGrpSpPr/>
              <p:nvPr/>
            </p:nvGrpSpPr>
            <p:grpSpPr>
              <a:xfrm>
                <a:off x="1490213" y="4521801"/>
                <a:ext cx="1121119" cy="934005"/>
                <a:chOff x="1289472" y="4521801"/>
                <a:chExt cx="1121119" cy="934005"/>
              </a:xfrm>
            </p:grpSpPr>
            <p:pic>
              <p:nvPicPr>
                <p:cNvPr id="30" name="Graphic 29">
                  <a:extLst>
                    <a:ext uri="{FF2B5EF4-FFF2-40B4-BE49-F238E27FC236}">
                      <a16:creationId xmlns:a16="http://schemas.microsoft.com/office/drawing/2014/main" id="{F7C35D8A-B2C7-C32F-D6C0-DC855FFA3DC2}"/>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289472" y="4521801"/>
                  <a:ext cx="679028" cy="679028"/>
                </a:xfrm>
                <a:prstGeom prst="rect">
                  <a:avLst/>
                </a:prstGeom>
              </p:spPr>
            </p:pic>
            <p:pic>
              <p:nvPicPr>
                <p:cNvPr id="31" name="Graphic 30">
                  <a:extLst>
                    <a:ext uri="{FF2B5EF4-FFF2-40B4-BE49-F238E27FC236}">
                      <a16:creationId xmlns:a16="http://schemas.microsoft.com/office/drawing/2014/main" id="{B821D47B-9A84-3ECD-94E9-6FC5634D193B}"/>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816100" y="4712038"/>
                  <a:ext cx="594491" cy="594491"/>
                </a:xfrm>
                <a:prstGeom prst="rect">
                  <a:avLst/>
                </a:prstGeom>
              </p:spPr>
            </p:pic>
            <p:pic>
              <p:nvPicPr>
                <p:cNvPr id="32" name="Graphic 31">
                  <a:extLst>
                    <a:ext uri="{FF2B5EF4-FFF2-40B4-BE49-F238E27FC236}">
                      <a16:creationId xmlns:a16="http://schemas.microsoft.com/office/drawing/2014/main" id="{DB82E98A-FCD0-79C9-40AA-5EC617A561AD}"/>
                    </a:ext>
                    <a:ext uri="{C183D7F6-B498-43B3-948B-1728B52AA6E4}">
                      <adec:decorative xmlns:adec="http://schemas.microsoft.com/office/drawing/2017/decorative" val="1"/>
                    </a:ext>
                  </a:extLst>
                </p:cNvPr>
                <p:cNvPicPr>
                  <a:picLocks noChangeAspect="1"/>
                </p:cNvPicPr>
                <p:nvPr/>
              </p:nvPicPr>
              <p:blipFill>
                <a:blip r:embed="rId10" cstate="hqprint">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1479808" y="4985906"/>
                  <a:ext cx="469900" cy="469900"/>
                </a:xfrm>
                <a:prstGeom prst="rect">
                  <a:avLst/>
                </a:prstGeom>
              </p:spPr>
            </p:pic>
          </p:grpSp>
          <p:sp>
            <p:nvSpPr>
              <p:cNvPr id="29" name="TextBox 28">
                <a:extLst>
                  <a:ext uri="{FF2B5EF4-FFF2-40B4-BE49-F238E27FC236}">
                    <a16:creationId xmlns:a16="http://schemas.microsoft.com/office/drawing/2014/main" id="{EC733E61-D1D9-09E3-EE6F-20DBA8DBD53B}"/>
                  </a:ext>
                  <a:ext uri="{C183D7F6-B498-43B3-948B-1728B52AA6E4}">
                    <adec:decorative xmlns:adec="http://schemas.microsoft.com/office/drawing/2017/decorative" val="1"/>
                  </a:ext>
                </a:extLst>
              </p:cNvPr>
              <p:cNvSpPr txBox="1"/>
              <p:nvPr/>
            </p:nvSpPr>
            <p:spPr>
              <a:xfrm>
                <a:off x="1236286" y="5537381"/>
                <a:ext cx="1656223" cy="400110"/>
              </a:xfrm>
              <a:prstGeom prst="rect">
                <a:avLst/>
              </a:prstGeom>
              <a:noFill/>
            </p:spPr>
            <p:txBody>
              <a:bodyPr wrap="none" rtlCol="0">
                <a:spAutoFit/>
              </a:bodyPr>
              <a:lstStyle/>
              <a:p>
                <a:r>
                  <a:rPr lang="en-US" sz="2000" dirty="0">
                    <a:solidFill>
                      <a:srgbClr val="232F3E"/>
                    </a:solidFill>
                    <a:ea typeface="Amazon Ember Light" panose="020B0403020204020204" pitchFamily="34" charset="0"/>
                    <a:cs typeface="Amazon Ember Light" panose="020B0403020204020204" pitchFamily="34" charset="0"/>
                  </a:rPr>
                  <a:t>Related data</a:t>
                </a:r>
              </a:p>
            </p:txBody>
          </p:sp>
        </p:grpSp>
        <p:grpSp>
          <p:nvGrpSpPr>
            <p:cNvPr id="10" name="Group 9">
              <a:extLst>
                <a:ext uri="{FF2B5EF4-FFF2-40B4-BE49-F238E27FC236}">
                  <a16:creationId xmlns:a16="http://schemas.microsoft.com/office/drawing/2014/main" id="{11C95918-C714-7702-2BCD-35062F560673}"/>
                </a:ext>
                <a:ext uri="{C183D7F6-B498-43B3-948B-1728B52AA6E4}">
                  <adec:decorative xmlns:adec="http://schemas.microsoft.com/office/drawing/2017/decorative" val="1"/>
                </a:ext>
              </a:extLst>
            </p:cNvPr>
            <p:cNvGrpSpPr/>
            <p:nvPr/>
          </p:nvGrpSpPr>
          <p:grpSpPr>
            <a:xfrm>
              <a:off x="9565353" y="1767273"/>
              <a:ext cx="2335897" cy="1473338"/>
              <a:chOff x="9565353" y="1412794"/>
              <a:chExt cx="2335897" cy="1473338"/>
            </a:xfrm>
          </p:grpSpPr>
          <p:pic>
            <p:nvPicPr>
              <p:cNvPr id="26" name="Graphic 25">
                <a:extLst>
                  <a:ext uri="{FF2B5EF4-FFF2-40B4-BE49-F238E27FC236}">
                    <a16:creationId xmlns:a16="http://schemas.microsoft.com/office/drawing/2014/main" id="{72C77148-5152-BEC6-15FD-3A4DDB5B49CE}"/>
                  </a:ext>
                  <a:ext uri="{C183D7F6-B498-43B3-948B-1728B52AA6E4}">
                    <adec:decorative xmlns:adec="http://schemas.microsoft.com/office/drawing/2017/decorative" val="1"/>
                  </a:ext>
                </a:extLst>
              </p:cNvPr>
              <p:cNvPicPr>
                <a:picLocks noChangeAspect="1"/>
              </p:cNvPicPr>
              <p:nvPr/>
            </p:nvPicPr>
            <p:blipFill>
              <a:blip r:embed="rId12" cstate="hqprint">
                <a:extLst>
                  <a:ext uri="{28A0092B-C50C-407E-A947-70E740481C1C}">
                    <a14:useLocalDpi xmlns:a14="http://schemas.microsoft.com/office/drawing/2010/main"/>
                  </a:ext>
                  <a:ext uri="{96DAC541-7B7A-43D3-8B79-37D633B846F1}">
                    <asvg:svgBlip xmlns:asvg="http://schemas.microsoft.com/office/drawing/2016/SVG/main" r:embed="rId13"/>
                  </a:ext>
                </a:extLst>
              </a:blip>
              <a:stretch>
                <a:fillRect/>
              </a:stretch>
            </p:blipFill>
            <p:spPr>
              <a:xfrm>
                <a:off x="10377700" y="1412794"/>
                <a:ext cx="711200" cy="711200"/>
              </a:xfrm>
              <a:prstGeom prst="rect">
                <a:avLst/>
              </a:prstGeom>
            </p:spPr>
          </p:pic>
          <p:sp>
            <p:nvSpPr>
              <p:cNvPr id="27" name="TextBox 26">
                <a:extLst>
                  <a:ext uri="{FF2B5EF4-FFF2-40B4-BE49-F238E27FC236}">
                    <a16:creationId xmlns:a16="http://schemas.microsoft.com/office/drawing/2014/main" id="{82D56AA0-2607-9385-01E8-1007740F680F}"/>
                  </a:ext>
                  <a:ext uri="{C183D7F6-B498-43B3-948B-1728B52AA6E4}">
                    <adec:decorative xmlns:adec="http://schemas.microsoft.com/office/drawing/2017/decorative" val="1"/>
                  </a:ext>
                </a:extLst>
              </p:cNvPr>
              <p:cNvSpPr txBox="1"/>
              <p:nvPr/>
            </p:nvSpPr>
            <p:spPr>
              <a:xfrm>
                <a:off x="9565353" y="2178246"/>
                <a:ext cx="2335897" cy="707886"/>
              </a:xfrm>
              <a:prstGeom prst="rect">
                <a:avLst/>
              </a:prstGeom>
              <a:noFill/>
            </p:spPr>
            <p:txBody>
              <a:bodyPr wrap="none" rtlCol="0">
                <a:spAutoFit/>
              </a:bodyPr>
              <a:lstStyle/>
              <a:p>
                <a:pPr algn="ctr"/>
                <a:r>
                  <a:rPr lang="en-US" sz="2000" dirty="0">
                    <a:solidFill>
                      <a:srgbClr val="232F3E"/>
                    </a:solidFill>
                    <a:ea typeface="Amazon Ember Light" panose="020B0403020204020204" pitchFamily="34" charset="0"/>
                    <a:cs typeface="Amazon Ember Light" panose="020B0403020204020204" pitchFamily="34" charset="0"/>
                  </a:rPr>
                  <a:t>AWS Management</a:t>
                </a:r>
              </a:p>
              <a:p>
                <a:pPr algn="ctr"/>
                <a:r>
                  <a:rPr lang="en-US" sz="2000" dirty="0">
                    <a:solidFill>
                      <a:srgbClr val="232F3E"/>
                    </a:solidFill>
                    <a:ea typeface="Amazon Ember Light" panose="020B0403020204020204" pitchFamily="34" charset="0"/>
                    <a:cs typeface="Amazon Ember Light" panose="020B0403020204020204" pitchFamily="34" charset="0"/>
                  </a:rPr>
                  <a:t>Console</a:t>
                </a:r>
              </a:p>
            </p:txBody>
          </p:sp>
        </p:grpSp>
        <p:grpSp>
          <p:nvGrpSpPr>
            <p:cNvPr id="11" name="Group 10">
              <a:extLst>
                <a:ext uri="{FF2B5EF4-FFF2-40B4-BE49-F238E27FC236}">
                  <a16:creationId xmlns:a16="http://schemas.microsoft.com/office/drawing/2014/main" id="{8AE5029A-8E13-C570-CB51-51979FBFAFCE}"/>
                </a:ext>
                <a:ext uri="{C183D7F6-B498-43B3-948B-1728B52AA6E4}">
                  <adec:decorative xmlns:adec="http://schemas.microsoft.com/office/drawing/2017/decorative" val="1"/>
                </a:ext>
              </a:extLst>
            </p:cNvPr>
            <p:cNvGrpSpPr/>
            <p:nvPr/>
          </p:nvGrpSpPr>
          <p:grpSpPr>
            <a:xfrm>
              <a:off x="10188118" y="3661848"/>
              <a:ext cx="1088760" cy="1473233"/>
              <a:chOff x="10246861" y="2989389"/>
              <a:chExt cx="1088760" cy="1473233"/>
            </a:xfrm>
          </p:grpSpPr>
          <p:pic>
            <p:nvPicPr>
              <p:cNvPr id="24" name="Graphic 23">
                <a:extLst>
                  <a:ext uri="{FF2B5EF4-FFF2-40B4-BE49-F238E27FC236}">
                    <a16:creationId xmlns:a16="http://schemas.microsoft.com/office/drawing/2014/main" id="{899DBEFE-7B74-CC13-DE81-AABAFF7422A4}"/>
                  </a:ext>
                  <a:ext uri="{C183D7F6-B498-43B3-948B-1728B52AA6E4}">
                    <adec:decorative xmlns:adec="http://schemas.microsoft.com/office/drawing/2017/decorative" val="1"/>
                  </a:ext>
                </a:extLst>
              </p:cNvPr>
              <p:cNvPicPr>
                <a:picLocks noChangeAspect="1"/>
              </p:cNvPicPr>
              <p:nvPr/>
            </p:nvPicPr>
            <p:blipFill>
              <a:blip r:embed="rId14" cstate="hqprint">
                <a:extLst>
                  <a:ext uri="{28A0092B-C50C-407E-A947-70E740481C1C}">
                    <a14:useLocalDpi xmlns:a14="http://schemas.microsoft.com/office/drawing/2010/main"/>
                  </a:ext>
                  <a:ext uri="{96DAC541-7B7A-43D3-8B79-37D633B846F1}">
                    <asvg:svgBlip xmlns:asvg="http://schemas.microsoft.com/office/drawing/2016/SVG/main" r:embed="rId15"/>
                  </a:ext>
                </a:extLst>
              </a:blip>
              <a:stretch>
                <a:fillRect/>
              </a:stretch>
            </p:blipFill>
            <p:spPr>
              <a:xfrm>
                <a:off x="10334842" y="2989389"/>
                <a:ext cx="914400" cy="914400"/>
              </a:xfrm>
              <a:prstGeom prst="rect">
                <a:avLst/>
              </a:prstGeom>
            </p:spPr>
          </p:pic>
          <p:sp>
            <p:nvSpPr>
              <p:cNvPr id="25" name="TextBox 24">
                <a:extLst>
                  <a:ext uri="{FF2B5EF4-FFF2-40B4-BE49-F238E27FC236}">
                    <a16:creationId xmlns:a16="http://schemas.microsoft.com/office/drawing/2014/main" id="{175AF66A-5470-04F7-816A-6BCB24A58922}"/>
                  </a:ext>
                </a:extLst>
              </p:cNvPr>
              <p:cNvSpPr txBox="1"/>
              <p:nvPr/>
            </p:nvSpPr>
            <p:spPr>
              <a:xfrm>
                <a:off x="10246861" y="4062512"/>
                <a:ext cx="1088760" cy="400110"/>
              </a:xfrm>
              <a:prstGeom prst="rect">
                <a:avLst/>
              </a:prstGeom>
              <a:noFill/>
            </p:spPr>
            <p:txBody>
              <a:bodyPr wrap="none" rtlCol="0">
                <a:spAutoFit/>
              </a:bodyPr>
              <a:lstStyle/>
              <a:p>
                <a:r>
                  <a:rPr lang="en-US" sz="2000" dirty="0">
                    <a:solidFill>
                      <a:srgbClr val="232F3E"/>
                    </a:solidFill>
                    <a:ea typeface="Amazon Ember Light" panose="020B0403020204020204" pitchFamily="34" charset="0"/>
                    <a:cs typeface="Amazon Ember Light" panose="020B0403020204020204" pitchFamily="34" charset="0"/>
                  </a:rPr>
                  <a:t>CSV file</a:t>
                </a:r>
              </a:p>
            </p:txBody>
          </p:sp>
        </p:grpSp>
        <p:grpSp>
          <p:nvGrpSpPr>
            <p:cNvPr id="12" name="Group 11">
              <a:extLst>
                <a:ext uri="{FF2B5EF4-FFF2-40B4-BE49-F238E27FC236}">
                  <a16:creationId xmlns:a16="http://schemas.microsoft.com/office/drawing/2014/main" id="{065F696C-6BD2-6A84-6F03-2DD96DFB3E3D}"/>
                </a:ext>
                <a:ext uri="{C183D7F6-B498-43B3-948B-1728B52AA6E4}">
                  <adec:decorative xmlns:adec="http://schemas.microsoft.com/office/drawing/2017/decorative" val="1"/>
                </a:ext>
              </a:extLst>
            </p:cNvPr>
            <p:cNvGrpSpPr/>
            <p:nvPr/>
          </p:nvGrpSpPr>
          <p:grpSpPr>
            <a:xfrm>
              <a:off x="4408468" y="2531056"/>
              <a:ext cx="3748891" cy="1795889"/>
              <a:chOff x="5335341" y="3004344"/>
              <a:chExt cx="3748891" cy="1795889"/>
            </a:xfrm>
          </p:grpSpPr>
          <p:grpSp>
            <p:nvGrpSpPr>
              <p:cNvPr id="16" name="Group 15">
                <a:extLst>
                  <a:ext uri="{FF2B5EF4-FFF2-40B4-BE49-F238E27FC236}">
                    <a16:creationId xmlns:a16="http://schemas.microsoft.com/office/drawing/2014/main" id="{2AF079F0-00A5-838D-4963-73E66768E41B}"/>
                  </a:ext>
                </a:extLst>
              </p:cNvPr>
              <p:cNvGrpSpPr/>
              <p:nvPr/>
            </p:nvGrpSpPr>
            <p:grpSpPr>
              <a:xfrm>
                <a:off x="5335341" y="3004344"/>
                <a:ext cx="2301904" cy="1795889"/>
                <a:chOff x="5261606" y="3040556"/>
                <a:chExt cx="2301904" cy="1795889"/>
              </a:xfrm>
            </p:grpSpPr>
            <p:sp>
              <p:nvSpPr>
                <p:cNvPr id="22" name="TextBox 21">
                  <a:extLst>
                    <a:ext uri="{FF2B5EF4-FFF2-40B4-BE49-F238E27FC236}">
                      <a16:creationId xmlns:a16="http://schemas.microsoft.com/office/drawing/2014/main" id="{DEB70FBA-5F06-0679-9583-061AE45B0AF6}"/>
                    </a:ext>
                    <a:ext uri="{C183D7F6-B498-43B3-948B-1728B52AA6E4}">
                      <adec:decorative xmlns:adec="http://schemas.microsoft.com/office/drawing/2017/decorative" val="1"/>
                    </a:ext>
                  </a:extLst>
                </p:cNvPr>
                <p:cNvSpPr txBox="1"/>
                <p:nvPr/>
              </p:nvSpPr>
              <p:spPr>
                <a:xfrm>
                  <a:off x="5261606" y="4436335"/>
                  <a:ext cx="2301904" cy="400110"/>
                </a:xfrm>
                <a:prstGeom prst="rect">
                  <a:avLst/>
                </a:prstGeom>
                <a:noFill/>
              </p:spPr>
              <p:txBody>
                <a:bodyPr wrap="square" rtlCol="0">
                  <a:spAutoFit/>
                </a:bodyPr>
                <a:lstStyle/>
                <a:p>
                  <a:pPr algn="ctr"/>
                  <a:r>
                    <a:rPr lang="en-US" sz="2000" dirty="0">
                      <a:solidFill>
                        <a:srgbClr val="232F3E"/>
                      </a:solidFill>
                    </a:rPr>
                    <a:t>Amazon Forecast</a:t>
                  </a:r>
                </a:p>
              </p:txBody>
            </p:sp>
            <p:pic>
              <p:nvPicPr>
                <p:cNvPr id="23" name="Graphic 22">
                  <a:extLst>
                    <a:ext uri="{FF2B5EF4-FFF2-40B4-BE49-F238E27FC236}">
                      <a16:creationId xmlns:a16="http://schemas.microsoft.com/office/drawing/2014/main" id="{D70948F2-6536-E76D-0BB7-557761C88D3F}"/>
                    </a:ext>
                    <a:ext uri="{C183D7F6-B498-43B3-948B-1728B52AA6E4}">
                      <adec:decorative xmlns:adec="http://schemas.microsoft.com/office/drawing/2017/decorative" val="1"/>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5752722" y="3040556"/>
                  <a:ext cx="1319672" cy="1319672"/>
                </a:xfrm>
                <a:prstGeom prst="rect">
                  <a:avLst/>
                </a:prstGeom>
              </p:spPr>
            </p:pic>
          </p:grpSp>
          <p:grpSp>
            <p:nvGrpSpPr>
              <p:cNvPr id="17" name="Group 16">
                <a:extLst>
                  <a:ext uri="{FF2B5EF4-FFF2-40B4-BE49-F238E27FC236}">
                    <a16:creationId xmlns:a16="http://schemas.microsoft.com/office/drawing/2014/main" id="{6E89BA27-D083-AD77-500E-9D8882FEAA75}"/>
                  </a:ext>
                </a:extLst>
              </p:cNvPr>
              <p:cNvGrpSpPr/>
              <p:nvPr/>
            </p:nvGrpSpPr>
            <p:grpSpPr>
              <a:xfrm>
                <a:off x="7642859" y="3130307"/>
                <a:ext cx="1441373" cy="1669926"/>
                <a:chOff x="7642859" y="2968132"/>
                <a:chExt cx="1441373" cy="1669926"/>
              </a:xfrm>
            </p:grpSpPr>
            <p:grpSp>
              <p:nvGrpSpPr>
                <p:cNvPr id="18" name="Group 17">
                  <a:extLst>
                    <a:ext uri="{FF2B5EF4-FFF2-40B4-BE49-F238E27FC236}">
                      <a16:creationId xmlns:a16="http://schemas.microsoft.com/office/drawing/2014/main" id="{5ED8E998-9EDB-6A21-585C-D73F9A345D8D}"/>
                    </a:ext>
                  </a:extLst>
                </p:cNvPr>
                <p:cNvGrpSpPr/>
                <p:nvPr/>
              </p:nvGrpSpPr>
              <p:grpSpPr>
                <a:xfrm>
                  <a:off x="7642859" y="2968132"/>
                  <a:ext cx="1051141" cy="1210001"/>
                  <a:chOff x="7522810" y="2968132"/>
                  <a:chExt cx="1051141" cy="1210001"/>
                </a:xfrm>
              </p:grpSpPr>
              <p:pic>
                <p:nvPicPr>
                  <p:cNvPr id="20" name="Graphic 19">
                    <a:extLst>
                      <a:ext uri="{FF2B5EF4-FFF2-40B4-BE49-F238E27FC236}">
                        <a16:creationId xmlns:a16="http://schemas.microsoft.com/office/drawing/2014/main" id="{F9A18699-A946-7FF4-8399-C2AC3A79AEF7}"/>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894923" y="3499105"/>
                    <a:ext cx="679028" cy="679028"/>
                  </a:xfrm>
                  <a:prstGeom prst="rect">
                    <a:avLst/>
                  </a:prstGeom>
                </p:spPr>
              </p:pic>
              <p:pic>
                <p:nvPicPr>
                  <p:cNvPr id="21" name="Graphic 20">
                    <a:extLst>
                      <a:ext uri="{FF2B5EF4-FFF2-40B4-BE49-F238E27FC236}">
                        <a16:creationId xmlns:a16="http://schemas.microsoft.com/office/drawing/2014/main" id="{6BE379B3-17B2-7008-7E97-59612D8051F6}"/>
                      </a:ext>
                      <a:ext uri="{C183D7F6-B498-43B3-948B-1728B52AA6E4}">
                        <adec:decorative xmlns:adec="http://schemas.microsoft.com/office/drawing/2017/decorative" val="1"/>
                      </a:ext>
                    </a:extLst>
                  </p:cNvPr>
                  <p:cNvPicPr>
                    <a:picLocks noChangeAspect="1"/>
                  </p:cNvPicPr>
                  <p:nvPr/>
                </p:nvPicPr>
                <p:blipFill>
                  <a:blip r:embed="rId18" cstate="hqprint">
                    <a:extLst>
                      <a:ext uri="{28A0092B-C50C-407E-A947-70E740481C1C}">
                        <a14:useLocalDpi xmlns:a14="http://schemas.microsoft.com/office/drawing/2010/main"/>
                      </a:ext>
                      <a:ext uri="{96DAC541-7B7A-43D3-8B79-37D633B846F1}">
                        <asvg:svgBlip xmlns:asvg="http://schemas.microsoft.com/office/drawing/2016/SVG/main" r:embed="rId19"/>
                      </a:ext>
                    </a:extLst>
                  </a:blip>
                  <a:stretch>
                    <a:fillRect/>
                  </a:stretch>
                </p:blipFill>
                <p:spPr>
                  <a:xfrm>
                    <a:off x="7522810" y="2968132"/>
                    <a:ext cx="914400" cy="914400"/>
                  </a:xfrm>
                  <a:prstGeom prst="rect">
                    <a:avLst/>
                  </a:prstGeom>
                </p:spPr>
              </p:pic>
            </p:grpSp>
            <p:sp>
              <p:nvSpPr>
                <p:cNvPr id="19" name="TextBox 18">
                  <a:extLst>
                    <a:ext uri="{FF2B5EF4-FFF2-40B4-BE49-F238E27FC236}">
                      <a16:creationId xmlns:a16="http://schemas.microsoft.com/office/drawing/2014/main" id="{913F50B7-4448-A339-B49E-01CCE7F7F69B}"/>
                    </a:ext>
                    <a:ext uri="{C183D7F6-B498-43B3-948B-1728B52AA6E4}">
                      <adec:decorative xmlns:adec="http://schemas.microsoft.com/office/drawing/2017/decorative" val="1"/>
                    </a:ext>
                  </a:extLst>
                </p:cNvPr>
                <p:cNvSpPr txBox="1"/>
                <p:nvPr/>
              </p:nvSpPr>
              <p:spPr>
                <a:xfrm>
                  <a:off x="7724564" y="4237948"/>
                  <a:ext cx="1359668" cy="400110"/>
                </a:xfrm>
                <a:prstGeom prst="rect">
                  <a:avLst/>
                </a:prstGeom>
                <a:noFill/>
              </p:spPr>
              <p:txBody>
                <a:bodyPr wrap="none" rtlCol="0">
                  <a:spAutoFit/>
                </a:bodyPr>
                <a:lstStyle/>
                <a:p>
                  <a:r>
                    <a:rPr lang="en-US" sz="2000" dirty="0">
                      <a:solidFill>
                        <a:srgbClr val="232F3E"/>
                      </a:solidFill>
                      <a:ea typeface="Amazon Ember Light" panose="020B0403020204020204" pitchFamily="34" charset="0"/>
                      <a:cs typeface="Amazon Ember Light" panose="020B0403020204020204" pitchFamily="34" charset="0"/>
                    </a:rPr>
                    <a:t>Predictors</a:t>
                  </a:r>
                  <a:endParaRPr lang="en-US" sz="1600" dirty="0">
                    <a:solidFill>
                      <a:srgbClr val="232F3E"/>
                    </a:solidFill>
                    <a:ea typeface="Amazon Ember Light" panose="020B0403020204020204" pitchFamily="34" charset="0"/>
                    <a:cs typeface="Amazon Ember Light" panose="020B0403020204020204" pitchFamily="34" charset="0"/>
                  </a:endParaRPr>
                </a:p>
              </p:txBody>
            </p:sp>
          </p:grpSp>
        </p:grpSp>
        <p:cxnSp>
          <p:nvCxnSpPr>
            <p:cNvPr id="13" name="Elbow Connector 40">
              <a:extLst>
                <a:ext uri="{FF2B5EF4-FFF2-40B4-BE49-F238E27FC236}">
                  <a16:creationId xmlns:a16="http://schemas.microsoft.com/office/drawing/2014/main" id="{A6B4091A-7822-B064-9B4E-459A68EE4FF9}"/>
                </a:ext>
                <a:ext uri="{C183D7F6-B498-43B3-948B-1728B52AA6E4}">
                  <adec:decorative xmlns:adec="http://schemas.microsoft.com/office/drawing/2017/decorative" val="1"/>
                </a:ext>
              </a:extLst>
            </p:cNvPr>
            <p:cNvCxnSpPr>
              <a:stCxn id="31" idx="3"/>
              <a:endCxn id="23" idx="1"/>
            </p:cNvCxnSpPr>
            <p:nvPr/>
          </p:nvCxnSpPr>
          <p:spPr>
            <a:xfrm flipV="1">
              <a:off x="2567668" y="3190892"/>
              <a:ext cx="2331916" cy="979442"/>
            </a:xfrm>
            <a:prstGeom prst="bentConnector3">
              <a:avLst>
                <a:gd name="adj1" fmla="val 50632"/>
              </a:avLst>
            </a:prstGeom>
            <a:ln w="12700">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4" name="Elbow Connector 44">
              <a:extLst>
                <a:ext uri="{FF2B5EF4-FFF2-40B4-BE49-F238E27FC236}">
                  <a16:creationId xmlns:a16="http://schemas.microsoft.com/office/drawing/2014/main" id="{9CA1C14F-242A-705C-680C-D8C3605E5F8B}"/>
                </a:ext>
                <a:ext uri="{C183D7F6-B498-43B3-948B-1728B52AA6E4}">
                  <adec:decorative xmlns:adec="http://schemas.microsoft.com/office/drawing/2017/decorative" val="1"/>
                </a:ext>
              </a:extLst>
            </p:cNvPr>
            <p:cNvCxnSpPr>
              <a:stCxn id="36" idx="3"/>
              <a:endCxn id="23" idx="1"/>
            </p:cNvCxnSpPr>
            <p:nvPr/>
          </p:nvCxnSpPr>
          <p:spPr>
            <a:xfrm>
              <a:off x="2575222" y="2241430"/>
              <a:ext cx="2324362" cy="949462"/>
            </a:xfrm>
            <a:prstGeom prst="bentConnector3">
              <a:avLst/>
            </a:prstGeom>
            <a:ln w="12700">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5" name="Elbow Connector 47">
              <a:extLst>
                <a:ext uri="{FF2B5EF4-FFF2-40B4-BE49-F238E27FC236}">
                  <a16:creationId xmlns:a16="http://schemas.microsoft.com/office/drawing/2014/main" id="{6C6CB9A5-B7BA-5236-34F4-CD8DE83BCCB8}"/>
                </a:ext>
                <a:ext uri="{C183D7F6-B498-43B3-948B-1728B52AA6E4}">
                  <adec:decorative xmlns:adec="http://schemas.microsoft.com/office/drawing/2017/decorative" val="1"/>
                </a:ext>
              </a:extLst>
            </p:cNvPr>
            <p:cNvCxnSpPr>
              <a:stCxn id="37" idx="3"/>
              <a:endCxn id="26" idx="1"/>
            </p:cNvCxnSpPr>
            <p:nvPr/>
          </p:nvCxnSpPr>
          <p:spPr>
            <a:xfrm flipV="1">
              <a:off x="7767127" y="2122873"/>
              <a:ext cx="2610573" cy="1039323"/>
            </a:xfrm>
            <a:prstGeom prst="bentConnector3">
              <a:avLst>
                <a:gd name="adj1" fmla="val 50000"/>
              </a:avLst>
            </a:prstGeom>
            <a:ln w="12700">
              <a:headEnd type="none" w="med" len="med"/>
              <a:tailEnd type="arrow" w="med" len="med"/>
            </a:ln>
          </p:spPr>
          <p:style>
            <a:lnRef idx="1">
              <a:schemeClr val="accent1"/>
            </a:lnRef>
            <a:fillRef idx="0">
              <a:schemeClr val="accent1"/>
            </a:fillRef>
            <a:effectRef idx="0">
              <a:schemeClr val="accent1"/>
            </a:effectRef>
            <a:fontRef idx="minor">
              <a:schemeClr val="tx1"/>
            </a:fontRef>
          </p:style>
        </p:cxnSp>
      </p:grpSp>
      <p:cxnSp>
        <p:nvCxnSpPr>
          <p:cNvPr id="38" name="Elbow Connector 63">
            <a:extLst>
              <a:ext uri="{FF2B5EF4-FFF2-40B4-BE49-F238E27FC236}">
                <a16:creationId xmlns:a16="http://schemas.microsoft.com/office/drawing/2014/main" id="{FF3A4CD2-4288-1CCC-6C53-25E7849D3087}"/>
              </a:ext>
              <a:ext uri="{C183D7F6-B498-43B3-948B-1728B52AA6E4}">
                <adec:decorative xmlns:adec="http://schemas.microsoft.com/office/drawing/2017/decorative" val="1"/>
              </a:ext>
            </a:extLst>
          </p:cNvPr>
          <p:cNvCxnSpPr>
            <a:cxnSpLocks/>
            <a:stCxn id="37" idx="3"/>
          </p:cNvCxnSpPr>
          <p:nvPr/>
        </p:nvCxnSpPr>
        <p:spPr>
          <a:xfrm>
            <a:off x="7767127" y="3162196"/>
            <a:ext cx="2508972" cy="956852"/>
          </a:xfrm>
          <a:prstGeom prst="bentConnector3">
            <a:avLst>
              <a:gd name="adj1" fmla="val 52063"/>
            </a:avLst>
          </a:prstGeom>
          <a:ln w="12700">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37" name="Rectangle 36">
            <a:extLst>
              <a:ext uri="{FF2B5EF4-FFF2-40B4-BE49-F238E27FC236}">
                <a16:creationId xmlns:a16="http://schemas.microsoft.com/office/drawing/2014/main" id="{AB7E010C-B8FE-EE19-5FF1-F9FB6B0F1731}"/>
              </a:ext>
              <a:ext uri="{C183D7F6-B498-43B3-948B-1728B52AA6E4}">
                <adec:decorative xmlns:adec="http://schemas.microsoft.com/office/drawing/2017/decorative" val="1"/>
              </a:ext>
            </a:extLst>
          </p:cNvPr>
          <p:cNvSpPr/>
          <p:nvPr/>
        </p:nvSpPr>
        <p:spPr>
          <a:xfrm>
            <a:off x="6852727" y="2704996"/>
            <a:ext cx="914400" cy="914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ustDataLst>
      <p:tags r:id="rId1"/>
    </p:custDataLst>
    <p:extLst>
      <p:ext uri="{BB962C8B-B14F-4D97-AF65-F5344CB8AC3E}">
        <p14:creationId xmlns:p14="http://schemas.microsoft.com/office/powerpoint/2010/main" val="237966543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F54A59E-034D-4036-9DDE-F026296C9AE2}"/>
              </a:ext>
            </a:extLst>
          </p:cNvPr>
          <p:cNvSpPr>
            <a:spLocks noGrp="1"/>
          </p:cNvSpPr>
          <p:nvPr>
            <p:ph type="sldNum" idx="97"/>
          </p:nvPr>
        </p:nvSpPr>
        <p:spPr/>
        <p:txBody>
          <a:bodyPr/>
          <a:lstStyle/>
          <a:p>
            <a:fld id="{4037B1B0-0345-4E15-985A-6BECCDBE474F}" type="slidenum">
              <a:rPr lang="en-US" smtClean="0"/>
              <a:pPr/>
              <a:t>50</a:t>
            </a:fld>
            <a:endParaRPr lang="en-US" dirty="0"/>
          </a:p>
        </p:txBody>
      </p:sp>
      <p:sp>
        <p:nvSpPr>
          <p:cNvPr id="3" name="Title 2">
            <a:extLst>
              <a:ext uri="{FF2B5EF4-FFF2-40B4-BE49-F238E27FC236}">
                <a16:creationId xmlns:a16="http://schemas.microsoft.com/office/drawing/2014/main" id="{3BE02FE7-A6FA-4689-A30C-628FCBC12A88}"/>
              </a:ext>
            </a:extLst>
          </p:cNvPr>
          <p:cNvSpPr>
            <a:spLocks noGrp="1"/>
          </p:cNvSpPr>
          <p:nvPr>
            <p:ph type="title" idx="1"/>
          </p:nvPr>
        </p:nvSpPr>
        <p:spPr/>
        <p:txBody>
          <a:bodyPr/>
          <a:lstStyle/>
          <a:p>
            <a:r>
              <a:rPr lang="en-US" dirty="0"/>
              <a:t>Retail forecasting example</a:t>
            </a:r>
          </a:p>
        </p:txBody>
      </p:sp>
      <p:sp>
        <p:nvSpPr>
          <p:cNvPr id="4" name="Content Placeholder 23">
            <a:extLst>
              <a:ext uri="{FF2B5EF4-FFF2-40B4-BE49-F238E27FC236}">
                <a16:creationId xmlns:a16="http://schemas.microsoft.com/office/drawing/2014/main" id="{38B677F6-B7FB-319A-E621-2779018B1A6E}"/>
              </a:ext>
            </a:extLst>
          </p:cNvPr>
          <p:cNvSpPr txBox="1">
            <a:spLocks/>
          </p:cNvSpPr>
          <p:nvPr/>
        </p:nvSpPr>
        <p:spPr>
          <a:xfrm>
            <a:off x="419100" y="1528175"/>
            <a:ext cx="5504688" cy="464878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srgbClr val="232F3E"/>
                </a:solidFill>
                <a:effectLst/>
                <a:uLnTx/>
                <a:uFillTx/>
                <a:latin typeface="+mn-lt"/>
                <a:ea typeface="Amazon Ember Light" panose="020B0403020204020204" pitchFamily="34" charset="0"/>
                <a:cs typeface="Amazon Ember Light" panose="020B0403020204020204" pitchFamily="34" charset="0"/>
              </a:rPr>
              <a:t>Time series data</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srgbClr val="232F3E"/>
                </a:solidFill>
                <a:effectLst/>
                <a:uLnTx/>
                <a:uFillTx/>
                <a:latin typeface="+mn-lt"/>
                <a:ea typeface="Amazon Ember Light" panose="020B0403020204020204" pitchFamily="34" charset="0"/>
                <a:cs typeface="Amazon Ember Light" panose="020B0403020204020204" pitchFamily="34" charset="0"/>
              </a:rPr>
              <a:t>Transactional sales data</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2400" b="1" u="none" strike="noStrike" kern="1200" cap="none" spc="0" normalizeH="0" baseline="0" noProof="0" dirty="0">
                <a:ln>
                  <a:noFill/>
                </a:ln>
                <a:solidFill>
                  <a:schemeClr val="accent1"/>
                </a:solidFill>
                <a:effectLst/>
                <a:uLnTx/>
                <a:uFillTx/>
                <a:latin typeface="+mn-lt"/>
                <a:ea typeface="Amazon Ember Light" panose="020B0403020204020204" pitchFamily="34" charset="0"/>
                <a:cs typeface="Amazon Ember Light" panose="020B0403020204020204" pitchFamily="34" charset="0"/>
              </a:rPr>
              <a:t>Timestamp, item, quantity</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srgbClr val="232F3E"/>
                </a:solidFill>
                <a:effectLst/>
                <a:uLnTx/>
                <a:uFillTx/>
                <a:latin typeface="+mn-lt"/>
                <a:ea typeface="Amazon Ember Light" panose="020B0403020204020204" pitchFamily="34" charset="0"/>
                <a:cs typeface="Amazon Ember Light" panose="020B0403020204020204" pitchFamily="34" charset="0"/>
              </a:rPr>
              <a:t>Metadata</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srgbClr val="232F3E"/>
                </a:solidFill>
                <a:effectLst/>
                <a:uLnTx/>
                <a:uFillTx/>
                <a:latin typeface="+mn-lt"/>
                <a:ea typeface="Amazon Ember Light" panose="020B0403020204020204" pitchFamily="34" charset="0"/>
                <a:cs typeface="Amazon Ember Light" panose="020B0403020204020204" pitchFamily="34" charset="0"/>
              </a:rPr>
              <a:t>Category, item color</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2400" b="1" u="none" strike="noStrike" kern="1200" cap="none" spc="0" normalizeH="0" baseline="0" noProof="0" dirty="0">
                <a:ln>
                  <a:noFill/>
                </a:ln>
                <a:solidFill>
                  <a:schemeClr val="accent1"/>
                </a:solidFill>
                <a:effectLst/>
                <a:uLnTx/>
                <a:uFillTx/>
                <a:latin typeface="+mn-lt"/>
                <a:ea typeface="Amazon Ember Light" panose="020B0403020204020204" pitchFamily="34" charset="0"/>
                <a:cs typeface="Amazon Ember Light" panose="020B0403020204020204" pitchFamily="34" charset="0"/>
              </a:rPr>
              <a:t>Item</a:t>
            </a:r>
            <a:r>
              <a:rPr kumimoji="0" lang="en-US" sz="2400" b="0" i="0" u="none" strike="noStrike" kern="1200" cap="none" spc="0" normalizeH="0" baseline="0" noProof="0" dirty="0">
                <a:ln>
                  <a:noFill/>
                </a:ln>
                <a:effectLst/>
                <a:uLnTx/>
                <a:uFillTx/>
                <a:latin typeface="+mn-lt"/>
                <a:ea typeface="Amazon Ember Light" panose="020B0403020204020204" pitchFamily="34" charset="0"/>
                <a:cs typeface="Amazon Ember Light" panose="020B0403020204020204" pitchFamily="34" charset="0"/>
              </a:rPr>
              <a:t>, </a:t>
            </a:r>
            <a:r>
              <a:rPr kumimoji="0" lang="en-US" sz="2400" u="none" strike="noStrike" kern="1200" cap="none" spc="0" normalizeH="0" baseline="0" noProof="0" dirty="0">
                <a:ln>
                  <a:noFill/>
                </a:ln>
                <a:solidFill>
                  <a:srgbClr val="232F3E"/>
                </a:solidFill>
                <a:effectLst/>
                <a:uLnTx/>
                <a:uFillTx/>
                <a:latin typeface="+mn-lt"/>
                <a:ea typeface="Amazon Ember Light" panose="020B0403020204020204" pitchFamily="34" charset="0"/>
                <a:cs typeface="Amazon Ember Light" panose="020B0403020204020204" pitchFamily="34" charset="0"/>
              </a:rPr>
              <a:t>metadata</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srgbClr val="232F3E"/>
                </a:solidFill>
                <a:effectLst/>
                <a:uLnTx/>
                <a:uFillTx/>
                <a:latin typeface="+mn-lt"/>
                <a:ea typeface="Amazon Ember Light" panose="020B0403020204020204" pitchFamily="34" charset="0"/>
                <a:cs typeface="Amazon Ember Light" panose="020B0403020204020204" pitchFamily="34" charset="0"/>
              </a:rPr>
              <a:t>Related data</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srgbClr val="232F3E"/>
                </a:solidFill>
                <a:effectLst/>
                <a:uLnTx/>
                <a:uFillTx/>
                <a:latin typeface="+mn-lt"/>
                <a:ea typeface="Amazon Ember Light" panose="020B0403020204020204" pitchFamily="34" charset="0"/>
                <a:cs typeface="Amazon Ember Light" panose="020B0403020204020204" pitchFamily="34" charset="0"/>
              </a:rPr>
              <a:t>Time series</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srgbClr val="232F3E"/>
                </a:solidFill>
                <a:effectLst/>
                <a:uLnTx/>
                <a:uFillTx/>
                <a:latin typeface="+mn-lt"/>
                <a:ea typeface="Amazon Ember Light" panose="020B0403020204020204" pitchFamily="34" charset="0"/>
                <a:cs typeface="Amazon Ember Light" panose="020B0403020204020204" pitchFamily="34" charset="0"/>
              </a:rPr>
              <a:t>In-stock data</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srgbClr val="232F3E"/>
                </a:solidFill>
                <a:effectLst/>
                <a:uLnTx/>
                <a:uFillTx/>
                <a:latin typeface="+mn-lt"/>
                <a:ea typeface="Amazon Ember Light" panose="020B0403020204020204" pitchFamily="34" charset="0"/>
                <a:cs typeface="Amazon Ember Light" panose="020B0403020204020204" pitchFamily="34" charset="0"/>
              </a:rPr>
              <a:t>Promotion data</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2400" b="1" i="0" u="none" strike="noStrike" kern="1200" cap="none" spc="0" normalizeH="0" baseline="0" noProof="0" dirty="0">
                <a:ln>
                  <a:noFill/>
                </a:ln>
                <a:solidFill>
                  <a:schemeClr val="accent1"/>
                </a:solidFill>
                <a:effectLst/>
                <a:uLnTx/>
                <a:uFillTx/>
                <a:latin typeface="+mn-lt"/>
                <a:ea typeface="Amazon Ember Light" panose="020B0403020204020204" pitchFamily="34" charset="0"/>
                <a:cs typeface="Amazon Ember Light" panose="020B0403020204020204" pitchFamily="34" charset="0"/>
              </a:rPr>
              <a:t>Timestamp</a:t>
            </a:r>
            <a:r>
              <a:rPr kumimoji="0" lang="en-US" sz="2400" i="0" u="none" strike="noStrike" kern="1200" cap="none" spc="0" normalizeH="0" baseline="0" noProof="0" dirty="0">
                <a:ln>
                  <a:noFill/>
                </a:ln>
                <a:effectLst/>
                <a:uLnTx/>
                <a:uFillTx/>
                <a:latin typeface="+mn-lt"/>
                <a:ea typeface="Amazon Ember Light" panose="020B0403020204020204" pitchFamily="34" charset="0"/>
                <a:cs typeface="Amazon Ember Light" panose="020B0403020204020204" pitchFamily="34" charset="0"/>
              </a:rPr>
              <a:t>, </a:t>
            </a:r>
            <a:r>
              <a:rPr kumimoji="0" lang="en-US" sz="2400" b="1" u="none" strike="noStrike" kern="1200" cap="none" spc="0" normalizeH="0" baseline="0" noProof="0" dirty="0">
                <a:ln>
                  <a:noFill/>
                </a:ln>
                <a:solidFill>
                  <a:schemeClr val="accent1"/>
                </a:solidFill>
                <a:effectLst/>
                <a:uLnTx/>
                <a:uFillTx/>
                <a:latin typeface="+mn-lt"/>
                <a:ea typeface="Amazon Ember Light" panose="020B0403020204020204" pitchFamily="34" charset="0"/>
                <a:cs typeface="Amazon Ember Light" panose="020B0403020204020204" pitchFamily="34" charset="0"/>
              </a:rPr>
              <a:t>item</a:t>
            </a:r>
            <a:r>
              <a:rPr kumimoji="0" lang="en-US" sz="2400" i="0" u="none" strike="noStrike" kern="1200" cap="none" spc="0" normalizeH="0" baseline="0" noProof="0" dirty="0">
                <a:ln>
                  <a:noFill/>
                </a:ln>
                <a:solidFill>
                  <a:srgbClr val="232F3E"/>
                </a:solidFill>
                <a:effectLst/>
                <a:uLnTx/>
                <a:uFillTx/>
                <a:latin typeface="+mn-lt"/>
                <a:ea typeface="Amazon Ember Light" panose="020B0403020204020204" pitchFamily="34" charset="0"/>
                <a:cs typeface="Amazon Ember Light" panose="020B0403020204020204" pitchFamily="34" charset="0"/>
              </a:rPr>
              <a:t>, </a:t>
            </a:r>
            <a:r>
              <a:rPr kumimoji="0" lang="en-US" sz="2400" u="none" strike="noStrike" kern="1200" cap="none" spc="0" normalizeH="0" baseline="0" noProof="0" dirty="0">
                <a:ln>
                  <a:noFill/>
                </a:ln>
                <a:solidFill>
                  <a:srgbClr val="232F3E"/>
                </a:solidFill>
                <a:effectLst/>
                <a:uLnTx/>
                <a:uFillTx/>
                <a:latin typeface="+mn-lt"/>
                <a:ea typeface="Amazon Ember Light" panose="020B0403020204020204" pitchFamily="34" charset="0"/>
                <a:cs typeface="Amazon Ember Light" panose="020B0403020204020204" pitchFamily="34" charset="0"/>
              </a:rPr>
              <a:t>price</a:t>
            </a:r>
          </a:p>
        </p:txBody>
      </p:sp>
      <p:grpSp>
        <p:nvGrpSpPr>
          <p:cNvPr id="7" name="Group 6" descr="Arrows show time series data, metadata, and related data as elements of retail forecasting.">
            <a:extLst>
              <a:ext uri="{FF2B5EF4-FFF2-40B4-BE49-F238E27FC236}">
                <a16:creationId xmlns:a16="http://schemas.microsoft.com/office/drawing/2014/main" id="{DC02C77F-8950-CA50-9183-DDD88DDF55F2}"/>
              </a:ext>
            </a:extLst>
          </p:cNvPr>
          <p:cNvGrpSpPr/>
          <p:nvPr/>
        </p:nvGrpSpPr>
        <p:grpSpPr>
          <a:xfrm>
            <a:off x="3213968" y="1757779"/>
            <a:ext cx="8537032" cy="3809439"/>
            <a:chOff x="3213968" y="1757779"/>
            <a:chExt cx="8537032" cy="3809439"/>
          </a:xfrm>
        </p:grpSpPr>
        <p:pic>
          <p:nvPicPr>
            <p:cNvPr id="5" name="Picture 4">
              <a:extLst>
                <a:ext uri="{FF2B5EF4-FFF2-40B4-BE49-F238E27FC236}">
                  <a16:creationId xmlns:a16="http://schemas.microsoft.com/office/drawing/2014/main" id="{9A89534D-1912-7CF5-58EF-AA86B7A5AB84}"/>
                </a:ext>
                <a:ext uri="{C183D7F6-B498-43B3-948B-1728B52AA6E4}">
                  <adec:decorative xmlns:adec="http://schemas.microsoft.com/office/drawing/2017/decorative" val="1"/>
                </a:ext>
              </a:extLst>
            </p:cNvPr>
            <p:cNvPicPr>
              <a:picLocks noChangeAspect="1"/>
            </p:cNvPicPr>
            <p:nvPr/>
          </p:nvPicPr>
          <p:blipFill rotWithShape="1">
            <a:blip r:embed="rId4"/>
            <a:srcRect l="16982" t="20972" r="1866"/>
            <a:stretch/>
          </p:blipFill>
          <p:spPr>
            <a:xfrm>
              <a:off x="6246312" y="1757779"/>
              <a:ext cx="5504688" cy="3564804"/>
            </a:xfrm>
            <a:prstGeom prst="rect">
              <a:avLst/>
            </a:prstGeom>
            <a:noFill/>
          </p:spPr>
        </p:pic>
        <p:cxnSp>
          <p:nvCxnSpPr>
            <p:cNvPr id="6" name="Straight Arrow Connector 5">
              <a:extLst>
                <a:ext uri="{FF2B5EF4-FFF2-40B4-BE49-F238E27FC236}">
                  <a16:creationId xmlns:a16="http://schemas.microsoft.com/office/drawing/2014/main" id="{2F8ED2D2-4DAA-2053-21A5-0FBE29FB2F07}"/>
                </a:ext>
                <a:ext uri="{C183D7F6-B498-43B3-948B-1728B52AA6E4}">
                  <adec:decorative xmlns:adec="http://schemas.microsoft.com/office/drawing/2017/decorative" val="1"/>
                </a:ext>
              </a:extLst>
            </p:cNvPr>
            <p:cNvCxnSpPr/>
            <p:nvPr/>
          </p:nvCxnSpPr>
          <p:spPr>
            <a:xfrm flipV="1">
              <a:off x="3213968" y="4545368"/>
              <a:ext cx="3133566" cy="621436"/>
            </a:xfrm>
            <a:prstGeom prst="straightConnector1">
              <a:avLst/>
            </a:prstGeom>
            <a:noFill/>
            <a:ln w="12700" cap="flat" cmpd="sng" algn="ctr">
              <a:solidFill>
                <a:schemeClr val="accent6"/>
              </a:solidFill>
              <a:prstDash val="solid"/>
              <a:miter lim="800000"/>
              <a:headEnd type="none" w="med" len="med"/>
              <a:tailEnd type="arrow" w="med" len="med"/>
            </a:ln>
            <a:effectLst/>
          </p:spPr>
        </p:cxnSp>
        <p:cxnSp>
          <p:nvCxnSpPr>
            <p:cNvPr id="28" name="Straight Arrow Connector 27">
              <a:extLst>
                <a:ext uri="{FF2B5EF4-FFF2-40B4-BE49-F238E27FC236}">
                  <a16:creationId xmlns:a16="http://schemas.microsoft.com/office/drawing/2014/main" id="{CF98586B-0B70-77FC-0B6C-907E6AAF520E}"/>
                </a:ext>
                <a:ext uri="{C183D7F6-B498-43B3-948B-1728B52AA6E4}">
                  <adec:decorative xmlns:adec="http://schemas.microsoft.com/office/drawing/2017/decorative" val="1"/>
                </a:ext>
              </a:extLst>
            </p:cNvPr>
            <p:cNvCxnSpPr>
              <a:cxnSpLocks/>
            </p:cNvCxnSpPr>
            <p:nvPr/>
          </p:nvCxnSpPr>
          <p:spPr>
            <a:xfrm flipV="1">
              <a:off x="3446585" y="5005962"/>
              <a:ext cx="2900949" cy="561256"/>
            </a:xfrm>
            <a:prstGeom prst="straightConnector1">
              <a:avLst/>
            </a:prstGeom>
            <a:noFill/>
            <a:ln w="12700" cap="flat" cmpd="sng" algn="ctr">
              <a:solidFill>
                <a:schemeClr val="accent2"/>
              </a:solidFill>
              <a:prstDash val="solid"/>
              <a:miter lim="800000"/>
              <a:headEnd type="none" w="med" len="med"/>
              <a:tailEnd type="arrow" w="med" len="med"/>
            </a:ln>
            <a:effectLst/>
          </p:spPr>
        </p:cxnSp>
        <p:cxnSp>
          <p:nvCxnSpPr>
            <p:cNvPr id="29" name="Straight Arrow Connector 28">
              <a:extLst>
                <a:ext uri="{FF2B5EF4-FFF2-40B4-BE49-F238E27FC236}">
                  <a16:creationId xmlns:a16="http://schemas.microsoft.com/office/drawing/2014/main" id="{4031BEA0-8FBB-0C1D-D689-85BD7FB63DC3}"/>
                </a:ext>
                <a:ext uri="{C183D7F6-B498-43B3-948B-1728B52AA6E4}">
                  <adec:decorative xmlns:adec="http://schemas.microsoft.com/office/drawing/2017/decorative" val="1"/>
                </a:ext>
              </a:extLst>
            </p:cNvPr>
            <p:cNvCxnSpPr>
              <a:cxnSpLocks/>
            </p:cNvCxnSpPr>
            <p:nvPr/>
          </p:nvCxnSpPr>
          <p:spPr>
            <a:xfrm>
              <a:off x="5732585" y="2535996"/>
              <a:ext cx="967153" cy="523727"/>
            </a:xfrm>
            <a:prstGeom prst="straightConnector1">
              <a:avLst/>
            </a:prstGeom>
            <a:noFill/>
            <a:ln w="12700" cap="flat" cmpd="sng" algn="ctr">
              <a:solidFill>
                <a:schemeClr val="accent1"/>
              </a:solidFill>
              <a:prstDash val="solid"/>
              <a:miter lim="800000"/>
              <a:headEnd type="none" w="med" len="med"/>
              <a:tailEnd type="arrow" w="med" len="med"/>
            </a:ln>
            <a:effectLst/>
          </p:spPr>
        </p:cxnSp>
      </p:grpSp>
    </p:spTree>
    <p:custDataLst>
      <p:tags r:id="rId1"/>
    </p:custDataLst>
    <p:extLst>
      <p:ext uri="{BB962C8B-B14F-4D97-AF65-F5344CB8AC3E}">
        <p14:creationId xmlns:p14="http://schemas.microsoft.com/office/powerpoint/2010/main" val="111953212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F54A59E-034D-4036-9DDE-F026296C9AE2}"/>
              </a:ext>
            </a:extLst>
          </p:cNvPr>
          <p:cNvSpPr>
            <a:spLocks noGrp="1"/>
          </p:cNvSpPr>
          <p:nvPr>
            <p:ph type="sldNum" idx="97"/>
          </p:nvPr>
        </p:nvSpPr>
        <p:spPr/>
        <p:txBody>
          <a:bodyPr/>
          <a:lstStyle/>
          <a:p>
            <a:fld id="{4037B1B0-0345-4E15-985A-6BECCDBE474F}" type="slidenum">
              <a:rPr lang="en-US" smtClean="0"/>
              <a:pPr/>
              <a:t>51</a:t>
            </a:fld>
            <a:endParaRPr lang="en-US" dirty="0"/>
          </a:p>
        </p:txBody>
      </p:sp>
      <p:sp>
        <p:nvSpPr>
          <p:cNvPr id="3" name="Title 2">
            <a:extLst>
              <a:ext uri="{FF2B5EF4-FFF2-40B4-BE49-F238E27FC236}">
                <a16:creationId xmlns:a16="http://schemas.microsoft.com/office/drawing/2014/main" id="{3BE02FE7-A6FA-4689-A30C-628FCBC12A88}"/>
              </a:ext>
            </a:extLst>
          </p:cNvPr>
          <p:cNvSpPr>
            <a:spLocks noGrp="1"/>
          </p:cNvSpPr>
          <p:nvPr>
            <p:ph type="title" idx="1"/>
          </p:nvPr>
        </p:nvSpPr>
        <p:spPr/>
        <p:txBody>
          <a:bodyPr/>
          <a:lstStyle/>
          <a:p>
            <a:r>
              <a:rPr lang="en-US" dirty="0"/>
              <a:t>Selecting an Amazon Forecast algorithm</a:t>
            </a:r>
          </a:p>
        </p:txBody>
      </p:sp>
      <p:sp>
        <p:nvSpPr>
          <p:cNvPr id="7" name="Content Placeholder 2">
            <a:extLst>
              <a:ext uri="{FF2B5EF4-FFF2-40B4-BE49-F238E27FC236}">
                <a16:creationId xmlns:a16="http://schemas.microsoft.com/office/drawing/2014/main" id="{1AB7867C-4E1A-A4C1-4142-616028F798A4}"/>
              </a:ext>
            </a:extLst>
          </p:cNvPr>
          <p:cNvSpPr txBox="1">
            <a:spLocks/>
          </p:cNvSpPr>
          <p:nvPr/>
        </p:nvSpPr>
        <p:spPr>
          <a:xfrm>
            <a:off x="419100" y="1528175"/>
            <a:ext cx="5504688" cy="464878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800" b="0" i="0" u="none" strike="noStrike" kern="1200" cap="none" spc="0" normalizeH="0" baseline="0" noProof="0" dirty="0">
                <a:ln>
                  <a:noFill/>
                </a:ln>
                <a:solidFill>
                  <a:srgbClr val="232F3E"/>
                </a:solidFill>
                <a:effectLst/>
                <a:uLnTx/>
                <a:uFillTx/>
                <a:latin typeface="+mn-lt"/>
                <a:ea typeface="Amazon Ember Light" panose="020B0403020204020204" pitchFamily="34" charset="0"/>
                <a:cs typeface="Amazon Ember Light" panose="020B0403020204020204" pitchFamily="34" charset="0"/>
              </a:rPr>
              <a:t>You can select from the following list of algorithms:</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srgbClr val="232F3E"/>
                </a:solidFill>
                <a:effectLst/>
                <a:uLnTx/>
                <a:uFillTx/>
                <a:latin typeface="+mn-lt"/>
                <a:ea typeface="Amazon Ember Light" panose="020B0403020204020204" pitchFamily="34" charset="0"/>
                <a:cs typeface="Amazon Ember Light" panose="020B0403020204020204" pitchFamily="34" charset="0"/>
              </a:rPr>
              <a:t>ARIMA</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srgbClr val="232F3E"/>
                </a:solidFill>
                <a:effectLst/>
                <a:uLnTx/>
                <a:uFillTx/>
                <a:latin typeface="+mn-lt"/>
                <a:ea typeface="Amazon Ember Light" panose="020B0403020204020204" pitchFamily="34" charset="0"/>
                <a:cs typeface="Amazon Ember Light" panose="020B0403020204020204" pitchFamily="34" charset="0"/>
              </a:rPr>
              <a:t>DeepAR+</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srgbClr val="232F3E"/>
                </a:solidFill>
                <a:effectLst/>
                <a:uLnTx/>
                <a:uFillTx/>
                <a:latin typeface="+mn-lt"/>
                <a:ea typeface="Amazon Ember Light" panose="020B0403020204020204" pitchFamily="34" charset="0"/>
                <a:cs typeface="Amazon Ember Light" panose="020B0403020204020204" pitchFamily="34" charset="0"/>
              </a:rPr>
              <a:t>ETS</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srgbClr val="232F3E"/>
                </a:solidFill>
                <a:effectLst/>
                <a:uLnTx/>
                <a:uFillTx/>
                <a:latin typeface="+mn-lt"/>
                <a:ea typeface="Amazon Ember Light" panose="020B0403020204020204" pitchFamily="34" charset="0"/>
                <a:cs typeface="Amazon Ember Light" panose="020B0403020204020204" pitchFamily="34" charset="0"/>
              </a:rPr>
              <a:t>NPTS</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srgbClr val="232F3E"/>
                </a:solidFill>
                <a:effectLst/>
                <a:uLnTx/>
                <a:uFillTx/>
                <a:latin typeface="+mn-lt"/>
                <a:ea typeface="Amazon Ember Light" panose="020B0403020204020204" pitchFamily="34" charset="0"/>
                <a:cs typeface="Amazon Ember Light" panose="020B0403020204020204" pitchFamily="34" charset="0"/>
              </a:rPr>
              <a:t>Prophet</a:t>
            </a:r>
          </a:p>
        </p:txBody>
      </p:sp>
      <p:graphicFrame>
        <p:nvGraphicFramePr>
          <p:cNvPr id="8" name="Diagram 7" descr="Predictor plus algorithm brings model.">
            <a:extLst>
              <a:ext uri="{FF2B5EF4-FFF2-40B4-BE49-F238E27FC236}">
                <a16:creationId xmlns:a16="http://schemas.microsoft.com/office/drawing/2014/main" id="{5EBCF6A4-B0D5-8020-0345-3DEE30430DAC}"/>
              </a:ext>
              <a:ext uri="{C183D7F6-B498-43B3-948B-1728B52AA6E4}">
                <adec:decorative xmlns:adec="http://schemas.microsoft.com/office/drawing/2017/decorative" val="0"/>
              </a:ext>
            </a:extLst>
          </p:cNvPr>
          <p:cNvGraphicFramePr/>
          <p:nvPr>
            <p:extLst>
              <p:ext uri="{D42A27DB-BD31-4B8C-83A1-F6EECF244321}">
                <p14:modId xmlns:p14="http://schemas.microsoft.com/office/powerpoint/2010/main" val="919657533"/>
              </p:ext>
            </p:extLst>
          </p:nvPr>
        </p:nvGraphicFramePr>
        <p:xfrm>
          <a:off x="5521158" y="2038593"/>
          <a:ext cx="6053221" cy="311840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ustDataLst>
      <p:tags r:id="rId1"/>
    </p:custDataLst>
    <p:extLst>
      <p:ext uri="{BB962C8B-B14F-4D97-AF65-F5344CB8AC3E}">
        <p14:creationId xmlns:p14="http://schemas.microsoft.com/office/powerpoint/2010/main" val="75537668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F54A59E-034D-4036-9DDE-F026296C9AE2}"/>
              </a:ext>
            </a:extLst>
          </p:cNvPr>
          <p:cNvSpPr>
            <a:spLocks noGrp="1"/>
          </p:cNvSpPr>
          <p:nvPr>
            <p:ph type="sldNum" idx="97"/>
          </p:nvPr>
        </p:nvSpPr>
        <p:spPr/>
        <p:txBody>
          <a:bodyPr/>
          <a:lstStyle/>
          <a:p>
            <a:fld id="{4037B1B0-0345-4E15-985A-6BECCDBE474F}" type="slidenum">
              <a:rPr lang="en-US" smtClean="0"/>
              <a:pPr/>
              <a:t>52</a:t>
            </a:fld>
            <a:endParaRPr lang="en-US" dirty="0"/>
          </a:p>
        </p:txBody>
      </p:sp>
      <p:sp>
        <p:nvSpPr>
          <p:cNvPr id="3" name="Title 2">
            <a:extLst>
              <a:ext uri="{FF2B5EF4-FFF2-40B4-BE49-F238E27FC236}">
                <a16:creationId xmlns:a16="http://schemas.microsoft.com/office/drawing/2014/main" id="{3BE02FE7-A6FA-4689-A30C-628FCBC12A88}"/>
              </a:ext>
            </a:extLst>
          </p:cNvPr>
          <p:cNvSpPr>
            <a:spLocks noGrp="1"/>
          </p:cNvSpPr>
          <p:nvPr>
            <p:ph type="title" idx="1"/>
          </p:nvPr>
        </p:nvSpPr>
        <p:spPr/>
        <p:txBody>
          <a:bodyPr/>
          <a:lstStyle/>
          <a:p>
            <a:r>
              <a:rPr lang="en-US" dirty="0"/>
              <a:t>Evaluating your forecast: Back testing</a:t>
            </a:r>
          </a:p>
        </p:txBody>
      </p:sp>
      <p:sp>
        <p:nvSpPr>
          <p:cNvPr id="40" name="Rectangle 39">
            <a:extLst>
              <a:ext uri="{FF2B5EF4-FFF2-40B4-BE49-F238E27FC236}">
                <a16:creationId xmlns:a16="http://schemas.microsoft.com/office/drawing/2014/main" id="{0E6E5B2B-A08E-6C48-8961-C6974B4EAC6B}"/>
              </a:ext>
              <a:ext uri="{C183D7F6-B498-43B3-948B-1728B52AA6E4}">
                <adec:decorative xmlns:adec="http://schemas.microsoft.com/office/drawing/2017/decorative" val="0"/>
              </a:ext>
            </a:extLst>
          </p:cNvPr>
          <p:cNvSpPr/>
          <p:nvPr/>
        </p:nvSpPr>
        <p:spPr>
          <a:xfrm>
            <a:off x="419100" y="1512078"/>
            <a:ext cx="10014280" cy="584775"/>
          </a:xfrm>
          <a:prstGeom prst="rect">
            <a:avLst/>
          </a:prstGeom>
        </p:spPr>
        <p:txBody>
          <a:bodyPr wrap="none">
            <a:spAutoFit/>
          </a:bodyPr>
          <a:lstStyle/>
          <a:p>
            <a:r>
              <a:rPr lang="en-US" sz="3200" dirty="0">
                <a:solidFill>
                  <a:srgbClr val="232F3E"/>
                </a:solidFill>
              </a:rPr>
              <a:t>Predictor accuracy metrics are based on back testing.</a:t>
            </a:r>
          </a:p>
        </p:txBody>
      </p:sp>
      <p:grpSp>
        <p:nvGrpSpPr>
          <p:cNvPr id="7" name="Group 6" descr="Time series data used to train a model that is then tested.">
            <a:extLst>
              <a:ext uri="{FF2B5EF4-FFF2-40B4-BE49-F238E27FC236}">
                <a16:creationId xmlns:a16="http://schemas.microsoft.com/office/drawing/2014/main" id="{356C6028-BAF9-DEB3-904A-819DA9DC55BD}"/>
              </a:ext>
            </a:extLst>
          </p:cNvPr>
          <p:cNvGrpSpPr/>
          <p:nvPr/>
        </p:nvGrpSpPr>
        <p:grpSpPr>
          <a:xfrm>
            <a:off x="1424398" y="2096853"/>
            <a:ext cx="9343203" cy="3890995"/>
            <a:chOff x="2362145" y="2276125"/>
            <a:chExt cx="9343203" cy="3890995"/>
          </a:xfrm>
        </p:grpSpPr>
        <p:sp>
          <p:nvSpPr>
            <p:cNvPr id="8" name="Rectangle 7">
              <a:extLst>
                <a:ext uri="{FF2B5EF4-FFF2-40B4-BE49-F238E27FC236}">
                  <a16:creationId xmlns:a16="http://schemas.microsoft.com/office/drawing/2014/main" id="{D4CB5063-0871-5811-575F-E0444F063A63}"/>
                </a:ext>
                <a:ext uri="{C183D7F6-B498-43B3-948B-1728B52AA6E4}">
                  <adec:decorative xmlns:adec="http://schemas.microsoft.com/office/drawing/2017/decorative" val="1"/>
                </a:ext>
              </a:extLst>
            </p:cNvPr>
            <p:cNvSpPr/>
            <p:nvPr/>
          </p:nvSpPr>
          <p:spPr>
            <a:xfrm>
              <a:off x="4440792" y="2830788"/>
              <a:ext cx="3981659" cy="144723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32F3E"/>
                </a:solidFill>
              </a:endParaRPr>
            </a:p>
          </p:txBody>
        </p:sp>
        <p:sp>
          <p:nvSpPr>
            <p:cNvPr id="9" name="Rectangle 8">
              <a:extLst>
                <a:ext uri="{FF2B5EF4-FFF2-40B4-BE49-F238E27FC236}">
                  <a16:creationId xmlns:a16="http://schemas.microsoft.com/office/drawing/2014/main" id="{72A4B4FC-3578-A41F-B9C6-1FEB4C9099A3}"/>
                </a:ext>
                <a:ext uri="{C183D7F6-B498-43B3-948B-1728B52AA6E4}">
                  <adec:decorative xmlns:adec="http://schemas.microsoft.com/office/drawing/2017/decorative" val="1"/>
                </a:ext>
              </a:extLst>
            </p:cNvPr>
            <p:cNvSpPr/>
            <p:nvPr/>
          </p:nvSpPr>
          <p:spPr>
            <a:xfrm>
              <a:off x="8422451" y="2830788"/>
              <a:ext cx="1340318" cy="144723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32F3E"/>
                </a:solidFill>
              </a:endParaRPr>
            </a:p>
          </p:txBody>
        </p:sp>
        <p:cxnSp>
          <p:nvCxnSpPr>
            <p:cNvPr id="10" name="Straight Connector 9">
              <a:extLst>
                <a:ext uri="{FF2B5EF4-FFF2-40B4-BE49-F238E27FC236}">
                  <a16:creationId xmlns:a16="http://schemas.microsoft.com/office/drawing/2014/main" id="{12521F56-E151-F5ED-5EA4-D903E3832238}"/>
                </a:ext>
                <a:ext uri="{C183D7F6-B498-43B3-948B-1728B52AA6E4}">
                  <adec:decorative xmlns:adec="http://schemas.microsoft.com/office/drawing/2017/decorative" val="1"/>
                </a:ext>
              </a:extLst>
            </p:cNvPr>
            <p:cNvCxnSpPr>
              <a:endCxn id="15" idx="1"/>
            </p:cNvCxnSpPr>
            <p:nvPr/>
          </p:nvCxnSpPr>
          <p:spPr>
            <a:xfrm flipV="1">
              <a:off x="4348975" y="4278709"/>
              <a:ext cx="6371107" cy="8972"/>
            </a:xfrm>
            <a:prstGeom prst="line">
              <a:avLst/>
            </a:prstGeom>
            <a:ln w="28575">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BD17F12B-F156-2E6B-CA41-51E008A8F13C}"/>
                </a:ext>
                <a:ext uri="{C183D7F6-B498-43B3-948B-1728B52AA6E4}">
                  <adec:decorative xmlns:adec="http://schemas.microsoft.com/office/drawing/2017/decorative" val="1"/>
                </a:ext>
              </a:extLst>
            </p:cNvPr>
            <p:cNvCxnSpPr>
              <a:endCxn id="13" idx="2"/>
            </p:cNvCxnSpPr>
            <p:nvPr/>
          </p:nvCxnSpPr>
          <p:spPr>
            <a:xfrm flipV="1">
              <a:off x="4448040" y="2868521"/>
              <a:ext cx="28854" cy="1417806"/>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AB00F564-5DC1-4439-8592-3AF0C4234293}"/>
                </a:ext>
                <a:ext uri="{C183D7F6-B498-43B3-948B-1728B52AA6E4}">
                  <adec:decorative xmlns:adec="http://schemas.microsoft.com/office/drawing/2017/decorative" val="1"/>
                </a:ext>
              </a:extLst>
            </p:cNvPr>
            <p:cNvCxnSpPr>
              <a:endCxn id="14" idx="2"/>
            </p:cNvCxnSpPr>
            <p:nvPr/>
          </p:nvCxnSpPr>
          <p:spPr>
            <a:xfrm flipV="1">
              <a:off x="10241427" y="2868520"/>
              <a:ext cx="28052" cy="1417806"/>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217F439B-AAAC-6B68-EFD7-473D1BF01D4D}"/>
                </a:ext>
              </a:extLst>
            </p:cNvPr>
            <p:cNvSpPr txBox="1"/>
            <p:nvPr/>
          </p:nvSpPr>
          <p:spPr>
            <a:xfrm>
              <a:off x="3919690" y="2529967"/>
              <a:ext cx="1114408" cy="338554"/>
            </a:xfrm>
            <a:prstGeom prst="rect">
              <a:avLst/>
            </a:prstGeom>
            <a:noFill/>
          </p:spPr>
          <p:txBody>
            <a:bodyPr wrap="none" rtlCol="0">
              <a:spAutoFit/>
            </a:bodyPr>
            <a:lstStyle/>
            <a:p>
              <a:r>
                <a:rPr lang="en-US" sz="1600" i="1" dirty="0">
                  <a:solidFill>
                    <a:srgbClr val="232F3E"/>
                  </a:solidFill>
                  <a:ea typeface="Amazon Ember Light" panose="020B0403020204020204" pitchFamily="34" charset="0"/>
                  <a:cs typeface="Amazon Ember Light" panose="020B0403020204020204" pitchFamily="34" charset="0"/>
                </a:rPr>
                <a:t>Start date</a:t>
              </a:r>
            </a:p>
          </p:txBody>
        </p:sp>
        <p:sp>
          <p:nvSpPr>
            <p:cNvPr id="14" name="TextBox 13">
              <a:extLst>
                <a:ext uri="{FF2B5EF4-FFF2-40B4-BE49-F238E27FC236}">
                  <a16:creationId xmlns:a16="http://schemas.microsoft.com/office/drawing/2014/main" id="{E8EC3DBD-565E-9F89-B123-E718EFC2585B}"/>
                </a:ext>
              </a:extLst>
            </p:cNvPr>
            <p:cNvSpPr txBox="1"/>
            <p:nvPr/>
          </p:nvSpPr>
          <p:spPr>
            <a:xfrm>
              <a:off x="9762769" y="2529966"/>
              <a:ext cx="1013419" cy="338554"/>
            </a:xfrm>
            <a:prstGeom prst="rect">
              <a:avLst/>
            </a:prstGeom>
            <a:noFill/>
          </p:spPr>
          <p:txBody>
            <a:bodyPr wrap="none" rtlCol="0">
              <a:spAutoFit/>
            </a:bodyPr>
            <a:lstStyle/>
            <a:p>
              <a:r>
                <a:rPr lang="en-US" sz="1600" i="1" dirty="0">
                  <a:solidFill>
                    <a:srgbClr val="232F3E"/>
                  </a:solidFill>
                  <a:ea typeface="Amazon Ember Light" panose="020B0403020204020204" pitchFamily="34" charset="0"/>
                  <a:cs typeface="Amazon Ember Light" panose="020B0403020204020204" pitchFamily="34" charset="0"/>
                </a:rPr>
                <a:t>End date</a:t>
              </a:r>
            </a:p>
          </p:txBody>
        </p:sp>
        <p:sp>
          <p:nvSpPr>
            <p:cNvPr id="15" name="TextBox 14">
              <a:extLst>
                <a:ext uri="{FF2B5EF4-FFF2-40B4-BE49-F238E27FC236}">
                  <a16:creationId xmlns:a16="http://schemas.microsoft.com/office/drawing/2014/main" id="{ACD9EE76-C9F8-C6F0-25F6-F8EA7BB41F23}"/>
                </a:ext>
              </a:extLst>
            </p:cNvPr>
            <p:cNvSpPr txBox="1"/>
            <p:nvPr/>
          </p:nvSpPr>
          <p:spPr>
            <a:xfrm>
              <a:off x="10720082" y="4109432"/>
              <a:ext cx="646331" cy="338554"/>
            </a:xfrm>
            <a:prstGeom prst="rect">
              <a:avLst/>
            </a:prstGeom>
            <a:noFill/>
          </p:spPr>
          <p:txBody>
            <a:bodyPr wrap="none" rtlCol="0">
              <a:spAutoFit/>
            </a:bodyPr>
            <a:lstStyle/>
            <a:p>
              <a:r>
                <a:rPr lang="en-US" sz="1600" i="1" dirty="0">
                  <a:solidFill>
                    <a:srgbClr val="232F3E"/>
                  </a:solidFill>
                  <a:ea typeface="Amazon Ember Light" panose="020B0403020204020204" pitchFamily="34" charset="0"/>
                  <a:cs typeface="Amazon Ember Light" panose="020B0403020204020204" pitchFamily="34" charset="0"/>
                </a:rPr>
                <a:t>Time</a:t>
              </a:r>
            </a:p>
          </p:txBody>
        </p:sp>
        <p:sp>
          <p:nvSpPr>
            <p:cNvPr id="16" name="Freeform 43">
              <a:extLst>
                <a:ext uri="{FF2B5EF4-FFF2-40B4-BE49-F238E27FC236}">
                  <a16:creationId xmlns:a16="http://schemas.microsoft.com/office/drawing/2014/main" id="{CB0048A4-692A-FE75-E186-BBBBE321EF70}"/>
                </a:ext>
                <a:ext uri="{C183D7F6-B498-43B3-948B-1728B52AA6E4}">
                  <adec:decorative xmlns:adec="http://schemas.microsoft.com/office/drawing/2017/decorative" val="1"/>
                </a:ext>
              </a:extLst>
            </p:cNvPr>
            <p:cNvSpPr/>
            <p:nvPr/>
          </p:nvSpPr>
          <p:spPr>
            <a:xfrm>
              <a:off x="4448041" y="3135283"/>
              <a:ext cx="5791414" cy="1043432"/>
            </a:xfrm>
            <a:custGeom>
              <a:avLst/>
              <a:gdLst>
                <a:gd name="connsiteX0" fmla="*/ 0 w 4545106"/>
                <a:gd name="connsiteY0" fmla="*/ 1043432 h 1043432"/>
                <a:gd name="connsiteX1" fmla="*/ 1398494 w 4545106"/>
                <a:gd name="connsiteY1" fmla="*/ 12491 h 1043432"/>
                <a:gd name="connsiteX2" fmla="*/ 3021106 w 4545106"/>
                <a:gd name="connsiteY2" fmla="*/ 451762 h 1043432"/>
                <a:gd name="connsiteX3" fmla="*/ 4545106 w 4545106"/>
                <a:gd name="connsiteY3" fmla="*/ 137997 h 1043432"/>
              </a:gdLst>
              <a:ahLst/>
              <a:cxnLst>
                <a:cxn ang="0">
                  <a:pos x="connsiteX0" y="connsiteY0"/>
                </a:cxn>
                <a:cxn ang="0">
                  <a:pos x="connsiteX1" y="connsiteY1"/>
                </a:cxn>
                <a:cxn ang="0">
                  <a:pos x="connsiteX2" y="connsiteY2"/>
                </a:cxn>
                <a:cxn ang="0">
                  <a:pos x="connsiteX3" y="connsiteY3"/>
                </a:cxn>
              </a:cxnLst>
              <a:rect l="l" t="t" r="r" b="b"/>
              <a:pathLst>
                <a:path w="4545106" h="1043432">
                  <a:moveTo>
                    <a:pt x="0" y="1043432"/>
                  </a:moveTo>
                  <a:cubicBezTo>
                    <a:pt x="447488" y="577267"/>
                    <a:pt x="894976" y="111103"/>
                    <a:pt x="1398494" y="12491"/>
                  </a:cubicBezTo>
                  <a:cubicBezTo>
                    <a:pt x="1902012" y="-86121"/>
                    <a:pt x="2496671" y="430844"/>
                    <a:pt x="3021106" y="451762"/>
                  </a:cubicBezTo>
                  <a:cubicBezTo>
                    <a:pt x="3545541" y="472680"/>
                    <a:pt x="4271683" y="176844"/>
                    <a:pt x="4545106" y="137997"/>
                  </a:cubicBezTo>
                </a:path>
              </a:pathLst>
            </a:cu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32F3E"/>
                </a:solidFill>
              </a:endParaRPr>
            </a:p>
          </p:txBody>
        </p:sp>
        <p:sp>
          <p:nvSpPr>
            <p:cNvPr id="17" name="Right Brace 16">
              <a:extLst>
                <a:ext uri="{FF2B5EF4-FFF2-40B4-BE49-F238E27FC236}">
                  <a16:creationId xmlns:a16="http://schemas.microsoft.com/office/drawing/2014/main" id="{77FFA816-4457-2947-FA8B-D1EF91D4E882}"/>
                </a:ext>
                <a:ext uri="{C183D7F6-B498-43B3-948B-1728B52AA6E4}">
                  <adec:decorative xmlns:adec="http://schemas.microsoft.com/office/drawing/2017/decorative" val="1"/>
                </a:ext>
              </a:extLst>
            </p:cNvPr>
            <p:cNvSpPr/>
            <p:nvPr/>
          </p:nvSpPr>
          <p:spPr>
            <a:xfrm rot="5400000">
              <a:off x="9271968" y="3525536"/>
              <a:ext cx="77724" cy="1818279"/>
            </a:xfrm>
            <a:prstGeom prst="rightBrace">
              <a:avLst/>
            </a:prstGeom>
            <a:ln>
              <a:solidFill>
                <a:schemeClr val="accent6"/>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solidFill>
                  <a:srgbClr val="232F3E"/>
                </a:solidFill>
              </a:endParaRPr>
            </a:p>
          </p:txBody>
        </p:sp>
        <p:sp>
          <p:nvSpPr>
            <p:cNvPr id="18" name="TextBox 17">
              <a:extLst>
                <a:ext uri="{FF2B5EF4-FFF2-40B4-BE49-F238E27FC236}">
                  <a16:creationId xmlns:a16="http://schemas.microsoft.com/office/drawing/2014/main" id="{D091EF6E-D0B3-F8FF-E948-05D8971B7CF1}"/>
                </a:ext>
              </a:extLst>
            </p:cNvPr>
            <p:cNvSpPr txBox="1"/>
            <p:nvPr/>
          </p:nvSpPr>
          <p:spPr>
            <a:xfrm>
              <a:off x="8112501" y="4571017"/>
              <a:ext cx="2412841" cy="338554"/>
            </a:xfrm>
            <a:prstGeom prst="rect">
              <a:avLst/>
            </a:prstGeom>
            <a:noFill/>
          </p:spPr>
          <p:txBody>
            <a:bodyPr wrap="none" rtlCol="0">
              <a:spAutoFit/>
            </a:bodyPr>
            <a:lstStyle/>
            <a:p>
              <a:pPr algn="ctr"/>
              <a:r>
                <a:rPr lang="en-US" sz="1600" dirty="0">
                  <a:solidFill>
                    <a:srgbClr val="232F3E"/>
                  </a:solidFill>
                  <a:ea typeface="Amazon Ember Light" panose="020B0403020204020204" pitchFamily="34" charset="0"/>
                  <a:cs typeface="Amazon Ember Light" panose="020B0403020204020204" pitchFamily="34" charset="0"/>
                </a:rPr>
                <a:t>Back test window offset</a:t>
              </a:r>
            </a:p>
          </p:txBody>
        </p:sp>
        <p:grpSp>
          <p:nvGrpSpPr>
            <p:cNvPr id="19" name="Group 18">
              <a:extLst>
                <a:ext uri="{FF2B5EF4-FFF2-40B4-BE49-F238E27FC236}">
                  <a16:creationId xmlns:a16="http://schemas.microsoft.com/office/drawing/2014/main" id="{8B561579-1849-367D-AF65-55E8BA6A6486}"/>
                </a:ext>
              </a:extLst>
            </p:cNvPr>
            <p:cNvGrpSpPr/>
            <p:nvPr/>
          </p:nvGrpSpPr>
          <p:grpSpPr>
            <a:xfrm>
              <a:off x="10368965" y="2965449"/>
              <a:ext cx="1336383" cy="385482"/>
              <a:chOff x="6777318" y="654424"/>
              <a:chExt cx="1336383" cy="385482"/>
            </a:xfrm>
          </p:grpSpPr>
          <p:sp>
            <p:nvSpPr>
              <p:cNvPr id="38" name="Rectangle 37">
                <a:extLst>
                  <a:ext uri="{FF2B5EF4-FFF2-40B4-BE49-F238E27FC236}">
                    <a16:creationId xmlns:a16="http://schemas.microsoft.com/office/drawing/2014/main" id="{56CAB718-05C9-2A9F-6887-06A53CB61042}"/>
                  </a:ext>
                  <a:ext uri="{C183D7F6-B498-43B3-948B-1728B52AA6E4}">
                    <adec:decorative xmlns:adec="http://schemas.microsoft.com/office/drawing/2017/decorative" val="1"/>
                  </a:ext>
                </a:extLst>
              </p:cNvPr>
              <p:cNvSpPr/>
              <p:nvPr/>
            </p:nvSpPr>
            <p:spPr>
              <a:xfrm>
                <a:off x="6777318" y="654424"/>
                <a:ext cx="385482" cy="38548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32F3E"/>
                  </a:solidFill>
                </a:endParaRPr>
              </a:p>
            </p:txBody>
          </p:sp>
          <p:sp>
            <p:nvSpPr>
              <p:cNvPr id="39" name="TextBox 38">
                <a:extLst>
                  <a:ext uri="{FF2B5EF4-FFF2-40B4-BE49-F238E27FC236}">
                    <a16:creationId xmlns:a16="http://schemas.microsoft.com/office/drawing/2014/main" id="{03BEC12D-857E-C249-997B-66EA80EEEA94}"/>
                  </a:ext>
                </a:extLst>
              </p:cNvPr>
              <p:cNvSpPr txBox="1"/>
              <p:nvPr/>
            </p:nvSpPr>
            <p:spPr>
              <a:xfrm>
                <a:off x="7162800" y="675093"/>
                <a:ext cx="950901" cy="338554"/>
              </a:xfrm>
              <a:prstGeom prst="rect">
                <a:avLst/>
              </a:prstGeom>
              <a:noFill/>
            </p:spPr>
            <p:txBody>
              <a:bodyPr wrap="none" rtlCol="0">
                <a:spAutoFit/>
              </a:bodyPr>
              <a:lstStyle/>
              <a:p>
                <a:r>
                  <a:rPr lang="en-US" sz="1600" dirty="0">
                    <a:solidFill>
                      <a:srgbClr val="232F3E"/>
                    </a:solidFill>
                    <a:ea typeface="Amazon Ember Light" panose="020B0403020204020204" pitchFamily="34" charset="0"/>
                    <a:cs typeface="Amazon Ember Light" panose="020B0403020204020204" pitchFamily="34" charset="0"/>
                  </a:rPr>
                  <a:t>Training</a:t>
                </a:r>
              </a:p>
            </p:txBody>
          </p:sp>
        </p:grpSp>
        <p:sp>
          <p:nvSpPr>
            <p:cNvPr id="20" name="Rectangle 19">
              <a:extLst>
                <a:ext uri="{FF2B5EF4-FFF2-40B4-BE49-F238E27FC236}">
                  <a16:creationId xmlns:a16="http://schemas.microsoft.com/office/drawing/2014/main" id="{64C85C1A-E4AD-DCD1-2506-B12B05731BB6}"/>
                </a:ext>
                <a:ext uri="{C183D7F6-B498-43B3-948B-1728B52AA6E4}">
                  <adec:decorative xmlns:adec="http://schemas.microsoft.com/office/drawing/2017/decorative" val="1"/>
                </a:ext>
              </a:extLst>
            </p:cNvPr>
            <p:cNvSpPr/>
            <p:nvPr/>
          </p:nvSpPr>
          <p:spPr>
            <a:xfrm>
              <a:off x="10368965" y="3422981"/>
              <a:ext cx="385482" cy="3854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32F3E"/>
                </a:solidFill>
              </a:endParaRPr>
            </a:p>
          </p:txBody>
        </p:sp>
        <p:sp>
          <p:nvSpPr>
            <p:cNvPr id="21" name="TextBox 20">
              <a:extLst>
                <a:ext uri="{FF2B5EF4-FFF2-40B4-BE49-F238E27FC236}">
                  <a16:creationId xmlns:a16="http://schemas.microsoft.com/office/drawing/2014/main" id="{D0F3BF05-71E6-2255-CCBC-06B369F879D9}"/>
                </a:ext>
              </a:extLst>
            </p:cNvPr>
            <p:cNvSpPr txBox="1"/>
            <p:nvPr/>
          </p:nvSpPr>
          <p:spPr>
            <a:xfrm>
              <a:off x="10754447" y="3443650"/>
              <a:ext cx="869149" cy="338554"/>
            </a:xfrm>
            <a:prstGeom prst="rect">
              <a:avLst/>
            </a:prstGeom>
            <a:noFill/>
          </p:spPr>
          <p:txBody>
            <a:bodyPr wrap="none" rtlCol="0">
              <a:spAutoFit/>
            </a:bodyPr>
            <a:lstStyle/>
            <a:p>
              <a:r>
                <a:rPr lang="en-US" sz="1600" dirty="0">
                  <a:solidFill>
                    <a:srgbClr val="232F3E"/>
                  </a:solidFill>
                  <a:ea typeface="Amazon Ember Light" panose="020B0403020204020204" pitchFamily="34" charset="0"/>
                  <a:cs typeface="Amazon Ember Light" panose="020B0403020204020204" pitchFamily="34" charset="0"/>
                </a:rPr>
                <a:t>Testing</a:t>
              </a:r>
            </a:p>
          </p:txBody>
        </p:sp>
        <p:cxnSp>
          <p:nvCxnSpPr>
            <p:cNvPr id="22" name="Straight Connector 21">
              <a:extLst>
                <a:ext uri="{FF2B5EF4-FFF2-40B4-BE49-F238E27FC236}">
                  <a16:creationId xmlns:a16="http://schemas.microsoft.com/office/drawing/2014/main" id="{E16EE5EA-79D5-EF69-400A-F4EF51850D4B}"/>
                </a:ext>
                <a:ext uri="{C183D7F6-B498-43B3-948B-1728B52AA6E4}">
                  <adec:decorative xmlns:adec="http://schemas.microsoft.com/office/drawing/2017/decorative" val="1"/>
                </a:ext>
              </a:extLst>
            </p:cNvPr>
            <p:cNvCxnSpPr/>
            <p:nvPr/>
          </p:nvCxnSpPr>
          <p:spPr>
            <a:xfrm>
              <a:off x="8421786" y="2830788"/>
              <a:ext cx="0" cy="1413112"/>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p:sp>
          <p:nvSpPr>
            <p:cNvPr id="23" name="Freeform 50">
              <a:extLst>
                <a:ext uri="{FF2B5EF4-FFF2-40B4-BE49-F238E27FC236}">
                  <a16:creationId xmlns:a16="http://schemas.microsoft.com/office/drawing/2014/main" id="{CD9E3B27-1B44-61BD-94EC-90DCF48440A7}"/>
                </a:ext>
                <a:ext uri="{C183D7F6-B498-43B3-948B-1728B52AA6E4}">
                  <adec:decorative xmlns:adec="http://schemas.microsoft.com/office/drawing/2017/decorative" val="1"/>
                </a:ext>
              </a:extLst>
            </p:cNvPr>
            <p:cNvSpPr/>
            <p:nvPr/>
          </p:nvSpPr>
          <p:spPr>
            <a:xfrm>
              <a:off x="8407018" y="3174668"/>
              <a:ext cx="1348343" cy="582250"/>
            </a:xfrm>
            <a:custGeom>
              <a:avLst/>
              <a:gdLst>
                <a:gd name="connsiteX0" fmla="*/ 3637 w 1348343"/>
                <a:gd name="connsiteY0" fmla="*/ 448235 h 582250"/>
                <a:gd name="connsiteX1" fmla="*/ 75354 w 1348343"/>
                <a:gd name="connsiteY1" fmla="*/ 439271 h 582250"/>
                <a:gd name="connsiteX2" fmla="*/ 514625 w 1348343"/>
                <a:gd name="connsiteY2" fmla="*/ 564777 h 582250"/>
                <a:gd name="connsiteX3" fmla="*/ 1348343 w 1348343"/>
                <a:gd name="connsiteY3" fmla="*/ 0 h 582250"/>
              </a:gdLst>
              <a:ahLst/>
              <a:cxnLst>
                <a:cxn ang="0">
                  <a:pos x="connsiteX0" y="connsiteY0"/>
                </a:cxn>
                <a:cxn ang="0">
                  <a:pos x="connsiteX1" y="connsiteY1"/>
                </a:cxn>
                <a:cxn ang="0">
                  <a:pos x="connsiteX2" y="connsiteY2"/>
                </a:cxn>
                <a:cxn ang="0">
                  <a:pos x="connsiteX3" y="connsiteY3"/>
                </a:cxn>
              </a:cxnLst>
              <a:rect l="l" t="t" r="r" b="b"/>
              <a:pathLst>
                <a:path w="1348343" h="582250">
                  <a:moveTo>
                    <a:pt x="3637" y="448235"/>
                  </a:moveTo>
                  <a:cubicBezTo>
                    <a:pt x="-3087" y="434041"/>
                    <a:pt x="-9811" y="419847"/>
                    <a:pt x="75354" y="439271"/>
                  </a:cubicBezTo>
                  <a:cubicBezTo>
                    <a:pt x="160519" y="458695"/>
                    <a:pt x="302460" y="637989"/>
                    <a:pt x="514625" y="564777"/>
                  </a:cubicBezTo>
                  <a:cubicBezTo>
                    <a:pt x="726790" y="491565"/>
                    <a:pt x="1037566" y="245782"/>
                    <a:pt x="1348343" y="0"/>
                  </a:cubicBezTo>
                </a:path>
              </a:pathLst>
            </a:custGeom>
            <a:noFill/>
            <a:ln w="28575">
              <a:solidFill>
                <a:schemeClr val="accent5"/>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32F3E"/>
                </a:solidFill>
              </a:endParaRPr>
            </a:p>
          </p:txBody>
        </p:sp>
        <p:sp>
          <p:nvSpPr>
            <p:cNvPr id="24" name="Right Brace 23">
              <a:extLst>
                <a:ext uri="{FF2B5EF4-FFF2-40B4-BE49-F238E27FC236}">
                  <a16:creationId xmlns:a16="http://schemas.microsoft.com/office/drawing/2014/main" id="{0E966EB1-1581-A20D-0AB4-32497AE460CA}"/>
                </a:ext>
                <a:ext uri="{C183D7F6-B498-43B3-948B-1728B52AA6E4}">
                  <adec:decorative xmlns:adec="http://schemas.microsoft.com/office/drawing/2017/decorative" val="1"/>
                </a:ext>
              </a:extLst>
            </p:cNvPr>
            <p:cNvSpPr/>
            <p:nvPr/>
          </p:nvSpPr>
          <p:spPr>
            <a:xfrm rot="16200000">
              <a:off x="9049593" y="2090002"/>
              <a:ext cx="57864" cy="1353672"/>
            </a:xfrm>
            <a:prstGeom prst="rightBrace">
              <a:avLst/>
            </a:prstGeom>
            <a:ln>
              <a:solidFill>
                <a:schemeClr val="accent6"/>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solidFill>
                  <a:srgbClr val="232F3E"/>
                </a:solidFill>
              </a:endParaRPr>
            </a:p>
          </p:txBody>
        </p:sp>
        <p:sp>
          <p:nvSpPr>
            <p:cNvPr id="25" name="TextBox 24">
              <a:extLst>
                <a:ext uri="{FF2B5EF4-FFF2-40B4-BE49-F238E27FC236}">
                  <a16:creationId xmlns:a16="http://schemas.microsoft.com/office/drawing/2014/main" id="{29FD4434-53E4-91EF-F3BB-4A73D0D2BC25}"/>
                </a:ext>
              </a:extLst>
            </p:cNvPr>
            <p:cNvSpPr txBox="1"/>
            <p:nvPr/>
          </p:nvSpPr>
          <p:spPr>
            <a:xfrm>
              <a:off x="8215602" y="2276125"/>
              <a:ext cx="1725152" cy="338554"/>
            </a:xfrm>
            <a:prstGeom prst="rect">
              <a:avLst/>
            </a:prstGeom>
            <a:noFill/>
          </p:spPr>
          <p:txBody>
            <a:bodyPr wrap="none" rtlCol="0">
              <a:spAutoFit/>
            </a:bodyPr>
            <a:lstStyle/>
            <a:p>
              <a:pPr algn="ctr"/>
              <a:r>
                <a:rPr lang="en-US" sz="1600" dirty="0">
                  <a:solidFill>
                    <a:srgbClr val="232F3E"/>
                  </a:solidFill>
                  <a:ea typeface="Amazon Ember Light" panose="020B0403020204020204" pitchFamily="34" charset="0"/>
                  <a:cs typeface="Amazon Ember Light" panose="020B0403020204020204" pitchFamily="34" charset="0"/>
                </a:rPr>
                <a:t>Forecast horizon</a:t>
              </a:r>
            </a:p>
          </p:txBody>
        </p:sp>
        <p:grpSp>
          <p:nvGrpSpPr>
            <p:cNvPr id="26" name="Group 25">
              <a:extLst>
                <a:ext uri="{FF2B5EF4-FFF2-40B4-BE49-F238E27FC236}">
                  <a16:creationId xmlns:a16="http://schemas.microsoft.com/office/drawing/2014/main" id="{567701F2-F8C6-9C06-7696-91ADA081447C}"/>
                </a:ext>
              </a:extLst>
            </p:cNvPr>
            <p:cNvGrpSpPr/>
            <p:nvPr/>
          </p:nvGrpSpPr>
          <p:grpSpPr>
            <a:xfrm>
              <a:off x="2368602" y="4945204"/>
              <a:ext cx="7386758" cy="338554"/>
              <a:chOff x="2286827" y="4049170"/>
              <a:chExt cx="7386758" cy="338554"/>
            </a:xfrm>
          </p:grpSpPr>
          <p:sp>
            <p:nvSpPr>
              <p:cNvPr id="35" name="TextBox 34">
                <a:extLst>
                  <a:ext uri="{FF2B5EF4-FFF2-40B4-BE49-F238E27FC236}">
                    <a16:creationId xmlns:a16="http://schemas.microsoft.com/office/drawing/2014/main" id="{FD3AEAC1-A227-64D5-3852-0BEC7F2F60E8}"/>
                  </a:ext>
                </a:extLst>
              </p:cNvPr>
              <p:cNvSpPr txBox="1"/>
              <p:nvPr/>
            </p:nvSpPr>
            <p:spPr>
              <a:xfrm>
                <a:off x="2286827" y="4049170"/>
                <a:ext cx="1930337" cy="338554"/>
              </a:xfrm>
              <a:prstGeom prst="rect">
                <a:avLst/>
              </a:prstGeom>
              <a:noFill/>
            </p:spPr>
            <p:txBody>
              <a:bodyPr wrap="none" rtlCol="0">
                <a:spAutoFit/>
              </a:bodyPr>
              <a:lstStyle/>
              <a:p>
                <a:r>
                  <a:rPr lang="en-US" sz="1600" dirty="0">
                    <a:solidFill>
                      <a:srgbClr val="232F3E"/>
                    </a:solidFill>
                    <a:ea typeface="Amazon Ember Light" panose="020B0403020204020204" pitchFamily="34" charset="0"/>
                    <a:cs typeface="Amazon Ember Light" panose="020B0403020204020204" pitchFamily="34" charset="0"/>
                  </a:rPr>
                  <a:t>Backtest window 1</a:t>
                </a:r>
              </a:p>
            </p:txBody>
          </p:sp>
          <p:sp>
            <p:nvSpPr>
              <p:cNvPr id="36" name="Rectangle 35">
                <a:extLst>
                  <a:ext uri="{FF2B5EF4-FFF2-40B4-BE49-F238E27FC236}">
                    <a16:creationId xmlns:a16="http://schemas.microsoft.com/office/drawing/2014/main" id="{EA572046-8CF3-BB4B-118B-2E936B5B334A}"/>
                  </a:ext>
                  <a:ext uri="{C183D7F6-B498-43B3-948B-1728B52AA6E4}">
                    <adec:decorative xmlns:adec="http://schemas.microsoft.com/office/drawing/2017/decorative" val="1"/>
                  </a:ext>
                </a:extLst>
              </p:cNvPr>
              <p:cNvSpPr/>
              <p:nvPr/>
            </p:nvSpPr>
            <p:spPr>
              <a:xfrm>
                <a:off x="4366266" y="4049170"/>
                <a:ext cx="3976384" cy="338554"/>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rgbClr val="232F3E"/>
                    </a:solidFill>
                  </a:rPr>
                  <a:t>Training</a:t>
                </a:r>
              </a:p>
            </p:txBody>
          </p:sp>
          <p:sp>
            <p:nvSpPr>
              <p:cNvPr id="37" name="Rectangle 36">
                <a:extLst>
                  <a:ext uri="{FF2B5EF4-FFF2-40B4-BE49-F238E27FC236}">
                    <a16:creationId xmlns:a16="http://schemas.microsoft.com/office/drawing/2014/main" id="{8D9D3F15-4EB1-999B-4EC3-64FA57A2165F}"/>
                  </a:ext>
                  <a:ext uri="{C183D7F6-B498-43B3-948B-1728B52AA6E4}">
                    <adec:decorative xmlns:adec="http://schemas.microsoft.com/office/drawing/2017/decorative" val="1"/>
                  </a:ext>
                </a:extLst>
              </p:cNvPr>
              <p:cNvSpPr/>
              <p:nvPr/>
            </p:nvSpPr>
            <p:spPr>
              <a:xfrm>
                <a:off x="8342650" y="4049170"/>
                <a:ext cx="1330935" cy="33855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rgbClr val="232F3E"/>
                    </a:solidFill>
                  </a:rPr>
                  <a:t>Testing</a:t>
                </a:r>
              </a:p>
            </p:txBody>
          </p:sp>
        </p:grpSp>
        <p:grpSp>
          <p:nvGrpSpPr>
            <p:cNvPr id="27" name="Group 26">
              <a:extLst>
                <a:ext uri="{FF2B5EF4-FFF2-40B4-BE49-F238E27FC236}">
                  <a16:creationId xmlns:a16="http://schemas.microsoft.com/office/drawing/2014/main" id="{3C537A6A-9240-EE86-9341-E34E4A241232}"/>
                </a:ext>
              </a:extLst>
            </p:cNvPr>
            <p:cNvGrpSpPr/>
            <p:nvPr/>
          </p:nvGrpSpPr>
          <p:grpSpPr>
            <a:xfrm>
              <a:off x="2368601" y="5386885"/>
              <a:ext cx="6050482" cy="338554"/>
              <a:chOff x="2286826" y="4488360"/>
              <a:chExt cx="6050482" cy="338554"/>
            </a:xfrm>
          </p:grpSpPr>
          <p:sp>
            <p:nvSpPr>
              <p:cNvPr id="32" name="Rectangle 31">
                <a:extLst>
                  <a:ext uri="{FF2B5EF4-FFF2-40B4-BE49-F238E27FC236}">
                    <a16:creationId xmlns:a16="http://schemas.microsoft.com/office/drawing/2014/main" id="{41CBCA99-404C-65E9-E564-FEAE44C82DA1}"/>
                  </a:ext>
                  <a:ext uri="{C183D7F6-B498-43B3-948B-1728B52AA6E4}">
                    <adec:decorative xmlns:adec="http://schemas.microsoft.com/office/drawing/2017/decorative" val="1"/>
                  </a:ext>
                </a:extLst>
              </p:cNvPr>
              <p:cNvSpPr/>
              <p:nvPr/>
            </p:nvSpPr>
            <p:spPr>
              <a:xfrm>
                <a:off x="7006373" y="4488360"/>
                <a:ext cx="1330935" cy="33855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rgbClr val="232F3E"/>
                    </a:solidFill>
                  </a:rPr>
                  <a:t>Testing</a:t>
                </a:r>
              </a:p>
            </p:txBody>
          </p:sp>
          <p:sp>
            <p:nvSpPr>
              <p:cNvPr id="33" name="Rectangle 32">
                <a:extLst>
                  <a:ext uri="{FF2B5EF4-FFF2-40B4-BE49-F238E27FC236}">
                    <a16:creationId xmlns:a16="http://schemas.microsoft.com/office/drawing/2014/main" id="{49D942B4-2A18-32F0-71D0-03419D1E6353}"/>
                  </a:ext>
                  <a:ext uri="{C183D7F6-B498-43B3-948B-1728B52AA6E4}">
                    <adec:decorative xmlns:adec="http://schemas.microsoft.com/office/drawing/2017/decorative" val="1"/>
                  </a:ext>
                </a:extLst>
              </p:cNvPr>
              <p:cNvSpPr/>
              <p:nvPr/>
            </p:nvSpPr>
            <p:spPr>
              <a:xfrm>
                <a:off x="4359017" y="4488360"/>
                <a:ext cx="2656296" cy="338554"/>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rgbClr val="232F3E"/>
                    </a:solidFill>
                  </a:rPr>
                  <a:t>Training</a:t>
                </a:r>
              </a:p>
            </p:txBody>
          </p:sp>
          <p:sp>
            <p:nvSpPr>
              <p:cNvPr id="34" name="TextBox 33">
                <a:extLst>
                  <a:ext uri="{FF2B5EF4-FFF2-40B4-BE49-F238E27FC236}">
                    <a16:creationId xmlns:a16="http://schemas.microsoft.com/office/drawing/2014/main" id="{EFBE81DE-B574-D643-EBE9-402B84FD9CE0}"/>
                  </a:ext>
                </a:extLst>
              </p:cNvPr>
              <p:cNvSpPr txBox="1"/>
              <p:nvPr/>
            </p:nvSpPr>
            <p:spPr>
              <a:xfrm>
                <a:off x="2286826" y="4488360"/>
                <a:ext cx="1930337" cy="338554"/>
              </a:xfrm>
              <a:prstGeom prst="rect">
                <a:avLst/>
              </a:prstGeom>
              <a:noFill/>
            </p:spPr>
            <p:txBody>
              <a:bodyPr wrap="none" rtlCol="0">
                <a:spAutoFit/>
              </a:bodyPr>
              <a:lstStyle/>
              <a:p>
                <a:r>
                  <a:rPr lang="en-US" sz="1600" dirty="0">
                    <a:solidFill>
                      <a:srgbClr val="232F3E"/>
                    </a:solidFill>
                    <a:ea typeface="Amazon Ember Light" panose="020B0403020204020204" pitchFamily="34" charset="0"/>
                    <a:cs typeface="Amazon Ember Light" panose="020B0403020204020204" pitchFamily="34" charset="0"/>
                  </a:rPr>
                  <a:t>Backtest window 2</a:t>
                </a:r>
              </a:p>
            </p:txBody>
          </p:sp>
        </p:grpSp>
        <p:grpSp>
          <p:nvGrpSpPr>
            <p:cNvPr id="28" name="Group 27">
              <a:extLst>
                <a:ext uri="{FF2B5EF4-FFF2-40B4-BE49-F238E27FC236}">
                  <a16:creationId xmlns:a16="http://schemas.microsoft.com/office/drawing/2014/main" id="{1632A16F-40C9-F36C-A7C6-C8E4EE1DC654}"/>
                </a:ext>
              </a:extLst>
            </p:cNvPr>
            <p:cNvGrpSpPr/>
            <p:nvPr/>
          </p:nvGrpSpPr>
          <p:grpSpPr>
            <a:xfrm>
              <a:off x="2362145" y="5828566"/>
              <a:ext cx="4734943" cy="338554"/>
              <a:chOff x="2280370" y="4932532"/>
              <a:chExt cx="4734943" cy="338554"/>
            </a:xfrm>
          </p:grpSpPr>
          <p:sp>
            <p:nvSpPr>
              <p:cNvPr id="29" name="Rectangle 28">
                <a:extLst>
                  <a:ext uri="{FF2B5EF4-FFF2-40B4-BE49-F238E27FC236}">
                    <a16:creationId xmlns:a16="http://schemas.microsoft.com/office/drawing/2014/main" id="{84B3B4FE-969E-3050-0C68-D27370291AE3}"/>
                  </a:ext>
                  <a:ext uri="{C183D7F6-B498-43B3-948B-1728B52AA6E4}">
                    <adec:decorative xmlns:adec="http://schemas.microsoft.com/office/drawing/2017/decorative" val="1"/>
                  </a:ext>
                </a:extLst>
              </p:cNvPr>
              <p:cNvSpPr/>
              <p:nvPr/>
            </p:nvSpPr>
            <p:spPr>
              <a:xfrm>
                <a:off x="5684378" y="4932532"/>
                <a:ext cx="1330935" cy="33855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rgbClr val="232F3E"/>
                    </a:solidFill>
                  </a:rPr>
                  <a:t>Testing</a:t>
                </a:r>
              </a:p>
            </p:txBody>
          </p:sp>
          <p:sp>
            <p:nvSpPr>
              <p:cNvPr id="30" name="Rectangle 29">
                <a:extLst>
                  <a:ext uri="{FF2B5EF4-FFF2-40B4-BE49-F238E27FC236}">
                    <a16:creationId xmlns:a16="http://schemas.microsoft.com/office/drawing/2014/main" id="{6F54608F-F7D4-F6D8-8AC7-5B47B398AEFE}"/>
                  </a:ext>
                  <a:ext uri="{C183D7F6-B498-43B3-948B-1728B52AA6E4}">
                    <adec:decorative xmlns:adec="http://schemas.microsoft.com/office/drawing/2017/decorative" val="1"/>
                  </a:ext>
                </a:extLst>
              </p:cNvPr>
              <p:cNvSpPr/>
              <p:nvPr/>
            </p:nvSpPr>
            <p:spPr>
              <a:xfrm>
                <a:off x="4359017" y="4932532"/>
                <a:ext cx="1325361" cy="338554"/>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rgbClr val="232F3E"/>
                    </a:solidFill>
                  </a:rPr>
                  <a:t>Training</a:t>
                </a:r>
              </a:p>
            </p:txBody>
          </p:sp>
          <p:sp>
            <p:nvSpPr>
              <p:cNvPr id="31" name="TextBox 30">
                <a:extLst>
                  <a:ext uri="{FF2B5EF4-FFF2-40B4-BE49-F238E27FC236}">
                    <a16:creationId xmlns:a16="http://schemas.microsoft.com/office/drawing/2014/main" id="{B693D270-5859-0575-07BB-043EAC2112A5}"/>
                  </a:ext>
                </a:extLst>
              </p:cNvPr>
              <p:cNvSpPr txBox="1"/>
              <p:nvPr/>
            </p:nvSpPr>
            <p:spPr>
              <a:xfrm>
                <a:off x="2280370" y="4932532"/>
                <a:ext cx="1930337" cy="338554"/>
              </a:xfrm>
              <a:prstGeom prst="rect">
                <a:avLst/>
              </a:prstGeom>
              <a:noFill/>
            </p:spPr>
            <p:txBody>
              <a:bodyPr wrap="none" rtlCol="0">
                <a:spAutoFit/>
              </a:bodyPr>
              <a:lstStyle/>
              <a:p>
                <a:r>
                  <a:rPr lang="en-US" sz="1600" dirty="0">
                    <a:solidFill>
                      <a:srgbClr val="232F3E"/>
                    </a:solidFill>
                    <a:ea typeface="Amazon Ember Light" panose="020B0403020204020204" pitchFamily="34" charset="0"/>
                    <a:cs typeface="Amazon Ember Light" panose="020B0403020204020204" pitchFamily="34" charset="0"/>
                  </a:rPr>
                  <a:t>Backtest window 3</a:t>
                </a:r>
              </a:p>
            </p:txBody>
          </p:sp>
        </p:grpSp>
      </p:grpSp>
    </p:spTree>
    <p:custDataLst>
      <p:tags r:id="rId1"/>
    </p:custDataLst>
    <p:extLst>
      <p:ext uri="{BB962C8B-B14F-4D97-AF65-F5344CB8AC3E}">
        <p14:creationId xmlns:p14="http://schemas.microsoft.com/office/powerpoint/2010/main" val="212144527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F54A59E-034D-4036-9DDE-F026296C9AE2}"/>
              </a:ext>
            </a:extLst>
          </p:cNvPr>
          <p:cNvSpPr>
            <a:spLocks noGrp="1"/>
          </p:cNvSpPr>
          <p:nvPr>
            <p:ph type="sldNum" idx="97"/>
          </p:nvPr>
        </p:nvSpPr>
        <p:spPr/>
        <p:txBody>
          <a:bodyPr/>
          <a:lstStyle/>
          <a:p>
            <a:fld id="{4037B1B0-0345-4E15-985A-6BECCDBE474F}" type="slidenum">
              <a:rPr lang="en-US" smtClean="0"/>
              <a:pPr/>
              <a:t>53</a:t>
            </a:fld>
            <a:endParaRPr lang="en-US" dirty="0"/>
          </a:p>
        </p:txBody>
      </p:sp>
      <p:sp>
        <p:nvSpPr>
          <p:cNvPr id="3" name="Title 2">
            <a:extLst>
              <a:ext uri="{FF2B5EF4-FFF2-40B4-BE49-F238E27FC236}">
                <a16:creationId xmlns:a16="http://schemas.microsoft.com/office/drawing/2014/main" id="{3BE02FE7-A6FA-4689-A30C-628FCBC12A88}"/>
              </a:ext>
            </a:extLst>
          </p:cNvPr>
          <p:cNvSpPr>
            <a:spLocks noGrp="1"/>
          </p:cNvSpPr>
          <p:nvPr>
            <p:ph type="title" idx="1"/>
          </p:nvPr>
        </p:nvSpPr>
        <p:spPr/>
        <p:txBody>
          <a:bodyPr/>
          <a:lstStyle/>
          <a:p>
            <a:r>
              <a:rPr lang="en-US" dirty="0"/>
              <a:t>Evaluation metrics: wQuantileLoss</a:t>
            </a:r>
          </a:p>
        </p:txBody>
      </p:sp>
      <p:sp>
        <p:nvSpPr>
          <p:cNvPr id="7" name="Content Placeholder 2">
            <a:extLst>
              <a:ext uri="{FF2B5EF4-FFF2-40B4-BE49-F238E27FC236}">
                <a16:creationId xmlns:a16="http://schemas.microsoft.com/office/drawing/2014/main" id="{A16B189D-054E-A151-5EB8-129391CAED3C}"/>
              </a:ext>
            </a:extLst>
          </p:cNvPr>
          <p:cNvSpPr txBox="1">
            <a:spLocks/>
          </p:cNvSpPr>
          <p:nvPr/>
        </p:nvSpPr>
        <p:spPr>
          <a:xfrm>
            <a:off x="267653" y="1572843"/>
            <a:ext cx="11305221" cy="464878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srgbClr val="232F3E"/>
                </a:solidFill>
                <a:effectLst/>
                <a:uLnTx/>
                <a:uFillTx/>
                <a:latin typeface="+mn-lt"/>
                <a:ea typeface="Amazon Ember Light" panose="020B0403020204020204" pitchFamily="34" charset="0"/>
                <a:cs typeface="Amazon Ember Light" panose="020B0403020204020204" pitchFamily="34" charset="0"/>
              </a:rPr>
              <a:t>Quantiles determined for 10%, 50%, and 90% quantiles</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srgbClr val="232F3E"/>
                </a:solidFill>
                <a:effectLst/>
                <a:uLnTx/>
                <a:uFillTx/>
                <a:latin typeface="+mn-lt"/>
                <a:ea typeface="Amazon Ember Light" panose="020B0403020204020204" pitchFamily="34" charset="0"/>
                <a:cs typeface="Amazon Ember Light" panose="020B0403020204020204" pitchFamily="34" charset="0"/>
              </a:rPr>
              <a:t>wQuantileLoss is the average error for each quantile in a set – </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srgbClr val="232F3E"/>
                </a:solidFill>
                <a:effectLst/>
                <a:uLnTx/>
                <a:uFillTx/>
                <a:latin typeface="+mn-lt"/>
                <a:ea typeface="Amazon Ember Light" panose="020B0403020204020204" pitchFamily="34" charset="0"/>
                <a:cs typeface="Amazon Ember Light" panose="020B0403020204020204" pitchFamily="34" charset="0"/>
              </a:rPr>
              <a:t>Works best for models with greater variability in the errors </a:t>
            </a:r>
          </a:p>
        </p:txBody>
      </p:sp>
      <p:grpSp>
        <p:nvGrpSpPr>
          <p:cNvPr id="6" name="Group 5">
            <a:extLst>
              <a:ext uri="{FF2B5EF4-FFF2-40B4-BE49-F238E27FC236}">
                <a16:creationId xmlns:a16="http://schemas.microsoft.com/office/drawing/2014/main" id="{46B29581-4B86-4097-B880-533C3718A380}"/>
              </a:ext>
            </a:extLst>
          </p:cNvPr>
          <p:cNvGrpSpPr/>
          <p:nvPr/>
        </p:nvGrpSpPr>
        <p:grpSpPr>
          <a:xfrm>
            <a:off x="1922947" y="3310560"/>
            <a:ext cx="8346106" cy="2911071"/>
            <a:chOff x="1922947" y="3310560"/>
            <a:chExt cx="8346106" cy="2911071"/>
          </a:xfrm>
        </p:grpSpPr>
        <p:grpSp>
          <p:nvGrpSpPr>
            <p:cNvPr id="8" name="Group 7" descr="Line graphs of data and forecasts from wQuantileLoss  for three quantiles.">
              <a:extLst>
                <a:ext uri="{FF2B5EF4-FFF2-40B4-BE49-F238E27FC236}">
                  <a16:creationId xmlns:a16="http://schemas.microsoft.com/office/drawing/2014/main" id="{0239D04B-C883-7CC4-5D33-4FFEB6D82CFB}"/>
                </a:ext>
              </a:extLst>
            </p:cNvPr>
            <p:cNvGrpSpPr/>
            <p:nvPr/>
          </p:nvGrpSpPr>
          <p:grpSpPr>
            <a:xfrm>
              <a:off x="1922947" y="3310560"/>
              <a:ext cx="8346106" cy="2911071"/>
              <a:chOff x="2253920" y="3248025"/>
              <a:chExt cx="8346106" cy="2911071"/>
            </a:xfrm>
          </p:grpSpPr>
          <p:grpSp>
            <p:nvGrpSpPr>
              <p:cNvPr id="9" name="Group 8">
                <a:extLst>
                  <a:ext uri="{FF2B5EF4-FFF2-40B4-BE49-F238E27FC236}">
                    <a16:creationId xmlns:a16="http://schemas.microsoft.com/office/drawing/2014/main" id="{A9F4BCBB-9495-5249-335C-BAA629C4AB33}"/>
                  </a:ext>
                </a:extLst>
              </p:cNvPr>
              <p:cNvGrpSpPr/>
              <p:nvPr/>
            </p:nvGrpSpPr>
            <p:grpSpPr>
              <a:xfrm>
                <a:off x="2253920" y="3248025"/>
                <a:ext cx="8346106" cy="2911071"/>
                <a:chOff x="2253920" y="3248025"/>
                <a:chExt cx="8346106" cy="2911071"/>
              </a:xfrm>
            </p:grpSpPr>
            <p:pic>
              <p:nvPicPr>
                <p:cNvPr id="18" name="Picture 17">
                  <a:extLst>
                    <a:ext uri="{FF2B5EF4-FFF2-40B4-BE49-F238E27FC236}">
                      <a16:creationId xmlns:a16="http://schemas.microsoft.com/office/drawing/2014/main" id="{0C4077E6-D465-A45C-E72B-E29960D96C4E}"/>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rcRect l="66" r="66"/>
                <a:stretch/>
              </p:blipFill>
              <p:spPr>
                <a:xfrm>
                  <a:off x="2253920" y="3248025"/>
                  <a:ext cx="7920990" cy="2911071"/>
                </a:xfrm>
                <a:prstGeom prst="rect">
                  <a:avLst/>
                </a:prstGeom>
              </p:spPr>
            </p:pic>
            <p:sp>
              <p:nvSpPr>
                <p:cNvPr id="19" name="TextBox 18">
                  <a:extLst>
                    <a:ext uri="{FF2B5EF4-FFF2-40B4-BE49-F238E27FC236}">
                      <a16:creationId xmlns:a16="http://schemas.microsoft.com/office/drawing/2014/main" id="{8E33C624-40CD-72F4-9FB7-9443A4E463D8}"/>
                    </a:ext>
                  </a:extLst>
                </p:cNvPr>
                <p:cNvSpPr txBox="1"/>
                <p:nvPr/>
              </p:nvSpPr>
              <p:spPr>
                <a:xfrm>
                  <a:off x="10295134" y="5057775"/>
                  <a:ext cx="304892" cy="338554"/>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ea typeface="Amazon Ember Light" panose="020B0403020204020204" pitchFamily="34" charset="0"/>
                      <a:cs typeface="Amazon Ember Light" panose="020B0403020204020204" pitchFamily="34" charset="0"/>
                    </a:rPr>
                    <a:t>0</a:t>
                  </a:r>
                </a:p>
              </p:txBody>
            </p:sp>
            <p:sp>
              <p:nvSpPr>
                <p:cNvPr id="20" name="TextBox 19">
                  <a:extLst>
                    <a:ext uri="{FF2B5EF4-FFF2-40B4-BE49-F238E27FC236}">
                      <a16:creationId xmlns:a16="http://schemas.microsoft.com/office/drawing/2014/main" id="{30677AE7-E50F-42D0-E2C7-3BD34FDE65E6}"/>
                    </a:ext>
                  </a:extLst>
                </p:cNvPr>
                <p:cNvSpPr txBox="1"/>
                <p:nvPr/>
              </p:nvSpPr>
              <p:spPr>
                <a:xfrm>
                  <a:off x="10096362" y="5660199"/>
                  <a:ext cx="503664" cy="338554"/>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ea typeface="Amazon Ember Light" panose="020B0403020204020204" pitchFamily="34" charset="0"/>
                      <a:cs typeface="Amazon Ember Light" panose="020B0403020204020204" pitchFamily="34" charset="0"/>
                    </a:rPr>
                    <a:t>-20</a:t>
                  </a:r>
                </a:p>
              </p:txBody>
            </p:sp>
            <p:sp>
              <p:nvSpPr>
                <p:cNvPr id="21" name="TextBox 20">
                  <a:extLst>
                    <a:ext uri="{FF2B5EF4-FFF2-40B4-BE49-F238E27FC236}">
                      <a16:creationId xmlns:a16="http://schemas.microsoft.com/office/drawing/2014/main" id="{FFAF49A0-12F9-12FF-65EF-4D63AAA9B733}"/>
                    </a:ext>
                  </a:extLst>
                </p:cNvPr>
                <p:cNvSpPr txBox="1"/>
                <p:nvPr/>
              </p:nvSpPr>
              <p:spPr>
                <a:xfrm>
                  <a:off x="10174910" y="4499661"/>
                  <a:ext cx="425116" cy="338554"/>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ea typeface="Amazon Ember Light" panose="020B0403020204020204" pitchFamily="34" charset="0"/>
                      <a:cs typeface="Amazon Ember Light" panose="020B0403020204020204" pitchFamily="34" charset="0"/>
                    </a:rPr>
                    <a:t>20</a:t>
                  </a:r>
                </a:p>
              </p:txBody>
            </p:sp>
            <p:sp>
              <p:nvSpPr>
                <p:cNvPr id="22" name="TextBox 21">
                  <a:extLst>
                    <a:ext uri="{FF2B5EF4-FFF2-40B4-BE49-F238E27FC236}">
                      <a16:creationId xmlns:a16="http://schemas.microsoft.com/office/drawing/2014/main" id="{3B8AF7E2-6AE1-5544-A201-4FEA46BBB721}"/>
                    </a:ext>
                  </a:extLst>
                </p:cNvPr>
                <p:cNvSpPr txBox="1"/>
                <p:nvPr/>
              </p:nvSpPr>
              <p:spPr>
                <a:xfrm>
                  <a:off x="10174910" y="3897237"/>
                  <a:ext cx="425116" cy="338554"/>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ea typeface="Amazon Ember Light" panose="020B0403020204020204" pitchFamily="34" charset="0"/>
                      <a:cs typeface="Amazon Ember Light" panose="020B0403020204020204" pitchFamily="34" charset="0"/>
                    </a:rPr>
                    <a:t>40</a:t>
                  </a:r>
                </a:p>
              </p:txBody>
            </p:sp>
            <p:sp>
              <p:nvSpPr>
                <p:cNvPr id="23" name="TextBox 22">
                  <a:extLst>
                    <a:ext uri="{FF2B5EF4-FFF2-40B4-BE49-F238E27FC236}">
                      <a16:creationId xmlns:a16="http://schemas.microsoft.com/office/drawing/2014/main" id="{3D08BA9A-4E53-98D7-ED18-E67FB1CF9ED4}"/>
                    </a:ext>
                  </a:extLst>
                </p:cNvPr>
                <p:cNvSpPr txBox="1"/>
                <p:nvPr/>
              </p:nvSpPr>
              <p:spPr>
                <a:xfrm>
                  <a:off x="10174910" y="3303361"/>
                  <a:ext cx="425116" cy="338554"/>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ea typeface="Amazon Ember Light" panose="020B0403020204020204" pitchFamily="34" charset="0"/>
                      <a:cs typeface="Amazon Ember Light" panose="020B0403020204020204" pitchFamily="34" charset="0"/>
                    </a:rPr>
                    <a:t>60</a:t>
                  </a:r>
                </a:p>
              </p:txBody>
            </p:sp>
          </p:grpSp>
          <p:sp>
            <p:nvSpPr>
              <p:cNvPr id="10" name="Oval 9">
                <a:extLst>
                  <a:ext uri="{FF2B5EF4-FFF2-40B4-BE49-F238E27FC236}">
                    <a16:creationId xmlns:a16="http://schemas.microsoft.com/office/drawing/2014/main" id="{2CA13977-FFD2-97DB-0301-7CD4DA776E90}"/>
                  </a:ext>
                  <a:ext uri="{C183D7F6-B498-43B3-948B-1728B52AA6E4}">
                    <adec:decorative xmlns:adec="http://schemas.microsoft.com/office/drawing/2017/decorative" val="1"/>
                  </a:ext>
                </a:extLst>
              </p:cNvPr>
              <p:cNvSpPr/>
              <p:nvPr/>
            </p:nvSpPr>
            <p:spPr>
              <a:xfrm>
                <a:off x="8549910" y="3520570"/>
                <a:ext cx="223654" cy="220492"/>
              </a:xfrm>
              <a:prstGeom prst="ellipse">
                <a:avLst/>
              </a:prstGeom>
              <a:solidFill>
                <a:srgbClr val="F2F2F2"/>
              </a:solidFill>
              <a:ln w="12700" cap="flat" cmpd="sng" algn="ctr">
                <a:solidFill>
                  <a:srgbClr val="232F3E">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ea typeface="+mn-ea"/>
                  <a:cs typeface="+mn-cs"/>
                </a:endParaRPr>
              </a:p>
            </p:txBody>
          </p:sp>
          <p:sp>
            <p:nvSpPr>
              <p:cNvPr id="11" name="TextBox 10">
                <a:extLst>
                  <a:ext uri="{FF2B5EF4-FFF2-40B4-BE49-F238E27FC236}">
                    <a16:creationId xmlns:a16="http://schemas.microsoft.com/office/drawing/2014/main" id="{47013902-4A7C-01C8-5836-10238A6BFB0B}"/>
                  </a:ext>
                </a:extLst>
              </p:cNvPr>
              <p:cNvSpPr txBox="1"/>
              <p:nvPr/>
            </p:nvSpPr>
            <p:spPr>
              <a:xfrm>
                <a:off x="8773564" y="3461539"/>
                <a:ext cx="966931" cy="338554"/>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ea typeface="Amazon Ember Light" panose="020B0403020204020204" pitchFamily="34" charset="0"/>
                    <a:cs typeface="Amazon Ember Light" panose="020B0403020204020204" pitchFamily="34" charset="0"/>
                  </a:rPr>
                  <a:t>Demand</a:t>
                </a:r>
              </a:p>
            </p:txBody>
          </p:sp>
          <p:sp>
            <p:nvSpPr>
              <p:cNvPr id="12" name="Oval 11">
                <a:extLst>
                  <a:ext uri="{FF2B5EF4-FFF2-40B4-BE49-F238E27FC236}">
                    <a16:creationId xmlns:a16="http://schemas.microsoft.com/office/drawing/2014/main" id="{5FB46B49-EE13-24E6-4292-21B3C5E297F4}"/>
                  </a:ext>
                  <a:ext uri="{C183D7F6-B498-43B3-948B-1728B52AA6E4}">
                    <adec:decorative xmlns:adec="http://schemas.microsoft.com/office/drawing/2017/decorative" val="1"/>
                  </a:ext>
                </a:extLst>
              </p:cNvPr>
              <p:cNvSpPr/>
              <p:nvPr/>
            </p:nvSpPr>
            <p:spPr>
              <a:xfrm>
                <a:off x="8549910" y="3842247"/>
                <a:ext cx="223654" cy="220492"/>
              </a:xfrm>
              <a:prstGeom prst="ellipse">
                <a:avLst/>
              </a:prstGeom>
              <a:solidFill>
                <a:srgbClr val="B06A48"/>
              </a:solidFill>
              <a:ln w="12700" cap="flat" cmpd="sng" algn="ctr">
                <a:solidFill>
                  <a:srgbClr val="E67934"/>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ea typeface="+mn-ea"/>
                  <a:cs typeface="+mn-cs"/>
                </a:endParaRPr>
              </a:p>
            </p:txBody>
          </p:sp>
          <p:sp>
            <p:nvSpPr>
              <p:cNvPr id="13" name="TextBox 12">
                <a:extLst>
                  <a:ext uri="{FF2B5EF4-FFF2-40B4-BE49-F238E27FC236}">
                    <a16:creationId xmlns:a16="http://schemas.microsoft.com/office/drawing/2014/main" id="{4EDA33B1-9340-9F11-2A47-BF260ECFF280}"/>
                  </a:ext>
                </a:extLst>
              </p:cNvPr>
              <p:cNvSpPr txBox="1"/>
              <p:nvPr/>
            </p:nvSpPr>
            <p:spPr>
              <a:xfrm>
                <a:off x="8773564" y="3783216"/>
                <a:ext cx="1353256" cy="338554"/>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ea typeface="Amazon Ember Light" panose="020B0403020204020204" pitchFamily="34" charset="0"/>
                    <a:cs typeface="Amazon Ember Light" panose="020B0403020204020204" pitchFamily="34" charset="0"/>
                  </a:rPr>
                  <a:t>P10 forecast</a:t>
                </a:r>
              </a:p>
            </p:txBody>
          </p:sp>
          <p:sp>
            <p:nvSpPr>
              <p:cNvPr id="14" name="Oval 13">
                <a:extLst>
                  <a:ext uri="{FF2B5EF4-FFF2-40B4-BE49-F238E27FC236}">
                    <a16:creationId xmlns:a16="http://schemas.microsoft.com/office/drawing/2014/main" id="{037E4BE7-7073-E9F5-004A-383429E80550}"/>
                  </a:ext>
                  <a:ext uri="{C183D7F6-B498-43B3-948B-1728B52AA6E4}">
                    <adec:decorative xmlns:adec="http://schemas.microsoft.com/office/drawing/2017/decorative" val="1"/>
                  </a:ext>
                </a:extLst>
              </p:cNvPr>
              <p:cNvSpPr/>
              <p:nvPr/>
            </p:nvSpPr>
            <p:spPr>
              <a:xfrm>
                <a:off x="8549910" y="4166257"/>
                <a:ext cx="223654" cy="220492"/>
              </a:xfrm>
              <a:prstGeom prst="ellipse">
                <a:avLst/>
              </a:prstGeom>
              <a:solidFill>
                <a:srgbClr val="0A6A26"/>
              </a:solidFill>
              <a:ln w="12700" cap="flat" cmpd="sng" algn="ctr">
                <a:solidFill>
                  <a:srgbClr val="00947E"/>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ea typeface="+mn-ea"/>
                  <a:cs typeface="+mn-cs"/>
                </a:endParaRPr>
              </a:p>
            </p:txBody>
          </p:sp>
          <p:sp>
            <p:nvSpPr>
              <p:cNvPr id="15" name="TextBox 14">
                <a:extLst>
                  <a:ext uri="{FF2B5EF4-FFF2-40B4-BE49-F238E27FC236}">
                    <a16:creationId xmlns:a16="http://schemas.microsoft.com/office/drawing/2014/main" id="{C359841C-ACAB-B87B-C62E-5ADA53BF8972}"/>
                  </a:ext>
                </a:extLst>
              </p:cNvPr>
              <p:cNvSpPr txBox="1"/>
              <p:nvPr/>
            </p:nvSpPr>
            <p:spPr>
              <a:xfrm>
                <a:off x="8773564" y="4107226"/>
                <a:ext cx="1353256" cy="338554"/>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ea typeface="Amazon Ember Light" panose="020B0403020204020204" pitchFamily="34" charset="0"/>
                    <a:cs typeface="Amazon Ember Light" panose="020B0403020204020204" pitchFamily="34" charset="0"/>
                  </a:rPr>
                  <a:t>P50 forecast</a:t>
                </a:r>
              </a:p>
            </p:txBody>
          </p:sp>
          <p:sp>
            <p:nvSpPr>
              <p:cNvPr id="16" name="Oval 15">
                <a:extLst>
                  <a:ext uri="{FF2B5EF4-FFF2-40B4-BE49-F238E27FC236}">
                    <a16:creationId xmlns:a16="http://schemas.microsoft.com/office/drawing/2014/main" id="{79C34E55-9734-99C8-58EA-3824FD861437}"/>
                  </a:ext>
                  <a:ext uri="{C183D7F6-B498-43B3-948B-1728B52AA6E4}">
                    <adec:decorative xmlns:adec="http://schemas.microsoft.com/office/drawing/2017/decorative" val="1"/>
                  </a:ext>
                </a:extLst>
              </p:cNvPr>
              <p:cNvSpPr/>
              <p:nvPr/>
            </p:nvSpPr>
            <p:spPr>
              <a:xfrm>
                <a:off x="8549910" y="4490055"/>
                <a:ext cx="223654" cy="220492"/>
              </a:xfrm>
              <a:prstGeom prst="ellipse">
                <a:avLst/>
              </a:prstGeom>
              <a:solidFill>
                <a:srgbClr val="846FEB"/>
              </a:solidFill>
              <a:ln w="12700" cap="flat" cmpd="sng" algn="ctr">
                <a:solidFill>
                  <a:srgbClr val="13007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ea typeface="+mn-ea"/>
                  <a:cs typeface="+mn-cs"/>
                </a:endParaRPr>
              </a:p>
            </p:txBody>
          </p:sp>
          <p:sp>
            <p:nvSpPr>
              <p:cNvPr id="17" name="TextBox 16">
                <a:extLst>
                  <a:ext uri="{FF2B5EF4-FFF2-40B4-BE49-F238E27FC236}">
                    <a16:creationId xmlns:a16="http://schemas.microsoft.com/office/drawing/2014/main" id="{D65A90DB-30CA-DB28-C904-C703147B5325}"/>
                  </a:ext>
                </a:extLst>
              </p:cNvPr>
              <p:cNvSpPr txBox="1"/>
              <p:nvPr/>
            </p:nvSpPr>
            <p:spPr>
              <a:xfrm>
                <a:off x="8773564" y="4431024"/>
                <a:ext cx="1353256" cy="338554"/>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ea typeface="Amazon Ember Light" panose="020B0403020204020204" pitchFamily="34" charset="0"/>
                    <a:cs typeface="Amazon Ember Light" panose="020B0403020204020204" pitchFamily="34" charset="0"/>
                  </a:rPr>
                  <a:t>P90 forecast</a:t>
                </a:r>
              </a:p>
            </p:txBody>
          </p:sp>
        </p:grpSp>
        <p:cxnSp>
          <p:nvCxnSpPr>
            <p:cNvPr id="5" name="Straight Connector 4">
              <a:extLst>
                <a:ext uri="{FF2B5EF4-FFF2-40B4-BE49-F238E27FC236}">
                  <a16:creationId xmlns:a16="http://schemas.microsoft.com/office/drawing/2014/main" id="{595CDC97-A3E0-47B2-A43C-17D90B130710}"/>
                </a:ext>
              </a:extLst>
            </p:cNvPr>
            <p:cNvCxnSpPr>
              <a:cxnSpLocks/>
            </p:cNvCxnSpPr>
            <p:nvPr/>
          </p:nvCxnSpPr>
          <p:spPr>
            <a:xfrm>
              <a:off x="9795847" y="3310560"/>
              <a:ext cx="0" cy="285573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A8E08E12-1595-43CA-B2B2-92E69EAA710C}"/>
                </a:ext>
              </a:extLst>
            </p:cNvPr>
            <p:cNvCxnSpPr>
              <a:cxnSpLocks/>
            </p:cNvCxnSpPr>
            <p:nvPr/>
          </p:nvCxnSpPr>
          <p:spPr>
            <a:xfrm>
              <a:off x="1922947" y="3310560"/>
              <a:ext cx="0" cy="285573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custDataLst>
      <p:tags r:id="rId1"/>
    </p:custDataLst>
    <p:extLst>
      <p:ext uri="{BB962C8B-B14F-4D97-AF65-F5344CB8AC3E}">
        <p14:creationId xmlns:p14="http://schemas.microsoft.com/office/powerpoint/2010/main" val="74218335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F54A59E-034D-4036-9DDE-F026296C9AE2}"/>
              </a:ext>
            </a:extLst>
          </p:cNvPr>
          <p:cNvSpPr>
            <a:spLocks noGrp="1"/>
          </p:cNvSpPr>
          <p:nvPr>
            <p:ph type="sldNum" idx="97"/>
          </p:nvPr>
        </p:nvSpPr>
        <p:spPr/>
        <p:txBody>
          <a:bodyPr/>
          <a:lstStyle/>
          <a:p>
            <a:fld id="{4037B1B0-0345-4E15-985A-6BECCDBE474F}" type="slidenum">
              <a:rPr lang="en-US" smtClean="0"/>
              <a:pPr/>
              <a:t>54</a:t>
            </a:fld>
            <a:endParaRPr lang="en-US" dirty="0"/>
          </a:p>
        </p:txBody>
      </p:sp>
      <p:sp>
        <p:nvSpPr>
          <p:cNvPr id="3" name="Title 2">
            <a:extLst>
              <a:ext uri="{FF2B5EF4-FFF2-40B4-BE49-F238E27FC236}">
                <a16:creationId xmlns:a16="http://schemas.microsoft.com/office/drawing/2014/main" id="{3BE02FE7-A6FA-4689-A30C-628FCBC12A88}"/>
              </a:ext>
            </a:extLst>
          </p:cNvPr>
          <p:cNvSpPr>
            <a:spLocks noGrp="1"/>
          </p:cNvSpPr>
          <p:nvPr>
            <p:ph type="title" idx="1"/>
          </p:nvPr>
        </p:nvSpPr>
        <p:spPr/>
        <p:txBody>
          <a:bodyPr/>
          <a:lstStyle/>
          <a:p>
            <a:r>
              <a:rPr lang="en-US" dirty="0"/>
              <a:t>Root mean square error (RMSE) </a:t>
            </a:r>
          </a:p>
        </p:txBody>
      </p:sp>
      <p:sp>
        <p:nvSpPr>
          <p:cNvPr id="10" name="Rectangle 9">
            <a:extLst>
              <a:ext uri="{FF2B5EF4-FFF2-40B4-BE49-F238E27FC236}">
                <a16:creationId xmlns:a16="http://schemas.microsoft.com/office/drawing/2014/main" id="{0C463550-8759-54B1-52BC-A54D62188424}"/>
              </a:ext>
              <a:ext uri="{C183D7F6-B498-43B3-948B-1728B52AA6E4}">
                <adec:decorative xmlns:adec="http://schemas.microsoft.com/office/drawing/2017/decorative" val="0"/>
              </a:ext>
            </a:extLst>
          </p:cNvPr>
          <p:cNvSpPr/>
          <p:nvPr/>
        </p:nvSpPr>
        <p:spPr>
          <a:xfrm>
            <a:off x="592327" y="1389157"/>
            <a:ext cx="4721164" cy="461665"/>
          </a:xfrm>
          <a:prstGeom prst="rect">
            <a:avLst/>
          </a:prstGeom>
        </p:spPr>
        <p:txBody>
          <a:bodyPr wrap="none">
            <a:spAutoFit/>
          </a:bodyPr>
          <a:lstStyle/>
          <a:p>
            <a:r>
              <a:rPr lang="en-US" sz="2400" dirty="0">
                <a:solidFill>
                  <a:srgbClr val="232F3E"/>
                </a:solidFill>
                <a:ea typeface="Amazon Ember" panose="02000000000000000000" pitchFamily="2" charset="0"/>
              </a:rPr>
              <a:t>RMSE</a:t>
            </a:r>
            <a:r>
              <a:rPr lang="en-US" sz="2400" dirty="0">
                <a:solidFill>
                  <a:srgbClr val="232F3E"/>
                </a:solidFill>
              </a:rPr>
              <a:t> is the square of the errors.</a:t>
            </a:r>
          </a:p>
        </p:txBody>
      </p:sp>
      <p:graphicFrame>
        <p:nvGraphicFramePr>
          <p:cNvPr id="7" name="Chart 6" descr="Line graph with actual data and forecast data.">
            <a:extLst>
              <a:ext uri="{FF2B5EF4-FFF2-40B4-BE49-F238E27FC236}">
                <a16:creationId xmlns:a16="http://schemas.microsoft.com/office/drawing/2014/main" id="{97492F79-7E8C-07CC-9DBC-E3CE96BC0F8A}"/>
              </a:ext>
            </a:extLst>
          </p:cNvPr>
          <p:cNvGraphicFramePr>
            <a:graphicFrameLocks/>
          </p:cNvGraphicFramePr>
          <p:nvPr>
            <p:extLst>
              <p:ext uri="{D42A27DB-BD31-4B8C-83A1-F6EECF244321}">
                <p14:modId xmlns:p14="http://schemas.microsoft.com/office/powerpoint/2010/main" val="2998893482"/>
              </p:ext>
            </p:extLst>
          </p:nvPr>
        </p:nvGraphicFramePr>
        <p:xfrm>
          <a:off x="703981" y="2107393"/>
          <a:ext cx="6901151" cy="4176587"/>
        </p:xfrm>
        <a:graphic>
          <a:graphicData uri="http://schemas.openxmlformats.org/drawingml/2006/chart">
            <c:chart xmlns:c="http://schemas.openxmlformats.org/drawingml/2006/chart" xmlns:r="http://schemas.openxmlformats.org/officeDocument/2006/relationships" r:id="rId4"/>
          </a:graphicData>
        </a:graphic>
      </p:graphicFrame>
      <p:sp>
        <p:nvSpPr>
          <p:cNvPr id="9" name="TextBox 8">
            <a:extLst>
              <a:ext uri="{FF2B5EF4-FFF2-40B4-BE49-F238E27FC236}">
                <a16:creationId xmlns:a16="http://schemas.microsoft.com/office/drawing/2014/main" id="{3B161319-F1E6-ECBF-A875-8F3852DB67D8}"/>
              </a:ext>
            </a:extLst>
          </p:cNvPr>
          <p:cNvSpPr txBox="1"/>
          <p:nvPr/>
        </p:nvSpPr>
        <p:spPr>
          <a:xfrm>
            <a:off x="1165498" y="2779650"/>
            <a:ext cx="1545754" cy="2062103"/>
          </a:xfrm>
          <a:prstGeom prst="rect">
            <a:avLst/>
          </a:prstGeom>
          <a:noFill/>
        </p:spPr>
        <p:txBody>
          <a:bodyPr wrap="square" rtlCol="0">
            <a:spAutoFit/>
          </a:bodyPr>
          <a:lstStyle/>
          <a:p>
            <a:pPr algn="ctr"/>
            <a:r>
              <a:rPr lang="en-US" sz="1600" dirty="0">
                <a:solidFill>
                  <a:srgbClr val="232F3E"/>
                </a:solidFill>
                <a:ea typeface="Amazon Ember" panose="02000000000000000000" pitchFamily="2" charset="0"/>
                <a:cs typeface="Amazon Ember Light" panose="020B0403020204020204" pitchFamily="34" charset="0"/>
              </a:rPr>
              <a:t>Error is the difference between the actual </a:t>
            </a:r>
          </a:p>
          <a:p>
            <a:pPr algn="ctr"/>
            <a:r>
              <a:rPr lang="en-US" sz="1600" dirty="0">
                <a:solidFill>
                  <a:srgbClr val="232F3E"/>
                </a:solidFill>
                <a:ea typeface="Amazon Ember" panose="02000000000000000000" pitchFamily="2" charset="0"/>
                <a:cs typeface="Amazon Ember Light" panose="020B0403020204020204" pitchFamily="34" charset="0"/>
              </a:rPr>
              <a:t>target value and the forecasted value</a:t>
            </a:r>
          </a:p>
        </p:txBody>
      </p:sp>
      <p:graphicFrame>
        <p:nvGraphicFramePr>
          <p:cNvPr id="8" name="Table 7" descr="Table columns show test number, actual result, prediction, deltas.">
            <a:extLst>
              <a:ext uri="{FF2B5EF4-FFF2-40B4-BE49-F238E27FC236}">
                <a16:creationId xmlns:a16="http://schemas.microsoft.com/office/drawing/2014/main" id="{AB1CC990-235A-7EE5-EFC6-C249B396B62D}"/>
              </a:ext>
            </a:extLst>
          </p:cNvPr>
          <p:cNvGraphicFramePr>
            <a:graphicFrameLocks noGrp="1"/>
          </p:cNvGraphicFramePr>
          <p:nvPr>
            <p:extLst>
              <p:ext uri="{D42A27DB-BD31-4B8C-83A1-F6EECF244321}">
                <p14:modId xmlns:p14="http://schemas.microsoft.com/office/powerpoint/2010/main" val="3258094003"/>
              </p:ext>
            </p:extLst>
          </p:nvPr>
        </p:nvGraphicFramePr>
        <p:xfrm>
          <a:off x="8023504" y="2185862"/>
          <a:ext cx="3675391" cy="1925642"/>
        </p:xfrm>
        <a:graphic>
          <a:graphicData uri="http://schemas.openxmlformats.org/drawingml/2006/table">
            <a:tbl>
              <a:tblPr firstRow="1">
                <a:tableStyleId>{9D7B26C5-4107-4FEC-AEDC-1716B250A1EF}</a:tableStyleId>
              </a:tblPr>
              <a:tblGrid>
                <a:gridCol w="741726">
                  <a:extLst>
                    <a:ext uri="{9D8B030D-6E8A-4147-A177-3AD203B41FA5}">
                      <a16:colId xmlns:a16="http://schemas.microsoft.com/office/drawing/2014/main" val="1765425942"/>
                    </a:ext>
                  </a:extLst>
                </a:gridCol>
                <a:gridCol w="902176">
                  <a:extLst>
                    <a:ext uri="{9D8B030D-6E8A-4147-A177-3AD203B41FA5}">
                      <a16:colId xmlns:a16="http://schemas.microsoft.com/office/drawing/2014/main" val="2385895246"/>
                    </a:ext>
                  </a:extLst>
                </a:gridCol>
                <a:gridCol w="1025150">
                  <a:extLst>
                    <a:ext uri="{9D8B030D-6E8A-4147-A177-3AD203B41FA5}">
                      <a16:colId xmlns:a16="http://schemas.microsoft.com/office/drawing/2014/main" val="4257459727"/>
                    </a:ext>
                  </a:extLst>
                </a:gridCol>
                <a:gridCol w="1006339">
                  <a:extLst>
                    <a:ext uri="{9D8B030D-6E8A-4147-A177-3AD203B41FA5}">
                      <a16:colId xmlns:a16="http://schemas.microsoft.com/office/drawing/2014/main" val="3237998490"/>
                    </a:ext>
                  </a:extLst>
                </a:gridCol>
              </a:tblGrid>
              <a:tr h="414977">
                <a:tc>
                  <a:txBody>
                    <a:bodyPr/>
                    <a:lstStyle/>
                    <a:p>
                      <a:pPr algn="ctr" fontAlgn="b"/>
                      <a:r>
                        <a:rPr lang="en-US" sz="1600" u="none" strike="noStrike" dirty="0">
                          <a:solidFill>
                            <a:srgbClr val="232F3E"/>
                          </a:solidFill>
                          <a:effectLst/>
                          <a:latin typeface="+mn-lt"/>
                        </a:rPr>
                        <a:t>Test </a:t>
                      </a:r>
                      <a:endParaRPr lang="en-US" sz="1600" b="1" i="0" u="none" strike="noStrike" dirty="0">
                        <a:solidFill>
                          <a:srgbClr val="232F3E"/>
                        </a:solidFill>
                        <a:effectLst/>
                        <a:latin typeface="+mn-lt"/>
                      </a:endParaRPr>
                    </a:p>
                  </a:txBody>
                  <a:tcPr marL="9525" marR="9525" marT="9525" marB="0" anchor="b"/>
                </a:tc>
                <a:tc>
                  <a:txBody>
                    <a:bodyPr/>
                    <a:lstStyle/>
                    <a:p>
                      <a:pPr algn="ctr" fontAlgn="b"/>
                      <a:r>
                        <a:rPr lang="en-US" sz="1600" u="none" strike="noStrike" dirty="0">
                          <a:solidFill>
                            <a:srgbClr val="232F3E"/>
                          </a:solidFill>
                          <a:effectLst/>
                          <a:latin typeface="+mn-lt"/>
                        </a:rPr>
                        <a:t>Actual result</a:t>
                      </a:r>
                      <a:endParaRPr lang="en-US" sz="1600" b="1" i="0" u="none" strike="noStrike" dirty="0">
                        <a:solidFill>
                          <a:srgbClr val="232F3E"/>
                        </a:solidFill>
                        <a:effectLst/>
                        <a:latin typeface="+mn-lt"/>
                      </a:endParaRPr>
                    </a:p>
                  </a:txBody>
                  <a:tcPr marL="9525" marR="9525" marT="9525" marB="0" anchor="b"/>
                </a:tc>
                <a:tc>
                  <a:txBody>
                    <a:bodyPr/>
                    <a:lstStyle/>
                    <a:p>
                      <a:pPr algn="ctr" fontAlgn="b"/>
                      <a:r>
                        <a:rPr lang="en-US" sz="1600" u="none" strike="noStrike" dirty="0">
                          <a:solidFill>
                            <a:srgbClr val="232F3E"/>
                          </a:solidFill>
                          <a:effectLst/>
                          <a:latin typeface="+mn-lt"/>
                        </a:rPr>
                        <a:t>Prediction</a:t>
                      </a:r>
                      <a:endParaRPr lang="en-US" sz="1600" b="1" i="0" u="none" strike="noStrike" dirty="0">
                        <a:solidFill>
                          <a:srgbClr val="232F3E"/>
                        </a:solidFill>
                        <a:effectLst/>
                        <a:latin typeface="+mn-lt"/>
                      </a:endParaRPr>
                    </a:p>
                  </a:txBody>
                  <a:tcPr marL="9525" marR="9525" marT="9525" marB="0" anchor="b"/>
                </a:tc>
                <a:tc>
                  <a:txBody>
                    <a:bodyPr/>
                    <a:lstStyle/>
                    <a:p>
                      <a:pPr algn="ctr" fontAlgn="b"/>
                      <a:r>
                        <a:rPr lang="en-US" sz="1600" u="none" strike="noStrike" dirty="0">
                          <a:solidFill>
                            <a:srgbClr val="232F3E"/>
                          </a:solidFill>
                          <a:effectLst/>
                          <a:latin typeface="+mn-lt"/>
                        </a:rPr>
                        <a:t>Deltas</a:t>
                      </a:r>
                      <a:endParaRPr lang="en-US" sz="1600" b="1" i="0" u="none" strike="noStrike" dirty="0">
                        <a:solidFill>
                          <a:srgbClr val="232F3E"/>
                        </a:solidFill>
                        <a:effectLst/>
                        <a:latin typeface="+mn-lt"/>
                      </a:endParaRPr>
                    </a:p>
                  </a:txBody>
                  <a:tcPr marL="9525" marR="9525" marT="9525" marB="0" anchor="b"/>
                </a:tc>
                <a:extLst>
                  <a:ext uri="{0D108BD9-81ED-4DB2-BD59-A6C34878D82A}">
                    <a16:rowId xmlns:a16="http://schemas.microsoft.com/office/drawing/2014/main" val="2630192890"/>
                  </a:ext>
                </a:extLst>
              </a:tr>
              <a:tr h="245037">
                <a:tc>
                  <a:txBody>
                    <a:bodyPr/>
                    <a:lstStyle/>
                    <a:p>
                      <a:pPr algn="ctr" fontAlgn="b"/>
                      <a:r>
                        <a:rPr lang="en-US" sz="1600" u="none" strike="noStrike" dirty="0">
                          <a:solidFill>
                            <a:srgbClr val="232F3E"/>
                          </a:solidFill>
                          <a:effectLst/>
                          <a:latin typeface="+mn-lt"/>
                        </a:rPr>
                        <a:t>1</a:t>
                      </a:r>
                      <a:endParaRPr lang="en-US" sz="1600" b="0" i="0" u="none" strike="noStrike" dirty="0">
                        <a:solidFill>
                          <a:srgbClr val="232F3E"/>
                        </a:solidFill>
                        <a:effectLst/>
                        <a:latin typeface="+mn-lt"/>
                      </a:endParaRPr>
                    </a:p>
                  </a:txBody>
                  <a:tcPr marL="9525" marR="9525" marT="9525" marB="0" anchor="b"/>
                </a:tc>
                <a:tc>
                  <a:txBody>
                    <a:bodyPr/>
                    <a:lstStyle/>
                    <a:p>
                      <a:pPr algn="ctr" fontAlgn="b"/>
                      <a:r>
                        <a:rPr lang="en-US" sz="1600" u="none" strike="noStrike" dirty="0">
                          <a:solidFill>
                            <a:srgbClr val="232F3E"/>
                          </a:solidFill>
                          <a:effectLst/>
                          <a:latin typeface="+mn-lt"/>
                        </a:rPr>
                        <a:t>2</a:t>
                      </a:r>
                      <a:endParaRPr lang="en-US" sz="1600" b="0" i="0" u="none" strike="noStrike" dirty="0">
                        <a:solidFill>
                          <a:srgbClr val="232F3E"/>
                        </a:solidFill>
                        <a:effectLst/>
                        <a:latin typeface="+mn-lt"/>
                      </a:endParaRPr>
                    </a:p>
                  </a:txBody>
                  <a:tcPr marL="9525" marR="9525" marT="9525" marB="0" anchor="b"/>
                </a:tc>
                <a:tc>
                  <a:txBody>
                    <a:bodyPr/>
                    <a:lstStyle/>
                    <a:p>
                      <a:pPr algn="ctr" fontAlgn="b"/>
                      <a:r>
                        <a:rPr lang="en-US" sz="1600" u="none" strike="noStrike" dirty="0">
                          <a:solidFill>
                            <a:srgbClr val="232F3E"/>
                          </a:solidFill>
                          <a:effectLst/>
                          <a:latin typeface="+mn-lt"/>
                        </a:rPr>
                        <a:t>4</a:t>
                      </a:r>
                      <a:endParaRPr lang="en-US" sz="1600" b="0" i="0" u="none" strike="noStrike" dirty="0">
                        <a:solidFill>
                          <a:srgbClr val="232F3E"/>
                        </a:solidFill>
                        <a:effectLst/>
                        <a:latin typeface="+mn-lt"/>
                      </a:endParaRPr>
                    </a:p>
                  </a:txBody>
                  <a:tcPr marL="9525" marR="9525" marT="9525" marB="0" anchor="b"/>
                </a:tc>
                <a:tc>
                  <a:txBody>
                    <a:bodyPr/>
                    <a:lstStyle/>
                    <a:p>
                      <a:pPr algn="ctr" fontAlgn="b"/>
                      <a:r>
                        <a:rPr lang="en-US" sz="1600" u="none" strike="noStrike" dirty="0">
                          <a:solidFill>
                            <a:srgbClr val="232F3E"/>
                          </a:solidFill>
                          <a:effectLst/>
                          <a:latin typeface="+mn-lt"/>
                        </a:rPr>
                        <a:t>2</a:t>
                      </a:r>
                      <a:endParaRPr lang="en-US" sz="1600" b="0" i="0" u="none" strike="noStrike" dirty="0">
                        <a:solidFill>
                          <a:srgbClr val="232F3E"/>
                        </a:solidFill>
                        <a:effectLst/>
                        <a:latin typeface="+mn-lt"/>
                      </a:endParaRPr>
                    </a:p>
                  </a:txBody>
                  <a:tcPr marL="9525" marR="9525" marT="9525" marB="0" anchor="b"/>
                </a:tc>
                <a:extLst>
                  <a:ext uri="{0D108BD9-81ED-4DB2-BD59-A6C34878D82A}">
                    <a16:rowId xmlns:a16="http://schemas.microsoft.com/office/drawing/2014/main" val="3136835116"/>
                  </a:ext>
                </a:extLst>
              </a:tr>
              <a:tr h="245037">
                <a:tc>
                  <a:txBody>
                    <a:bodyPr/>
                    <a:lstStyle/>
                    <a:p>
                      <a:pPr algn="ctr" fontAlgn="b"/>
                      <a:r>
                        <a:rPr lang="en-US" sz="1600" u="none" strike="noStrike" dirty="0">
                          <a:solidFill>
                            <a:srgbClr val="232F3E"/>
                          </a:solidFill>
                          <a:effectLst/>
                          <a:latin typeface="+mn-lt"/>
                        </a:rPr>
                        <a:t>2</a:t>
                      </a:r>
                      <a:endParaRPr lang="en-US" sz="1600" b="0" i="0" u="none" strike="noStrike" dirty="0">
                        <a:solidFill>
                          <a:srgbClr val="232F3E"/>
                        </a:solidFill>
                        <a:effectLst/>
                        <a:latin typeface="+mn-lt"/>
                      </a:endParaRPr>
                    </a:p>
                  </a:txBody>
                  <a:tcPr marL="9525" marR="9525" marT="9525" marB="0" anchor="b"/>
                </a:tc>
                <a:tc>
                  <a:txBody>
                    <a:bodyPr/>
                    <a:lstStyle/>
                    <a:p>
                      <a:pPr algn="ctr" fontAlgn="b"/>
                      <a:r>
                        <a:rPr lang="en-US" sz="1600" u="none" strike="noStrike" dirty="0">
                          <a:solidFill>
                            <a:srgbClr val="232F3E"/>
                          </a:solidFill>
                          <a:effectLst/>
                          <a:latin typeface="+mn-lt"/>
                        </a:rPr>
                        <a:t>4</a:t>
                      </a:r>
                      <a:endParaRPr lang="en-US" sz="1600" b="0" i="0" u="none" strike="noStrike" dirty="0">
                        <a:solidFill>
                          <a:srgbClr val="232F3E"/>
                        </a:solidFill>
                        <a:effectLst/>
                        <a:latin typeface="+mn-lt"/>
                      </a:endParaRPr>
                    </a:p>
                  </a:txBody>
                  <a:tcPr marL="9525" marR="9525" marT="9525" marB="0" anchor="b"/>
                </a:tc>
                <a:tc>
                  <a:txBody>
                    <a:bodyPr/>
                    <a:lstStyle/>
                    <a:p>
                      <a:pPr algn="ctr" fontAlgn="b"/>
                      <a:r>
                        <a:rPr lang="en-US" sz="1600" u="none" strike="noStrike" dirty="0">
                          <a:solidFill>
                            <a:srgbClr val="232F3E"/>
                          </a:solidFill>
                          <a:effectLst/>
                          <a:latin typeface="+mn-lt"/>
                        </a:rPr>
                        <a:t>8</a:t>
                      </a:r>
                      <a:endParaRPr lang="en-US" sz="1600" b="0" i="0" u="none" strike="noStrike" dirty="0">
                        <a:solidFill>
                          <a:srgbClr val="232F3E"/>
                        </a:solidFill>
                        <a:effectLst/>
                        <a:latin typeface="+mn-lt"/>
                      </a:endParaRPr>
                    </a:p>
                  </a:txBody>
                  <a:tcPr marL="9525" marR="9525" marT="9525" marB="0" anchor="b"/>
                </a:tc>
                <a:tc>
                  <a:txBody>
                    <a:bodyPr/>
                    <a:lstStyle/>
                    <a:p>
                      <a:pPr algn="ctr" fontAlgn="b"/>
                      <a:r>
                        <a:rPr lang="en-US" sz="1600" u="none" strike="noStrike" dirty="0">
                          <a:solidFill>
                            <a:srgbClr val="232F3E"/>
                          </a:solidFill>
                          <a:effectLst/>
                          <a:latin typeface="+mn-lt"/>
                        </a:rPr>
                        <a:t>4</a:t>
                      </a:r>
                      <a:endParaRPr lang="en-US" sz="1600" b="0" i="0" u="none" strike="noStrike" dirty="0">
                        <a:solidFill>
                          <a:srgbClr val="232F3E"/>
                        </a:solidFill>
                        <a:effectLst/>
                        <a:latin typeface="+mn-lt"/>
                      </a:endParaRPr>
                    </a:p>
                  </a:txBody>
                  <a:tcPr marL="9525" marR="9525" marT="9525" marB="0" anchor="b"/>
                </a:tc>
                <a:extLst>
                  <a:ext uri="{0D108BD9-81ED-4DB2-BD59-A6C34878D82A}">
                    <a16:rowId xmlns:a16="http://schemas.microsoft.com/office/drawing/2014/main" val="1766894314"/>
                  </a:ext>
                </a:extLst>
              </a:tr>
              <a:tr h="245037">
                <a:tc>
                  <a:txBody>
                    <a:bodyPr/>
                    <a:lstStyle/>
                    <a:p>
                      <a:pPr algn="ctr" fontAlgn="b"/>
                      <a:r>
                        <a:rPr lang="en-US" sz="1600" u="none" strike="noStrike" dirty="0">
                          <a:solidFill>
                            <a:srgbClr val="232F3E"/>
                          </a:solidFill>
                          <a:effectLst/>
                          <a:latin typeface="+mn-lt"/>
                        </a:rPr>
                        <a:t>3</a:t>
                      </a:r>
                      <a:endParaRPr lang="en-US" sz="1600" b="0" i="0" u="none" strike="noStrike" dirty="0">
                        <a:solidFill>
                          <a:srgbClr val="232F3E"/>
                        </a:solidFill>
                        <a:effectLst/>
                        <a:latin typeface="+mn-lt"/>
                      </a:endParaRPr>
                    </a:p>
                  </a:txBody>
                  <a:tcPr marL="9525" marR="9525" marT="9525" marB="0" anchor="b"/>
                </a:tc>
                <a:tc>
                  <a:txBody>
                    <a:bodyPr/>
                    <a:lstStyle/>
                    <a:p>
                      <a:pPr algn="ctr" fontAlgn="b"/>
                      <a:r>
                        <a:rPr lang="en-US" sz="1600" u="none" strike="noStrike" dirty="0">
                          <a:solidFill>
                            <a:srgbClr val="232F3E"/>
                          </a:solidFill>
                          <a:effectLst/>
                          <a:latin typeface="+mn-lt"/>
                        </a:rPr>
                        <a:t>8</a:t>
                      </a:r>
                      <a:endParaRPr lang="en-US" sz="1600" b="0" i="0" u="none" strike="noStrike" dirty="0">
                        <a:solidFill>
                          <a:srgbClr val="232F3E"/>
                        </a:solidFill>
                        <a:effectLst/>
                        <a:latin typeface="+mn-lt"/>
                      </a:endParaRPr>
                    </a:p>
                  </a:txBody>
                  <a:tcPr marL="9525" marR="9525" marT="9525" marB="0" anchor="b"/>
                </a:tc>
                <a:tc>
                  <a:txBody>
                    <a:bodyPr/>
                    <a:lstStyle/>
                    <a:p>
                      <a:pPr algn="ctr" fontAlgn="b"/>
                      <a:r>
                        <a:rPr lang="en-US" sz="1600" u="none" strike="noStrike" dirty="0">
                          <a:solidFill>
                            <a:srgbClr val="232F3E"/>
                          </a:solidFill>
                          <a:effectLst/>
                          <a:latin typeface="+mn-lt"/>
                        </a:rPr>
                        <a:t>12</a:t>
                      </a:r>
                      <a:endParaRPr lang="en-US" sz="1600" b="0" i="0" u="none" strike="noStrike" dirty="0">
                        <a:solidFill>
                          <a:srgbClr val="232F3E"/>
                        </a:solidFill>
                        <a:effectLst/>
                        <a:latin typeface="+mn-lt"/>
                      </a:endParaRPr>
                    </a:p>
                  </a:txBody>
                  <a:tcPr marL="9525" marR="9525" marT="9525" marB="0" anchor="b"/>
                </a:tc>
                <a:tc>
                  <a:txBody>
                    <a:bodyPr/>
                    <a:lstStyle/>
                    <a:p>
                      <a:pPr algn="ctr" fontAlgn="b"/>
                      <a:r>
                        <a:rPr lang="en-US" sz="1600" u="none" strike="noStrike" dirty="0">
                          <a:solidFill>
                            <a:srgbClr val="232F3E"/>
                          </a:solidFill>
                          <a:effectLst/>
                          <a:latin typeface="+mn-lt"/>
                        </a:rPr>
                        <a:t>4</a:t>
                      </a:r>
                      <a:endParaRPr lang="en-US" sz="1600" b="0" i="0" u="none" strike="noStrike" dirty="0">
                        <a:solidFill>
                          <a:srgbClr val="232F3E"/>
                        </a:solidFill>
                        <a:effectLst/>
                        <a:latin typeface="+mn-lt"/>
                      </a:endParaRPr>
                    </a:p>
                  </a:txBody>
                  <a:tcPr marL="9525" marR="9525" marT="9525" marB="0" anchor="b"/>
                </a:tc>
                <a:extLst>
                  <a:ext uri="{0D108BD9-81ED-4DB2-BD59-A6C34878D82A}">
                    <a16:rowId xmlns:a16="http://schemas.microsoft.com/office/drawing/2014/main" val="1529828304"/>
                  </a:ext>
                </a:extLst>
              </a:tr>
              <a:tr h="245037">
                <a:tc>
                  <a:txBody>
                    <a:bodyPr/>
                    <a:lstStyle/>
                    <a:p>
                      <a:pPr algn="ctr" fontAlgn="b"/>
                      <a:r>
                        <a:rPr lang="en-US" sz="1600" u="none" strike="noStrike" dirty="0">
                          <a:solidFill>
                            <a:srgbClr val="232F3E"/>
                          </a:solidFill>
                          <a:effectLst/>
                          <a:latin typeface="+mn-lt"/>
                        </a:rPr>
                        <a:t>4</a:t>
                      </a:r>
                      <a:endParaRPr lang="en-US" sz="1600" b="0" i="0" u="none" strike="noStrike" dirty="0">
                        <a:solidFill>
                          <a:srgbClr val="232F3E"/>
                        </a:solidFill>
                        <a:effectLst/>
                        <a:latin typeface="+mn-lt"/>
                      </a:endParaRPr>
                    </a:p>
                  </a:txBody>
                  <a:tcPr marL="9525" marR="9525" marT="9525" marB="0" anchor="b"/>
                </a:tc>
                <a:tc>
                  <a:txBody>
                    <a:bodyPr/>
                    <a:lstStyle/>
                    <a:p>
                      <a:pPr algn="ctr" fontAlgn="b"/>
                      <a:r>
                        <a:rPr lang="en-US" sz="1600" u="none" strike="noStrike" dirty="0">
                          <a:solidFill>
                            <a:srgbClr val="232F3E"/>
                          </a:solidFill>
                          <a:effectLst/>
                          <a:latin typeface="+mn-lt"/>
                        </a:rPr>
                        <a:t>16</a:t>
                      </a:r>
                      <a:endParaRPr lang="en-US" sz="1600" b="0" i="0" u="none" strike="noStrike" dirty="0">
                        <a:solidFill>
                          <a:srgbClr val="232F3E"/>
                        </a:solidFill>
                        <a:effectLst/>
                        <a:latin typeface="+mn-lt"/>
                      </a:endParaRPr>
                    </a:p>
                  </a:txBody>
                  <a:tcPr marL="9525" marR="9525" marT="9525" marB="0" anchor="b"/>
                </a:tc>
                <a:tc>
                  <a:txBody>
                    <a:bodyPr/>
                    <a:lstStyle/>
                    <a:p>
                      <a:pPr algn="ctr" fontAlgn="b"/>
                      <a:r>
                        <a:rPr lang="en-US" sz="1600" u="none" strike="noStrike" dirty="0">
                          <a:solidFill>
                            <a:srgbClr val="232F3E"/>
                          </a:solidFill>
                          <a:effectLst/>
                          <a:latin typeface="+mn-lt"/>
                        </a:rPr>
                        <a:t>28</a:t>
                      </a:r>
                      <a:endParaRPr lang="en-US" sz="1600" b="0" i="0" u="none" strike="noStrike" dirty="0">
                        <a:solidFill>
                          <a:srgbClr val="232F3E"/>
                        </a:solidFill>
                        <a:effectLst/>
                        <a:latin typeface="+mn-lt"/>
                      </a:endParaRPr>
                    </a:p>
                  </a:txBody>
                  <a:tcPr marL="9525" marR="9525" marT="9525" marB="0" anchor="b"/>
                </a:tc>
                <a:tc>
                  <a:txBody>
                    <a:bodyPr/>
                    <a:lstStyle/>
                    <a:p>
                      <a:pPr algn="ctr" fontAlgn="b"/>
                      <a:r>
                        <a:rPr lang="en-US" sz="1600" u="none" strike="noStrike" dirty="0">
                          <a:solidFill>
                            <a:srgbClr val="232F3E"/>
                          </a:solidFill>
                          <a:effectLst/>
                          <a:latin typeface="+mn-lt"/>
                        </a:rPr>
                        <a:t>12</a:t>
                      </a:r>
                      <a:endParaRPr lang="en-US" sz="1600" b="0" i="0" u="none" strike="noStrike" dirty="0">
                        <a:solidFill>
                          <a:srgbClr val="232F3E"/>
                        </a:solidFill>
                        <a:effectLst/>
                        <a:latin typeface="+mn-lt"/>
                      </a:endParaRPr>
                    </a:p>
                  </a:txBody>
                  <a:tcPr marL="9525" marR="9525" marT="9525" marB="0" anchor="b"/>
                </a:tc>
                <a:extLst>
                  <a:ext uri="{0D108BD9-81ED-4DB2-BD59-A6C34878D82A}">
                    <a16:rowId xmlns:a16="http://schemas.microsoft.com/office/drawing/2014/main" val="2453009412"/>
                  </a:ext>
                </a:extLst>
              </a:tr>
              <a:tr h="414977">
                <a:tc>
                  <a:txBody>
                    <a:bodyPr/>
                    <a:lstStyle/>
                    <a:p>
                      <a:pPr algn="l" fontAlgn="b"/>
                      <a:endParaRPr lang="en-US" sz="1600" b="0" i="0" u="none" strike="noStrike" dirty="0">
                        <a:solidFill>
                          <a:srgbClr val="232F3E"/>
                        </a:solidFill>
                        <a:effectLst/>
                        <a:latin typeface="+mn-lt"/>
                      </a:endParaRPr>
                    </a:p>
                  </a:txBody>
                  <a:tcPr marL="9525" marR="9525" marT="9525" marB="0" anchor="b"/>
                </a:tc>
                <a:tc>
                  <a:txBody>
                    <a:bodyPr/>
                    <a:lstStyle/>
                    <a:p>
                      <a:pPr algn="l" fontAlgn="b"/>
                      <a:endParaRPr lang="en-US" sz="1600" b="0" i="0" u="none" strike="noStrike" dirty="0">
                        <a:solidFill>
                          <a:srgbClr val="232F3E"/>
                        </a:solidFill>
                        <a:effectLst/>
                        <a:latin typeface="+mn-lt"/>
                      </a:endParaRPr>
                    </a:p>
                  </a:txBody>
                  <a:tcPr marL="9525" marR="9525" marT="9525" marB="0" anchor="b"/>
                </a:tc>
                <a:tc>
                  <a:txBody>
                    <a:bodyPr/>
                    <a:lstStyle/>
                    <a:p>
                      <a:pPr algn="r" fontAlgn="b"/>
                      <a:r>
                        <a:rPr lang="en-US" sz="1600" u="none" strike="noStrike" dirty="0">
                          <a:solidFill>
                            <a:srgbClr val="232F3E"/>
                          </a:solidFill>
                          <a:effectLst/>
                          <a:latin typeface="+mn-lt"/>
                        </a:rPr>
                        <a:t>RMSE</a:t>
                      </a:r>
                      <a:endParaRPr lang="en-US" sz="1600" b="1" i="0" u="none" strike="noStrike" dirty="0">
                        <a:solidFill>
                          <a:srgbClr val="232F3E"/>
                        </a:solidFill>
                        <a:effectLst/>
                        <a:latin typeface="+mn-lt"/>
                      </a:endParaRPr>
                    </a:p>
                  </a:txBody>
                  <a:tcPr marL="9525" marR="9525" marT="9525" marB="0" anchor="b"/>
                </a:tc>
                <a:tc>
                  <a:txBody>
                    <a:bodyPr/>
                    <a:lstStyle/>
                    <a:p>
                      <a:pPr algn="r" fontAlgn="b"/>
                      <a:r>
                        <a:rPr lang="en-US" sz="1600" u="none" strike="noStrike" dirty="0">
                          <a:solidFill>
                            <a:srgbClr val="232F3E"/>
                          </a:solidFill>
                          <a:effectLst/>
                          <a:latin typeface="+mn-lt"/>
                        </a:rPr>
                        <a:t>6.708204</a:t>
                      </a:r>
                      <a:endParaRPr lang="en-US" sz="1600" b="0" i="0" u="none" strike="noStrike" dirty="0">
                        <a:solidFill>
                          <a:srgbClr val="232F3E"/>
                        </a:solidFill>
                        <a:effectLst/>
                        <a:latin typeface="+mn-lt"/>
                      </a:endParaRPr>
                    </a:p>
                  </a:txBody>
                  <a:tcPr marL="9525" marR="9525" marT="9525" marB="0" anchor="b"/>
                </a:tc>
                <a:extLst>
                  <a:ext uri="{0D108BD9-81ED-4DB2-BD59-A6C34878D82A}">
                    <a16:rowId xmlns:a16="http://schemas.microsoft.com/office/drawing/2014/main" val="3001682456"/>
                  </a:ext>
                </a:extLst>
              </a:tr>
            </a:tbl>
          </a:graphicData>
        </a:graphic>
      </p:graphicFrame>
      <p:grpSp>
        <p:nvGrpSpPr>
          <p:cNvPr id="4" name="Root Mean Square Error Group" descr="Root mean square error works best for a model where most errors are of similar size.">
            <a:extLst>
              <a:ext uri="{FF2B5EF4-FFF2-40B4-BE49-F238E27FC236}">
                <a16:creationId xmlns:a16="http://schemas.microsoft.com/office/drawing/2014/main" id="{0A12C34F-951F-35EB-7ACF-F1A90E65994F}"/>
              </a:ext>
            </a:extLst>
          </p:cNvPr>
          <p:cNvGrpSpPr/>
          <p:nvPr/>
        </p:nvGrpSpPr>
        <p:grpSpPr>
          <a:xfrm>
            <a:off x="9862092" y="2319867"/>
            <a:ext cx="1957989" cy="3785096"/>
            <a:chOff x="9862092" y="2319867"/>
            <a:chExt cx="1957989" cy="3785096"/>
          </a:xfrm>
        </p:grpSpPr>
        <p:sp>
          <p:nvSpPr>
            <p:cNvPr id="11" name="Rectangle 10">
              <a:extLst>
                <a:ext uri="{FF2B5EF4-FFF2-40B4-BE49-F238E27FC236}">
                  <a16:creationId xmlns:a16="http://schemas.microsoft.com/office/drawing/2014/main" id="{5CEE72E4-0A2F-77EB-A1EA-973093E0A8C0}"/>
                </a:ext>
                <a:ext uri="{C183D7F6-B498-43B3-948B-1728B52AA6E4}">
                  <adec:decorative xmlns:adec="http://schemas.microsoft.com/office/drawing/2017/decorative" val="1"/>
                </a:ext>
              </a:extLst>
            </p:cNvPr>
            <p:cNvSpPr/>
            <p:nvPr/>
          </p:nvSpPr>
          <p:spPr>
            <a:xfrm>
              <a:off x="10772506" y="2319867"/>
              <a:ext cx="1047575" cy="1974592"/>
            </a:xfrm>
            <a:prstGeom prst="rect">
              <a:avLst/>
            </a:prstGeom>
            <a:noFill/>
            <a:ln w="12700">
              <a:solidFill>
                <a:schemeClr val="accent5"/>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algn="ctr"/>
              <a:endParaRPr lang="en-US" sz="1200" dirty="0">
                <a:solidFill>
                  <a:srgbClr val="232F3E"/>
                </a:solidFill>
              </a:endParaRPr>
            </a:p>
            <a:p>
              <a:pPr algn="ctr"/>
              <a:endParaRPr lang="en-US" sz="1200" dirty="0">
                <a:solidFill>
                  <a:srgbClr val="232F3E"/>
                </a:solidFill>
              </a:endParaRPr>
            </a:p>
          </p:txBody>
        </p:sp>
        <p:sp>
          <p:nvSpPr>
            <p:cNvPr id="12" name="Left Brace 11">
              <a:extLst>
                <a:ext uri="{FF2B5EF4-FFF2-40B4-BE49-F238E27FC236}">
                  <a16:creationId xmlns:a16="http://schemas.microsoft.com/office/drawing/2014/main" id="{7AC3BD83-797B-749D-2974-B8E60CC221D8}"/>
                </a:ext>
                <a:ext uri="{C183D7F6-B498-43B3-948B-1728B52AA6E4}">
                  <adec:decorative xmlns:adec="http://schemas.microsoft.com/office/drawing/2017/decorative" val="1"/>
                </a:ext>
              </a:extLst>
            </p:cNvPr>
            <p:cNvSpPr/>
            <p:nvPr/>
          </p:nvSpPr>
          <p:spPr>
            <a:xfrm rot="5400000">
              <a:off x="10776127" y="4427852"/>
              <a:ext cx="655983" cy="526062"/>
            </a:xfrm>
            <a:prstGeom prst="leftBrace">
              <a:avLst/>
            </a:prstGeom>
            <a:ln w="28575">
              <a:solidFill>
                <a:schemeClr val="accent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b="1" dirty="0">
                <a:solidFill>
                  <a:srgbClr val="232F3E"/>
                </a:solidFill>
              </a:endParaRPr>
            </a:p>
          </p:txBody>
        </p:sp>
        <p:sp>
          <p:nvSpPr>
            <p:cNvPr id="13" name="TextBox 12">
              <a:extLst>
                <a:ext uri="{FF2B5EF4-FFF2-40B4-BE49-F238E27FC236}">
                  <a16:creationId xmlns:a16="http://schemas.microsoft.com/office/drawing/2014/main" id="{A74A520A-3059-1B2B-3FFD-8D153BE30B76}"/>
                </a:ext>
              </a:extLst>
            </p:cNvPr>
            <p:cNvSpPr txBox="1"/>
            <p:nvPr/>
          </p:nvSpPr>
          <p:spPr>
            <a:xfrm>
              <a:off x="9862092" y="5027745"/>
              <a:ext cx="1957989" cy="1077218"/>
            </a:xfrm>
            <a:prstGeom prst="rect">
              <a:avLst/>
            </a:prstGeom>
            <a:noFill/>
          </p:spPr>
          <p:txBody>
            <a:bodyPr wrap="square" rtlCol="0">
              <a:spAutoFit/>
            </a:bodyPr>
            <a:lstStyle/>
            <a:p>
              <a:pPr algn="r"/>
              <a:r>
                <a:rPr lang="en-US" sz="1600" dirty="0">
                  <a:solidFill>
                    <a:srgbClr val="232F3E"/>
                  </a:solidFill>
                  <a:ea typeface="Amazon Ember" panose="02000000000000000000" pitchFamily="2" charset="0"/>
                  <a:cs typeface="Amazon Ember Light" panose="020B0403020204020204" pitchFamily="34" charset="0"/>
                </a:rPr>
                <a:t>Works best for a model where most errors are of similar size </a:t>
              </a:r>
            </a:p>
          </p:txBody>
        </p:sp>
      </p:grpSp>
      <p:cxnSp>
        <p:nvCxnSpPr>
          <p:cNvPr id="14" name="Straight Connector 13">
            <a:extLst>
              <a:ext uri="{FF2B5EF4-FFF2-40B4-BE49-F238E27FC236}">
                <a16:creationId xmlns:a16="http://schemas.microsoft.com/office/drawing/2014/main" id="{129B15EE-D30D-BE47-F7EE-9569A45EEB1E}"/>
              </a:ext>
              <a:ext uri="{C183D7F6-B498-43B3-948B-1728B52AA6E4}">
                <adec:decorative xmlns:adec="http://schemas.microsoft.com/office/drawing/2017/decorative" val="1"/>
              </a:ext>
            </a:extLst>
          </p:cNvPr>
          <p:cNvCxnSpPr/>
          <p:nvPr/>
        </p:nvCxnSpPr>
        <p:spPr>
          <a:xfrm>
            <a:off x="2607733" y="4294459"/>
            <a:ext cx="2328503" cy="853274"/>
          </a:xfrm>
          <a:prstGeom prst="line">
            <a:avLst/>
          </a:prstGeom>
          <a:ln w="1905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F6AD858B-78A8-6045-A2AE-5B0C6E626B6E}"/>
              </a:ext>
              <a:ext uri="{C183D7F6-B498-43B3-948B-1728B52AA6E4}">
                <adec:decorative xmlns:adec="http://schemas.microsoft.com/office/drawing/2017/decorative" val="1"/>
              </a:ext>
            </a:extLst>
          </p:cNvPr>
          <p:cNvCxnSpPr/>
          <p:nvPr/>
        </p:nvCxnSpPr>
        <p:spPr>
          <a:xfrm>
            <a:off x="2607733" y="4294459"/>
            <a:ext cx="2328503" cy="547294"/>
          </a:xfrm>
          <a:prstGeom prst="line">
            <a:avLst/>
          </a:prstGeom>
          <a:ln w="19050">
            <a:solidFill>
              <a:schemeClr val="accent5"/>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314580550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F54A59E-034D-4036-9DDE-F026296C9AE2}"/>
              </a:ext>
            </a:extLst>
          </p:cNvPr>
          <p:cNvSpPr>
            <a:spLocks noGrp="1"/>
          </p:cNvSpPr>
          <p:nvPr>
            <p:ph type="sldNum" idx="97"/>
          </p:nvPr>
        </p:nvSpPr>
        <p:spPr/>
        <p:txBody>
          <a:bodyPr/>
          <a:lstStyle/>
          <a:p>
            <a:fld id="{4037B1B0-0345-4E15-985A-6BECCDBE474F}" type="slidenum">
              <a:rPr lang="en-US" smtClean="0"/>
              <a:pPr/>
              <a:t>55</a:t>
            </a:fld>
            <a:endParaRPr lang="en-US" dirty="0"/>
          </a:p>
        </p:txBody>
      </p:sp>
      <p:sp>
        <p:nvSpPr>
          <p:cNvPr id="3" name="Title 2">
            <a:extLst>
              <a:ext uri="{FF2B5EF4-FFF2-40B4-BE49-F238E27FC236}">
                <a16:creationId xmlns:a16="http://schemas.microsoft.com/office/drawing/2014/main" id="{3BE02FE7-A6FA-4689-A30C-628FCBC12A88}"/>
              </a:ext>
            </a:extLst>
          </p:cNvPr>
          <p:cNvSpPr>
            <a:spLocks noGrp="1"/>
          </p:cNvSpPr>
          <p:nvPr>
            <p:ph type="title" idx="1"/>
          </p:nvPr>
        </p:nvSpPr>
        <p:spPr/>
        <p:txBody>
          <a:bodyPr/>
          <a:lstStyle/>
          <a:p>
            <a:r>
              <a:rPr lang="en-US" dirty="0"/>
              <a:t>Model accuracy example</a:t>
            </a:r>
          </a:p>
        </p:txBody>
      </p:sp>
      <p:sp>
        <p:nvSpPr>
          <p:cNvPr id="7" name="Content Placeholder 2">
            <a:extLst>
              <a:ext uri="{FF2B5EF4-FFF2-40B4-BE49-F238E27FC236}">
                <a16:creationId xmlns:a16="http://schemas.microsoft.com/office/drawing/2014/main" id="{7FD0A892-26B9-2262-EF71-E23A32D9A15E}"/>
              </a:ext>
            </a:extLst>
          </p:cNvPr>
          <p:cNvSpPr txBox="1">
            <a:spLocks/>
          </p:cNvSpPr>
          <p:nvPr/>
        </p:nvSpPr>
        <p:spPr>
          <a:xfrm>
            <a:off x="419099" y="1528175"/>
            <a:ext cx="7434657" cy="464878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800" b="0" i="0" u="none" strike="noStrike" kern="1200" cap="none" spc="0" normalizeH="0" baseline="0" noProof="0" dirty="0">
                <a:ln>
                  <a:noFill/>
                </a:ln>
                <a:solidFill>
                  <a:srgbClr val="232F3E"/>
                </a:solidFill>
                <a:effectLst/>
                <a:uLnTx/>
                <a:uFillTx/>
                <a:latin typeface="+mn-lt"/>
                <a:ea typeface="Amazon Ember Light" panose="020B0403020204020204" pitchFamily="34" charset="0"/>
                <a:cs typeface="Amazon Ember Light" panose="020B0403020204020204" pitchFamily="34" charset="0"/>
              </a:rPr>
              <a:t>Web retailer of shoes wants to predict how often it will be unable to fill orders for AnyCompany brand shoes.</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US" sz="2800" b="0" i="0" u="none" strike="noStrike" kern="1200" cap="none" spc="0" normalizeH="0" baseline="0" noProof="0" dirty="0">
              <a:ln>
                <a:noFill/>
              </a:ln>
              <a:solidFill>
                <a:srgbClr val="232F3E"/>
              </a:solidFill>
              <a:effectLst/>
              <a:uLnTx/>
              <a:uFillTx/>
              <a:latin typeface="+mn-lt"/>
              <a:ea typeface="Amazon Ember Light" panose="020B0403020204020204" pitchFamily="34" charset="0"/>
              <a:cs typeface="Amazon Ember Light" panose="020B0403020204020204" pitchFamily="34" charset="0"/>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800" b="0" i="0" u="none" strike="noStrike" kern="1200" cap="none" spc="0" normalizeH="0" baseline="0" noProof="0" dirty="0">
              <a:ln>
                <a:noFill/>
              </a:ln>
              <a:solidFill>
                <a:srgbClr val="232F3E"/>
              </a:solidFill>
              <a:effectLst/>
              <a:uLnTx/>
              <a:uFillTx/>
              <a:latin typeface="+mn-lt"/>
              <a:ea typeface="Amazon Ember Light" panose="020B0403020204020204" pitchFamily="34" charset="0"/>
              <a:cs typeface="Amazon Ember Light" panose="020B0403020204020204" pitchFamily="34" charset="0"/>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800" b="0" i="0" u="none" strike="noStrike" kern="1200" cap="none" spc="0" normalizeH="0" baseline="0" noProof="0" dirty="0">
              <a:ln>
                <a:noFill/>
              </a:ln>
              <a:solidFill>
                <a:srgbClr val="232F3E"/>
              </a:solidFill>
              <a:effectLst/>
              <a:uLnTx/>
              <a:uFillTx/>
              <a:latin typeface="+mn-lt"/>
              <a:ea typeface="Amazon Ember Light" panose="020B0403020204020204" pitchFamily="34" charset="0"/>
              <a:cs typeface="Amazon Ember Light" panose="020B0403020204020204" pitchFamily="34" charset="0"/>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800" b="0" i="0" u="none" strike="noStrike" kern="1200" cap="none" spc="0" normalizeH="0" baseline="0" noProof="0" dirty="0">
                <a:ln>
                  <a:noFill/>
                </a:ln>
                <a:solidFill>
                  <a:srgbClr val="232F3E"/>
                </a:solidFill>
                <a:effectLst/>
                <a:uLnTx/>
                <a:uFillTx/>
                <a:latin typeface="+mn-lt"/>
                <a:ea typeface="Amazon Ember Light" panose="020B0403020204020204" pitchFamily="34" charset="0"/>
                <a:cs typeface="Amazon Ember Light" panose="020B0403020204020204" pitchFamily="34" charset="0"/>
              </a:rPr>
              <a:t>Amazon Forecast predicts demand of 1,000 pairs per month</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232F3E"/>
                </a:solidFill>
                <a:effectLst/>
                <a:uLnTx/>
                <a:uFillTx/>
                <a:latin typeface="+mn-lt"/>
                <a:ea typeface="Amazon Ember Light" panose="020B0403020204020204" pitchFamily="34" charset="0"/>
                <a:cs typeface="Amazon Ember Light" panose="020B0403020204020204" pitchFamily="34" charset="0"/>
              </a:rPr>
              <a:t>P10: 10% of the time, fewer than 880 pairs will be ordered</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232F3E"/>
                </a:solidFill>
                <a:effectLst/>
                <a:uLnTx/>
                <a:uFillTx/>
                <a:latin typeface="+mn-lt"/>
                <a:ea typeface="Amazon Ember Light" panose="020B0403020204020204" pitchFamily="34" charset="0"/>
                <a:cs typeface="Amazon Ember Light" panose="020B0403020204020204" pitchFamily="34" charset="0"/>
              </a:rPr>
              <a:t>P50: 50% of the time, fewer than 1,050 pairs will be ordered</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232F3E"/>
                </a:solidFill>
                <a:effectLst/>
                <a:uLnTx/>
                <a:uFillTx/>
                <a:latin typeface="+mn-lt"/>
                <a:ea typeface="Amazon Ember Light" panose="020B0403020204020204" pitchFamily="34" charset="0"/>
                <a:cs typeface="Amazon Ember Light" panose="020B0403020204020204" pitchFamily="34" charset="0"/>
              </a:rPr>
              <a:t>P90: 90% of the time, fewer than 1,200 pairs will be ordered</a:t>
            </a:r>
          </a:p>
        </p:txBody>
      </p:sp>
      <p:grpSp>
        <p:nvGrpSpPr>
          <p:cNvPr id="12" name="Group 11">
            <a:extLst>
              <a:ext uri="{FF2B5EF4-FFF2-40B4-BE49-F238E27FC236}">
                <a16:creationId xmlns:a16="http://schemas.microsoft.com/office/drawing/2014/main" id="{61918DCB-7FD3-3984-2B95-B31A76E9677D}"/>
              </a:ext>
              <a:ext uri="{C183D7F6-B498-43B3-948B-1728B52AA6E4}">
                <adec:decorative xmlns:adec="http://schemas.microsoft.com/office/drawing/2017/decorative" val="1"/>
              </a:ext>
            </a:extLst>
          </p:cNvPr>
          <p:cNvGrpSpPr/>
          <p:nvPr/>
        </p:nvGrpSpPr>
        <p:grpSpPr>
          <a:xfrm>
            <a:off x="9323047" y="1225570"/>
            <a:ext cx="914400" cy="3407561"/>
            <a:chOff x="9323047" y="1476585"/>
            <a:chExt cx="914400" cy="3407561"/>
          </a:xfrm>
        </p:grpSpPr>
        <p:pic>
          <p:nvPicPr>
            <p:cNvPr id="13" name="Graphic 12">
              <a:extLst>
                <a:ext uri="{FF2B5EF4-FFF2-40B4-BE49-F238E27FC236}">
                  <a16:creationId xmlns:a16="http://schemas.microsoft.com/office/drawing/2014/main" id="{41BFE3C7-90AC-CC6C-F139-03145E8E26A3}"/>
                </a:ext>
                <a:ext uri="{C183D7F6-B498-43B3-948B-1728B52AA6E4}">
                  <adec:decorative xmlns:adec="http://schemas.microsoft.com/office/drawing/2017/decorative" val="1"/>
                </a:ext>
              </a:extLst>
            </p:cNvPr>
            <p:cNvPicPr>
              <a:picLocks noChangeAspect="1"/>
            </p:cNvPicPr>
            <p:nvPr/>
          </p:nvPicPr>
          <p:blipFill>
            <a:blip r:embed="rId4" cstate="hq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9323047" y="1476585"/>
              <a:ext cx="914400" cy="914400"/>
            </a:xfrm>
            <a:prstGeom prst="rect">
              <a:avLst/>
            </a:prstGeom>
          </p:spPr>
        </p:pic>
        <p:pic>
          <p:nvPicPr>
            <p:cNvPr id="14" name="Graphic 13">
              <a:extLst>
                <a:ext uri="{FF2B5EF4-FFF2-40B4-BE49-F238E27FC236}">
                  <a16:creationId xmlns:a16="http://schemas.microsoft.com/office/drawing/2014/main" id="{7B7A1BF2-20A4-F97B-F0E5-28CE0B2EDE04}"/>
                </a:ext>
                <a:ext uri="{C183D7F6-B498-43B3-948B-1728B52AA6E4}">
                  <adec:decorative xmlns:adec="http://schemas.microsoft.com/office/drawing/2017/decorative" val="1"/>
                </a:ext>
              </a:extLst>
            </p:cNvPr>
            <p:cNvPicPr>
              <a:picLocks noChangeAspect="1"/>
            </p:cNvPicPr>
            <p:nvPr/>
          </p:nvPicPr>
          <p:blipFill>
            <a:blip r:embed="rId6" cstate="hqprint">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9323047" y="3969746"/>
              <a:ext cx="914400" cy="914400"/>
            </a:xfrm>
            <a:prstGeom prst="rect">
              <a:avLst/>
            </a:prstGeom>
          </p:spPr>
        </p:pic>
        <p:pic>
          <p:nvPicPr>
            <p:cNvPr id="15" name="Graphic 26">
              <a:extLst>
                <a:ext uri="{FF2B5EF4-FFF2-40B4-BE49-F238E27FC236}">
                  <a16:creationId xmlns:a16="http://schemas.microsoft.com/office/drawing/2014/main" id="{22F32AA6-6D63-55FD-0FA9-A42381F27EDE}"/>
                </a:ext>
                <a:ext uri="{C183D7F6-B498-43B3-948B-1728B52AA6E4}">
                  <adec:decorative xmlns:adec="http://schemas.microsoft.com/office/drawing/2017/decorative" val="1"/>
                </a:ext>
              </a:extLst>
            </p:cNvPr>
            <p:cNvPicPr>
              <a:picLocks noChangeAspect="1"/>
            </p:cNvPicPr>
            <p:nvPr/>
          </p:nvPicPr>
          <p:blipFill>
            <a:blip r:embed="rId8" cstate="hqprint">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9424647" y="2748158"/>
              <a:ext cx="711200" cy="711200"/>
            </a:xfrm>
            <a:prstGeom prst="rect">
              <a:avLst/>
            </a:prstGeom>
          </p:spPr>
        </p:pic>
        <p:cxnSp>
          <p:nvCxnSpPr>
            <p:cNvPr id="16" name="Straight Arrow Connector 15">
              <a:extLst>
                <a:ext uri="{FF2B5EF4-FFF2-40B4-BE49-F238E27FC236}">
                  <a16:creationId xmlns:a16="http://schemas.microsoft.com/office/drawing/2014/main" id="{2BDB4A88-D262-3F72-35FC-2CFB948A297C}"/>
                </a:ext>
                <a:ext uri="{C183D7F6-B498-43B3-948B-1728B52AA6E4}">
                  <adec:decorative xmlns:adec="http://schemas.microsoft.com/office/drawing/2017/decorative" val="1"/>
                </a:ext>
              </a:extLst>
            </p:cNvPr>
            <p:cNvCxnSpPr>
              <a:cxnSpLocks/>
            </p:cNvCxnSpPr>
            <p:nvPr/>
          </p:nvCxnSpPr>
          <p:spPr>
            <a:xfrm>
              <a:off x="9780247" y="2340185"/>
              <a:ext cx="0" cy="357173"/>
            </a:xfrm>
            <a:prstGeom prst="straightConnector1">
              <a:avLst/>
            </a:prstGeom>
            <a:noFill/>
            <a:ln w="6350" cap="flat" cmpd="sng" algn="ctr">
              <a:solidFill>
                <a:srgbClr val="232F3E"/>
              </a:solidFill>
              <a:prstDash val="solid"/>
              <a:miter lim="800000"/>
              <a:tailEnd type="triangle"/>
            </a:ln>
            <a:effectLst/>
          </p:spPr>
        </p:cxnSp>
        <p:cxnSp>
          <p:nvCxnSpPr>
            <p:cNvPr id="17" name="Straight Arrow Connector 16">
              <a:extLst>
                <a:ext uri="{FF2B5EF4-FFF2-40B4-BE49-F238E27FC236}">
                  <a16:creationId xmlns:a16="http://schemas.microsoft.com/office/drawing/2014/main" id="{8151D743-6748-AFB4-5C97-058ABAD48473}"/>
                </a:ext>
                <a:ext uri="{C183D7F6-B498-43B3-948B-1728B52AA6E4}">
                  <adec:decorative xmlns:adec="http://schemas.microsoft.com/office/drawing/2017/decorative" val="1"/>
                </a:ext>
              </a:extLst>
            </p:cNvPr>
            <p:cNvCxnSpPr/>
            <p:nvPr/>
          </p:nvCxnSpPr>
          <p:spPr>
            <a:xfrm>
              <a:off x="9780247" y="3572085"/>
              <a:ext cx="0" cy="357173"/>
            </a:xfrm>
            <a:prstGeom prst="straightConnector1">
              <a:avLst/>
            </a:prstGeom>
            <a:noFill/>
            <a:ln w="6350" cap="flat" cmpd="sng" algn="ctr">
              <a:solidFill>
                <a:srgbClr val="232F3E"/>
              </a:solidFill>
              <a:prstDash val="solid"/>
              <a:miter lim="800000"/>
              <a:tailEnd type="triangle"/>
            </a:ln>
            <a:effectLst/>
          </p:spPr>
        </p:cxnSp>
      </p:grpSp>
      <p:grpSp>
        <p:nvGrpSpPr>
          <p:cNvPr id="8" name="Group 7" descr="Example forecast.">
            <a:extLst>
              <a:ext uri="{FF2B5EF4-FFF2-40B4-BE49-F238E27FC236}">
                <a16:creationId xmlns:a16="http://schemas.microsoft.com/office/drawing/2014/main" id="{3BDB31FD-DA95-C108-50C6-E19840D4D9C7}"/>
              </a:ext>
            </a:extLst>
          </p:cNvPr>
          <p:cNvGrpSpPr/>
          <p:nvPr/>
        </p:nvGrpSpPr>
        <p:grpSpPr>
          <a:xfrm>
            <a:off x="7892931" y="4632775"/>
            <a:ext cx="3735457" cy="1263650"/>
            <a:chOff x="7892931" y="5072048"/>
            <a:chExt cx="3735457" cy="1263650"/>
          </a:xfrm>
        </p:grpSpPr>
        <p:sp>
          <p:nvSpPr>
            <p:cNvPr id="9" name="Rectangle 8">
              <a:extLst>
                <a:ext uri="{FF2B5EF4-FFF2-40B4-BE49-F238E27FC236}">
                  <a16:creationId xmlns:a16="http://schemas.microsoft.com/office/drawing/2014/main" id="{54A1D932-5199-12A9-929B-3B2A7D62EEB8}"/>
                </a:ext>
                <a:ext uri="{C183D7F6-B498-43B3-948B-1728B52AA6E4}">
                  <adec:decorative xmlns:adec="http://schemas.microsoft.com/office/drawing/2017/decorative" val="1"/>
                </a:ext>
              </a:extLst>
            </p:cNvPr>
            <p:cNvSpPr/>
            <p:nvPr/>
          </p:nvSpPr>
          <p:spPr>
            <a:xfrm>
              <a:off x="7892931" y="5072048"/>
              <a:ext cx="3735457" cy="1263650"/>
            </a:xfrm>
            <a:prstGeom prst="rect">
              <a:avLst/>
            </a:prstGeom>
            <a:noFill/>
            <a:ln w="12700" cap="flat" cmpd="sng" algn="ctr">
              <a:solidFill>
                <a:srgbClr val="232F3E">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232F3E"/>
                </a:solidFill>
                <a:effectLst/>
                <a:uLnTx/>
                <a:uFillTx/>
                <a:ea typeface="+mn-ea"/>
                <a:cs typeface="+mn-cs"/>
              </a:endParaRPr>
            </a:p>
          </p:txBody>
        </p:sp>
        <p:sp>
          <p:nvSpPr>
            <p:cNvPr id="10" name="TextBox 9">
              <a:extLst>
                <a:ext uri="{FF2B5EF4-FFF2-40B4-BE49-F238E27FC236}">
                  <a16:creationId xmlns:a16="http://schemas.microsoft.com/office/drawing/2014/main" id="{379BB5B3-4D21-5DDC-FCCC-5C5812DE0E97}"/>
                </a:ext>
              </a:extLst>
            </p:cNvPr>
            <p:cNvSpPr txBox="1"/>
            <p:nvPr/>
          </p:nvSpPr>
          <p:spPr>
            <a:xfrm>
              <a:off x="8060685" y="5242208"/>
              <a:ext cx="1383712" cy="923330"/>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232F3E"/>
                  </a:solidFill>
                  <a:effectLst/>
                  <a:uLnTx/>
                  <a:uFillTx/>
                  <a:ea typeface="Amazon Ember Light" panose="020B0403020204020204" pitchFamily="34" charset="0"/>
                  <a:cs typeface="Amazon Ember Light" panose="020B0403020204020204" pitchFamily="34" charset="0"/>
                </a:rPr>
                <a:t>P10 = 880</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232F3E"/>
                  </a:solidFill>
                  <a:effectLst/>
                  <a:uLnTx/>
                  <a:uFillTx/>
                  <a:ea typeface="Amazon Ember Light" panose="020B0403020204020204" pitchFamily="34" charset="0"/>
                  <a:cs typeface="Amazon Ember Light" panose="020B0403020204020204" pitchFamily="34" charset="0"/>
                </a:rPr>
                <a:t>P50 = 1050</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232F3E"/>
                  </a:solidFill>
                  <a:effectLst/>
                  <a:uLnTx/>
                  <a:uFillTx/>
                  <a:ea typeface="Amazon Ember Light" panose="020B0403020204020204" pitchFamily="34" charset="0"/>
                  <a:cs typeface="Amazon Ember Light" panose="020B0403020204020204" pitchFamily="34" charset="0"/>
                </a:rPr>
                <a:t>P90 = 1200</a:t>
              </a:r>
            </a:p>
          </p:txBody>
        </p:sp>
        <p:sp>
          <p:nvSpPr>
            <p:cNvPr id="11" name="TextBox 10">
              <a:extLst>
                <a:ext uri="{FF2B5EF4-FFF2-40B4-BE49-F238E27FC236}">
                  <a16:creationId xmlns:a16="http://schemas.microsoft.com/office/drawing/2014/main" id="{C372F009-9850-6DC6-9183-A92E98397F69}"/>
                </a:ext>
              </a:extLst>
            </p:cNvPr>
            <p:cNvSpPr txBox="1"/>
            <p:nvPr/>
          </p:nvSpPr>
          <p:spPr>
            <a:xfrm>
              <a:off x="9760659" y="5508019"/>
              <a:ext cx="1858201"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232F3E"/>
                  </a:solidFill>
                  <a:effectLst/>
                  <a:uLnTx/>
                  <a:uFillTx/>
                  <a:ea typeface="Amazon Ember Light" panose="020B0403020204020204" pitchFamily="34" charset="0"/>
                  <a:cs typeface="Amazon Ember Light" panose="020B0403020204020204" pitchFamily="34" charset="0"/>
                </a:rPr>
                <a:t>Forecast = 1000</a:t>
              </a:r>
            </a:p>
          </p:txBody>
        </p:sp>
      </p:grpSp>
    </p:spTree>
    <p:custDataLst>
      <p:tags r:id="rId1"/>
    </p:custDataLst>
    <p:extLst>
      <p:ext uri="{BB962C8B-B14F-4D97-AF65-F5344CB8AC3E}">
        <p14:creationId xmlns:p14="http://schemas.microsoft.com/office/powerpoint/2010/main" val="278923381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AB11B2A-BAE8-4BA7-8B8C-4F0F827143D9}"/>
              </a:ext>
            </a:extLst>
          </p:cNvPr>
          <p:cNvSpPr>
            <a:spLocks noGrp="1"/>
          </p:cNvSpPr>
          <p:nvPr>
            <p:ph type="sldNum" idx="97"/>
          </p:nvPr>
        </p:nvSpPr>
        <p:spPr>
          <a:xfrm>
            <a:off x="11370564" y="6446520"/>
            <a:ext cx="484632" cy="228600"/>
          </a:xfrm>
        </p:spPr>
        <p:txBody>
          <a:bodyPr/>
          <a:lstStyle/>
          <a:p>
            <a:fld id="{930176A1-BCF0-4712-97A6-6B495F55390B}" type="slidenum">
              <a:rPr lang="en-US" smtClean="0"/>
              <a:pPr/>
              <a:t>56</a:t>
            </a:fld>
            <a:endParaRPr lang="en-US"/>
          </a:p>
        </p:txBody>
      </p:sp>
      <p:sp>
        <p:nvSpPr>
          <p:cNvPr id="15" name="Title 14">
            <a:extLst>
              <a:ext uri="{FF2B5EF4-FFF2-40B4-BE49-F238E27FC236}">
                <a16:creationId xmlns:a16="http://schemas.microsoft.com/office/drawing/2014/main" id="{51BB3421-AD4D-4142-AC82-6B7357777282}"/>
              </a:ext>
            </a:extLst>
          </p:cNvPr>
          <p:cNvSpPr>
            <a:spLocks noGrp="1"/>
          </p:cNvSpPr>
          <p:nvPr>
            <p:ph type="title" idx="1"/>
          </p:nvPr>
        </p:nvSpPr>
        <p:spPr>
          <a:xfrm>
            <a:off x="289560" y="84557"/>
            <a:ext cx="11466576" cy="504560"/>
          </a:xfrm>
        </p:spPr>
        <p:txBody>
          <a:bodyPr/>
          <a:lstStyle/>
          <a:p>
            <a:r>
              <a:rPr lang="en-US" sz="3200" dirty="0"/>
              <a:t>SOURCE: Building a custom forecasting model</a:t>
            </a:r>
          </a:p>
        </p:txBody>
      </p:sp>
      <p:pic>
        <p:nvPicPr>
          <p:cNvPr id="19" name="Graphic 18" descr="Bucket with objects resource icon for the Amazon S3 service.">
            <a:extLst>
              <a:ext uri="{FF2B5EF4-FFF2-40B4-BE49-F238E27FC236}">
                <a16:creationId xmlns:a16="http://schemas.microsoft.com/office/drawing/2014/main" id="{8484A6F2-7D00-4AB0-9437-F936F0BD37F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60633" y="2995172"/>
            <a:ext cx="899122" cy="899122"/>
          </a:xfrm>
          <a:prstGeom prst="rect">
            <a:avLst/>
          </a:prstGeom>
        </p:spPr>
      </p:pic>
      <p:pic>
        <p:nvPicPr>
          <p:cNvPr id="20" name="Graphic 7" descr="Amazon Aurora service icon.">
            <a:extLst>
              <a:ext uri="{FF2B5EF4-FFF2-40B4-BE49-F238E27FC236}">
                <a16:creationId xmlns:a16="http://schemas.microsoft.com/office/drawing/2014/main" id="{1FCBF840-AE56-4DB6-8BB4-867121AF1044}"/>
              </a:ext>
            </a:extLst>
          </p:cNvPr>
          <p:cNvPicPr>
            <a:picLocks noChangeAspect="1" noChangeArrowheads="1"/>
          </p:cNvPicPr>
          <p:nvPr/>
        </p:nvPicPr>
        <p:blipFill>
          <a:blip r:embed="rId5">
            <a:extLst>
              <a:ext uri="{96DAC541-7B7A-43D3-8B79-37D633B846F1}">
                <asvg:svgBlip xmlns:asvg="http://schemas.microsoft.com/office/drawing/2016/SVG/main" r:embed="rId6"/>
              </a:ext>
            </a:extLst>
          </a:blip>
          <a:srcRect/>
          <a:stretch/>
        </p:blipFill>
        <p:spPr bwMode="auto">
          <a:xfrm>
            <a:off x="629194" y="1410153"/>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 name="TextBox 9">
            <a:extLst>
              <a:ext uri="{FF2B5EF4-FFF2-40B4-BE49-F238E27FC236}">
                <a16:creationId xmlns:a16="http://schemas.microsoft.com/office/drawing/2014/main" id="{A9C4B78A-14E1-477F-8BBB-4D87AFDCE08E}"/>
              </a:ext>
            </a:extLst>
          </p:cNvPr>
          <p:cNvSpPr txBox="1">
            <a:spLocks noChangeArrowheads="1"/>
          </p:cNvSpPr>
          <p:nvPr/>
        </p:nvSpPr>
        <p:spPr bwMode="auto">
          <a:xfrm>
            <a:off x="-111374" y="2174893"/>
            <a:ext cx="224313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600" dirty="0">
                <a:latin typeface="Amazon Ember Display" panose="020F0603020204020204" pitchFamily="34" charset="0"/>
                <a:ea typeface="Amazon Ember Display" panose="020F0603020204020204" pitchFamily="34" charset="0"/>
                <a:cs typeface="Amazon Ember Display" panose="020F0603020204020204" pitchFamily="34" charset="0"/>
              </a:rPr>
              <a:t>Amazon Aurora</a:t>
            </a:r>
          </a:p>
          <a:p>
            <a:pPr algn="ctr" eaLnBrk="1" hangingPunct="1"/>
            <a:r>
              <a:rPr lang="en-US" altLang="en-US" sz="1600" dirty="0">
                <a:latin typeface="Amazon Ember Display" panose="020F0603020204020204" pitchFamily="34" charset="0"/>
                <a:ea typeface="Amazon Ember Display" panose="020F0603020204020204" pitchFamily="34" charset="0"/>
                <a:cs typeface="Amazon Ember Display" panose="020F0603020204020204" pitchFamily="34" charset="0"/>
              </a:rPr>
              <a:t>database</a:t>
            </a:r>
          </a:p>
        </p:txBody>
      </p:sp>
      <p:sp>
        <p:nvSpPr>
          <p:cNvPr id="22" name="TextBox 9">
            <a:extLst>
              <a:ext uri="{FF2B5EF4-FFF2-40B4-BE49-F238E27FC236}">
                <a16:creationId xmlns:a16="http://schemas.microsoft.com/office/drawing/2014/main" id="{E8F63B88-E693-4EB2-9848-FCA426581E82}"/>
              </a:ext>
            </a:extLst>
          </p:cNvPr>
          <p:cNvSpPr txBox="1">
            <a:spLocks noChangeArrowheads="1"/>
          </p:cNvSpPr>
          <p:nvPr/>
        </p:nvSpPr>
        <p:spPr bwMode="auto">
          <a:xfrm>
            <a:off x="-111374" y="3897034"/>
            <a:ext cx="224313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600" dirty="0">
                <a:latin typeface="Amazon Ember Display" panose="020F0603020204020204" pitchFamily="34" charset="0"/>
                <a:ea typeface="Amazon Ember Display" panose="020F0603020204020204" pitchFamily="34" charset="0"/>
                <a:cs typeface="Amazon Ember Display" panose="020F0603020204020204" pitchFamily="34" charset="0"/>
              </a:rPr>
              <a:t>Amazon S3 </a:t>
            </a:r>
          </a:p>
          <a:p>
            <a:pPr algn="ctr" eaLnBrk="1" hangingPunct="1"/>
            <a:r>
              <a:rPr lang="en-US" altLang="en-US" sz="1600" dirty="0">
                <a:latin typeface="Amazon Ember Display" panose="020F0603020204020204" pitchFamily="34" charset="0"/>
                <a:ea typeface="Amazon Ember Display" panose="020F0603020204020204" pitchFamily="34" charset="0"/>
                <a:cs typeface="Amazon Ember Display" panose="020F0603020204020204" pitchFamily="34" charset="0"/>
              </a:rPr>
              <a:t>bucket</a:t>
            </a:r>
          </a:p>
        </p:txBody>
      </p:sp>
      <p:pic>
        <p:nvPicPr>
          <p:cNvPr id="23" name="Graphic 23" descr="Amazon Redshift service icon.">
            <a:extLst>
              <a:ext uri="{FF2B5EF4-FFF2-40B4-BE49-F238E27FC236}">
                <a16:creationId xmlns:a16="http://schemas.microsoft.com/office/drawing/2014/main" id="{2B983C9A-5D79-487D-8542-813B138EA8BD}"/>
              </a:ext>
            </a:extLst>
          </p:cNvPr>
          <p:cNvPicPr>
            <a:picLocks noChangeAspect="1" noChangeArrowheads="1"/>
          </p:cNvPicPr>
          <p:nvPr/>
        </p:nvPicPr>
        <p:blipFill>
          <a:blip r:embed="rId7">
            <a:extLst>
              <a:ext uri="{96DAC541-7B7A-43D3-8B79-37D633B846F1}">
                <asvg:svgBlip xmlns:asvg="http://schemas.microsoft.com/office/drawing/2016/SVG/main" r:embed="rId8"/>
              </a:ext>
            </a:extLst>
          </a:blip>
          <a:srcRect/>
          <a:stretch/>
        </p:blipFill>
        <p:spPr bwMode="auto">
          <a:xfrm>
            <a:off x="629194" y="4717313"/>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 name="TextBox 9">
            <a:extLst>
              <a:ext uri="{FF2B5EF4-FFF2-40B4-BE49-F238E27FC236}">
                <a16:creationId xmlns:a16="http://schemas.microsoft.com/office/drawing/2014/main" id="{09CBD461-FD1A-420B-8AB1-17796201AA58}"/>
              </a:ext>
            </a:extLst>
          </p:cNvPr>
          <p:cNvSpPr txBox="1">
            <a:spLocks noChangeArrowheads="1"/>
          </p:cNvSpPr>
          <p:nvPr/>
        </p:nvSpPr>
        <p:spPr bwMode="auto">
          <a:xfrm>
            <a:off x="-111374" y="5482053"/>
            <a:ext cx="224313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600" dirty="0">
                <a:latin typeface="Amazon Ember Display" panose="020F0603020204020204" pitchFamily="34" charset="0"/>
                <a:ea typeface="Amazon Ember Display" panose="020F0603020204020204" pitchFamily="34" charset="0"/>
                <a:cs typeface="Amazon Ember Display" panose="020F0603020204020204" pitchFamily="34" charset="0"/>
              </a:rPr>
              <a:t>Amazon Redshift</a:t>
            </a:r>
          </a:p>
        </p:txBody>
      </p:sp>
      <p:sp>
        <p:nvSpPr>
          <p:cNvPr id="10" name="Rectangle 9">
            <a:extLst>
              <a:ext uri="{FF2B5EF4-FFF2-40B4-BE49-F238E27FC236}">
                <a16:creationId xmlns:a16="http://schemas.microsoft.com/office/drawing/2014/main" id="{1B57F5C2-5005-4686-BFE4-78A4B0706134}"/>
              </a:ext>
            </a:extLst>
          </p:cNvPr>
          <p:cNvSpPr/>
          <p:nvPr/>
        </p:nvSpPr>
        <p:spPr>
          <a:xfrm>
            <a:off x="2646672" y="899064"/>
            <a:ext cx="7327838" cy="5055620"/>
          </a:xfrm>
          <a:prstGeom prst="rect">
            <a:avLst/>
          </a:prstGeom>
          <a:noFill/>
          <a:ln w="15875">
            <a:solidFill>
              <a:srgbClr val="01A88D"/>
            </a:solidFill>
          </a:ln>
        </p:spPr>
        <p:style>
          <a:lnRef idx="2">
            <a:schemeClr val="accent1">
              <a:shade val="50000"/>
            </a:schemeClr>
          </a:lnRef>
          <a:fillRef idx="1">
            <a:schemeClr val="accent1"/>
          </a:fillRef>
          <a:effectRef idx="0">
            <a:schemeClr val="accent1"/>
          </a:effectRef>
          <a:fontRef idx="minor">
            <a:schemeClr val="lt1"/>
          </a:fontRef>
        </p:style>
        <p:txBody>
          <a:bodyPr lIns="502920" tIns="91440"/>
          <a:lstStyle/>
          <a:p>
            <a:pPr eaLnBrk="1" fontAlgn="auto" hangingPunct="1">
              <a:spcBef>
                <a:spcPts val="0"/>
              </a:spcBef>
              <a:spcAft>
                <a:spcPts val="0"/>
              </a:spcAft>
              <a:defRPr/>
            </a:pPr>
            <a:r>
              <a:rPr lang="en-US" sz="1600" dirty="0">
                <a:ln w="0"/>
                <a:solidFill>
                  <a:schemeClr val="tx1"/>
                </a:solidFill>
                <a:latin typeface="Amazon Ember" panose="020B0603020204020204" pitchFamily="34" charset="0"/>
                <a:ea typeface="Amazon Ember" panose="020B0603020204020204" pitchFamily="34" charset="0"/>
                <a:cs typeface="Amazon Ember" panose="020B0603020204020204" pitchFamily="34" charset="0"/>
              </a:rPr>
              <a:t>Amazon SageMaker Canvas</a:t>
            </a:r>
          </a:p>
        </p:txBody>
      </p:sp>
      <p:pic>
        <p:nvPicPr>
          <p:cNvPr id="11" name="Picture Placeholder 19" descr="Canvas resource icon for the Amazon SageMaker service.">
            <a:extLst>
              <a:ext uri="{FF2B5EF4-FFF2-40B4-BE49-F238E27FC236}">
                <a16:creationId xmlns:a16="http://schemas.microsoft.com/office/drawing/2014/main" id="{BF4A533E-3A8A-4C8F-B20E-4F53016965E7}"/>
              </a:ext>
            </a:extLst>
          </p:cNvPr>
          <p:cNvPicPr>
            <a:picLocks noChangeAspect="1"/>
          </p:cNvPicPr>
          <p:nvPr/>
        </p:nvPicPr>
        <p:blipFill>
          <a:blip r:embed="rId9">
            <a:extLst>
              <a:ext uri="{96DAC541-7B7A-43D3-8B79-37D633B846F1}">
                <asvg:svgBlip xmlns:asvg="http://schemas.microsoft.com/office/drawing/2016/SVG/main" r:embed="rId10"/>
              </a:ext>
            </a:extLst>
          </a:blip>
          <a:srcRect/>
          <a:stretch>
            <a:fillRect/>
          </a:stretch>
        </p:blipFill>
        <p:spPr>
          <a:xfrm>
            <a:off x="2723533" y="950107"/>
            <a:ext cx="404754" cy="404754"/>
          </a:xfrm>
          <a:prstGeom prst="rect">
            <a:avLst/>
          </a:prstGeom>
        </p:spPr>
      </p:pic>
      <p:pic>
        <p:nvPicPr>
          <p:cNvPr id="13" name="Graphic 12">
            <a:extLst>
              <a:ext uri="{FF2B5EF4-FFF2-40B4-BE49-F238E27FC236}">
                <a16:creationId xmlns:a16="http://schemas.microsoft.com/office/drawing/2014/main" id="{3051DAF1-C66D-49D8-A68A-D87ABFECF42F}"/>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3128287" y="1955648"/>
            <a:ext cx="1256050" cy="1256050"/>
          </a:xfrm>
          <a:prstGeom prst="rect">
            <a:avLst/>
          </a:prstGeom>
        </p:spPr>
      </p:pic>
      <p:sp>
        <p:nvSpPr>
          <p:cNvPr id="16" name="TextBox 9">
            <a:extLst>
              <a:ext uri="{FF2B5EF4-FFF2-40B4-BE49-F238E27FC236}">
                <a16:creationId xmlns:a16="http://schemas.microsoft.com/office/drawing/2014/main" id="{0EF08CD0-A82F-469B-B0AC-B018FA5B7B3C}"/>
              </a:ext>
            </a:extLst>
          </p:cNvPr>
          <p:cNvSpPr txBox="1">
            <a:spLocks noChangeArrowheads="1"/>
          </p:cNvSpPr>
          <p:nvPr/>
        </p:nvSpPr>
        <p:spPr bwMode="auto">
          <a:xfrm>
            <a:off x="2646673" y="3033234"/>
            <a:ext cx="224313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600" dirty="0">
                <a:latin typeface="Amazon Ember Display" panose="020F0603020204020204" pitchFamily="34" charset="0"/>
                <a:ea typeface="Amazon Ember Display" panose="020F0603020204020204" pitchFamily="34" charset="0"/>
                <a:cs typeface="Amazon Ember Display" panose="020F0603020204020204" pitchFamily="34" charset="0"/>
              </a:rPr>
              <a:t>Dataset with customized data</a:t>
            </a:r>
          </a:p>
        </p:txBody>
      </p:sp>
      <p:cxnSp>
        <p:nvCxnSpPr>
          <p:cNvPr id="4" name="Straight Arrow Connector 3">
            <a:extLst>
              <a:ext uri="{FF2B5EF4-FFF2-40B4-BE49-F238E27FC236}">
                <a16:creationId xmlns:a16="http://schemas.microsoft.com/office/drawing/2014/main" id="{39A1860D-8073-438B-A58C-670679C06632}"/>
              </a:ext>
            </a:extLst>
          </p:cNvPr>
          <p:cNvCxnSpPr>
            <a:cxnSpLocks/>
            <a:stCxn id="20" idx="3"/>
            <a:endCxn id="13" idx="1"/>
          </p:cNvCxnSpPr>
          <p:nvPr/>
        </p:nvCxnSpPr>
        <p:spPr>
          <a:xfrm>
            <a:off x="1391194" y="1791153"/>
            <a:ext cx="1737093" cy="792520"/>
          </a:xfrm>
          <a:prstGeom prst="bentConnector3">
            <a:avLst>
              <a:gd name="adj1" fmla="val 50000"/>
            </a:avLst>
          </a:prstGeom>
          <a:ln w="25400" cmpd="sng">
            <a:solidFill>
              <a:schemeClr val="tx2"/>
            </a:solidFill>
            <a:prstDash val="solid"/>
            <a:tailEnd type="arrow" w="lg" len="sm"/>
          </a:ln>
          <a:effectLst>
            <a:outerShdw blurRad="63500" dist="37357" dir="2700000" sx="0" sy="0" rotWithShape="0">
              <a:scrgbClr r="0" g="0" b="0"/>
            </a:outerShdw>
            <a:reflection endPos="0" dir="5400000" sy="-100000" algn="bl" rotWithShape="0"/>
          </a:effectLst>
        </p:spPr>
        <p:style>
          <a:lnRef idx="1">
            <a:schemeClr val="accent1"/>
          </a:lnRef>
          <a:fillRef idx="0">
            <a:schemeClr val="accent1"/>
          </a:fillRef>
          <a:effectRef idx="0">
            <a:schemeClr val="accent1"/>
          </a:effectRef>
          <a:fontRef idx="minor">
            <a:schemeClr val="tx1"/>
          </a:fontRef>
        </p:style>
      </p:cxnSp>
      <p:cxnSp>
        <p:nvCxnSpPr>
          <p:cNvPr id="25" name="Straight Arrow Connector 3">
            <a:extLst>
              <a:ext uri="{FF2B5EF4-FFF2-40B4-BE49-F238E27FC236}">
                <a16:creationId xmlns:a16="http://schemas.microsoft.com/office/drawing/2014/main" id="{4C552C4D-7867-4DA3-A7A2-C772A2F4CDA3}"/>
              </a:ext>
            </a:extLst>
          </p:cNvPr>
          <p:cNvCxnSpPr>
            <a:cxnSpLocks/>
            <a:stCxn id="19" idx="3"/>
          </p:cNvCxnSpPr>
          <p:nvPr/>
        </p:nvCxnSpPr>
        <p:spPr>
          <a:xfrm>
            <a:off x="1459755" y="3444733"/>
            <a:ext cx="794403" cy="0"/>
          </a:xfrm>
          <a:prstGeom prst="straightConnector1">
            <a:avLst/>
          </a:prstGeom>
          <a:ln w="25400" cmpd="sng">
            <a:solidFill>
              <a:schemeClr val="tx2"/>
            </a:solidFill>
            <a:prstDash val="solid"/>
            <a:tailEnd type="none" w="lg" len="sm"/>
          </a:ln>
          <a:effectLst>
            <a:outerShdw blurRad="63500" dist="37357" dir="2700000" sx="0" sy="0" rotWithShape="0">
              <a:scrgbClr r="0" g="0" b="0"/>
            </a:outerShdw>
            <a:reflection endPos="0" dir="5400000" sy="-100000" algn="bl" rotWithShape="0"/>
          </a:effectLst>
        </p:spPr>
        <p:style>
          <a:lnRef idx="1">
            <a:schemeClr val="accent1"/>
          </a:lnRef>
          <a:fillRef idx="0">
            <a:schemeClr val="accent1"/>
          </a:fillRef>
          <a:effectRef idx="0">
            <a:schemeClr val="accent1"/>
          </a:effectRef>
          <a:fontRef idx="minor">
            <a:schemeClr val="tx1"/>
          </a:fontRef>
        </p:style>
      </p:cxnSp>
      <p:cxnSp>
        <p:nvCxnSpPr>
          <p:cNvPr id="27" name="Straight Arrow Connector 3">
            <a:extLst>
              <a:ext uri="{FF2B5EF4-FFF2-40B4-BE49-F238E27FC236}">
                <a16:creationId xmlns:a16="http://schemas.microsoft.com/office/drawing/2014/main" id="{6E97901D-43F2-4448-AFBA-10321768CA9F}"/>
              </a:ext>
            </a:extLst>
          </p:cNvPr>
          <p:cNvCxnSpPr>
            <a:cxnSpLocks/>
            <a:stCxn id="23" idx="3"/>
          </p:cNvCxnSpPr>
          <p:nvPr/>
        </p:nvCxnSpPr>
        <p:spPr>
          <a:xfrm flipV="1">
            <a:off x="1391194" y="2608445"/>
            <a:ext cx="862964" cy="2489868"/>
          </a:xfrm>
          <a:prstGeom prst="bentConnector2">
            <a:avLst/>
          </a:prstGeom>
          <a:ln w="25400" cmpd="sng">
            <a:solidFill>
              <a:schemeClr val="tx2"/>
            </a:solidFill>
            <a:prstDash val="solid"/>
            <a:tailEnd type="none" w="lg" len="sm"/>
          </a:ln>
          <a:effectLst>
            <a:outerShdw blurRad="63500" dist="37357" dir="2700000" sx="0" sy="0" rotWithShape="0">
              <a:scrgbClr r="0" g="0" b="0"/>
            </a:outerShdw>
            <a:reflection endPos="0" dir="5400000" sy="-100000" algn="bl" rotWithShape="0"/>
          </a:effectLst>
        </p:spPr>
        <p:style>
          <a:lnRef idx="1">
            <a:schemeClr val="accent1"/>
          </a:lnRef>
          <a:fillRef idx="0">
            <a:schemeClr val="accent1"/>
          </a:fillRef>
          <a:effectRef idx="0">
            <a:schemeClr val="accent1"/>
          </a:effectRef>
          <a:fontRef idx="minor">
            <a:schemeClr val="tx1"/>
          </a:fontRef>
        </p:style>
      </p:cxnSp>
      <p:sp>
        <p:nvSpPr>
          <p:cNvPr id="31" name="Oval 30">
            <a:extLst>
              <a:ext uri="{FF2B5EF4-FFF2-40B4-BE49-F238E27FC236}">
                <a16:creationId xmlns:a16="http://schemas.microsoft.com/office/drawing/2014/main" id="{2FBD8D45-2805-451C-ACF7-306544B70ED0}"/>
              </a:ext>
              <a:ext uri="{C183D7F6-B498-43B3-948B-1728B52AA6E4}">
                <adec:decorative xmlns:adec="http://schemas.microsoft.com/office/drawing/2017/decorative" val="1"/>
              </a:ext>
            </a:extLst>
          </p:cNvPr>
          <p:cNvSpPr>
            <a:spLocks noChangeAspect="1"/>
          </p:cNvSpPr>
          <p:nvPr/>
        </p:nvSpPr>
        <p:spPr>
          <a:xfrm>
            <a:off x="2430280" y="2025295"/>
            <a:ext cx="457200" cy="457200"/>
          </a:xfrm>
          <a:prstGeom prst="ellipse">
            <a:avLst/>
          </a:prstGeom>
          <a:solidFill>
            <a:schemeClr val="accent5"/>
          </a:solidFill>
          <a:ln>
            <a:noFill/>
          </a:ln>
          <a:scene3d>
            <a:camera prst="orthographicFront">
              <a:rot lat="0" lon="0" rev="0"/>
            </a:camera>
            <a:lightRig rig="twoPt" dir="tl"/>
          </a:scene3d>
        </p:spPr>
        <p:style>
          <a:lnRef idx="0">
            <a:schemeClr val="accent5"/>
          </a:lnRef>
          <a:fillRef idx="3">
            <a:schemeClr val="accent5"/>
          </a:fillRef>
          <a:effectRef idx="3">
            <a:schemeClr val="accent5"/>
          </a:effectRef>
          <a:fontRef idx="minor">
            <a:schemeClr val="lt1"/>
          </a:fontRef>
        </p:style>
        <p:txBody>
          <a:bodyPr lIns="45720" rIns="45720" rtlCol="0" anchor="ctr"/>
          <a:lstStyle/>
          <a:p>
            <a:pPr algn="ctr"/>
            <a:r>
              <a:rPr lang="en-US" sz="1600" dirty="0">
                <a:solidFill>
                  <a:schemeClr val="bg1"/>
                </a:solidFill>
              </a:rPr>
              <a:t>1</a:t>
            </a:r>
          </a:p>
        </p:txBody>
      </p:sp>
      <p:pic>
        <p:nvPicPr>
          <p:cNvPr id="32" name="Graphic 31" descr="Model resource icon for the Amazon SageMaker service.">
            <a:extLst>
              <a:ext uri="{FF2B5EF4-FFF2-40B4-BE49-F238E27FC236}">
                <a16:creationId xmlns:a16="http://schemas.microsoft.com/office/drawing/2014/main" id="{2D044937-0FE6-4D45-BF4C-8DB40AC00F54}"/>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5898784" y="2139485"/>
            <a:ext cx="894442" cy="894442"/>
          </a:xfrm>
          <a:prstGeom prst="rect">
            <a:avLst/>
          </a:prstGeom>
        </p:spPr>
      </p:pic>
      <p:sp>
        <p:nvSpPr>
          <p:cNvPr id="33" name="TextBox 20">
            <a:extLst>
              <a:ext uri="{FF2B5EF4-FFF2-40B4-BE49-F238E27FC236}">
                <a16:creationId xmlns:a16="http://schemas.microsoft.com/office/drawing/2014/main" id="{56C697DE-1EAE-4ACA-92A5-6128C94DE306}"/>
              </a:ext>
            </a:extLst>
          </p:cNvPr>
          <p:cNvSpPr txBox="1">
            <a:spLocks noChangeArrowheads="1"/>
          </p:cNvSpPr>
          <p:nvPr/>
        </p:nvSpPr>
        <p:spPr bwMode="auto">
          <a:xfrm>
            <a:off x="5781161" y="3033234"/>
            <a:ext cx="1129688"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600" dirty="0">
                <a:latin typeface="Amazon Ember" panose="020B0603020204020204" pitchFamily="34" charset="0"/>
                <a:ea typeface="Amazon Ember" panose="020B0603020204020204" pitchFamily="34" charset="0"/>
                <a:cs typeface="Amazon Ember" panose="020B0603020204020204" pitchFamily="34" charset="0"/>
              </a:rPr>
              <a:t>Trained model</a:t>
            </a:r>
          </a:p>
        </p:txBody>
      </p:sp>
      <p:cxnSp>
        <p:nvCxnSpPr>
          <p:cNvPr id="34" name="Straight Arrow Connector 3">
            <a:extLst>
              <a:ext uri="{FF2B5EF4-FFF2-40B4-BE49-F238E27FC236}">
                <a16:creationId xmlns:a16="http://schemas.microsoft.com/office/drawing/2014/main" id="{C3E96061-C9D8-4C5F-83CE-A1145D518EA8}"/>
              </a:ext>
            </a:extLst>
          </p:cNvPr>
          <p:cNvCxnSpPr>
            <a:cxnSpLocks/>
            <a:stCxn id="13" idx="3"/>
            <a:endCxn id="32" idx="1"/>
          </p:cNvCxnSpPr>
          <p:nvPr/>
        </p:nvCxnSpPr>
        <p:spPr>
          <a:xfrm>
            <a:off x="4384337" y="2583673"/>
            <a:ext cx="1514447" cy="3033"/>
          </a:xfrm>
          <a:prstGeom prst="straightConnector1">
            <a:avLst/>
          </a:prstGeom>
          <a:ln w="25400" cmpd="sng">
            <a:solidFill>
              <a:schemeClr val="tx2"/>
            </a:solidFill>
            <a:prstDash val="solid"/>
            <a:tailEnd type="arrow" w="lg" len="sm"/>
          </a:ln>
          <a:effectLst>
            <a:outerShdw blurRad="63500" dist="37357" dir="2700000" sx="0" sy="0" rotWithShape="0">
              <a:scrgbClr r="0" g="0" b="0"/>
            </a:outerShdw>
            <a:reflection endPos="0" dir="5400000" sy="-100000" algn="bl" rotWithShape="0"/>
          </a:effectLst>
        </p:spPr>
        <p:style>
          <a:lnRef idx="1">
            <a:schemeClr val="accent1"/>
          </a:lnRef>
          <a:fillRef idx="0">
            <a:schemeClr val="accent1"/>
          </a:fillRef>
          <a:effectRef idx="0">
            <a:schemeClr val="accent1"/>
          </a:effectRef>
          <a:fontRef idx="minor">
            <a:schemeClr val="tx1"/>
          </a:fontRef>
        </p:style>
      </p:cxnSp>
      <p:sp>
        <p:nvSpPr>
          <p:cNvPr id="37" name="Oval 36">
            <a:extLst>
              <a:ext uri="{FF2B5EF4-FFF2-40B4-BE49-F238E27FC236}">
                <a16:creationId xmlns:a16="http://schemas.microsoft.com/office/drawing/2014/main" id="{D9CB1E2B-66D4-4DF4-9D58-15410A75B037}"/>
              </a:ext>
              <a:ext uri="{C183D7F6-B498-43B3-948B-1728B52AA6E4}">
                <adec:decorative xmlns:adec="http://schemas.microsoft.com/office/drawing/2017/decorative" val="1"/>
              </a:ext>
            </a:extLst>
          </p:cNvPr>
          <p:cNvSpPr>
            <a:spLocks noChangeAspect="1"/>
          </p:cNvSpPr>
          <p:nvPr/>
        </p:nvSpPr>
        <p:spPr>
          <a:xfrm>
            <a:off x="4865951" y="2025295"/>
            <a:ext cx="457200" cy="457200"/>
          </a:xfrm>
          <a:prstGeom prst="ellipse">
            <a:avLst/>
          </a:prstGeom>
          <a:solidFill>
            <a:schemeClr val="accent5"/>
          </a:solidFill>
          <a:ln>
            <a:noFill/>
          </a:ln>
          <a:scene3d>
            <a:camera prst="orthographicFront">
              <a:rot lat="0" lon="0" rev="0"/>
            </a:camera>
            <a:lightRig rig="twoPt" dir="tl"/>
          </a:scene3d>
        </p:spPr>
        <p:style>
          <a:lnRef idx="0">
            <a:schemeClr val="accent5"/>
          </a:lnRef>
          <a:fillRef idx="3">
            <a:schemeClr val="accent5"/>
          </a:fillRef>
          <a:effectRef idx="3">
            <a:schemeClr val="accent5"/>
          </a:effectRef>
          <a:fontRef idx="minor">
            <a:schemeClr val="lt1"/>
          </a:fontRef>
        </p:style>
        <p:txBody>
          <a:bodyPr lIns="45720" rIns="45720" rtlCol="0" anchor="ctr"/>
          <a:lstStyle/>
          <a:p>
            <a:pPr algn="ctr"/>
            <a:r>
              <a:rPr lang="en-US" sz="1600" dirty="0">
                <a:solidFill>
                  <a:schemeClr val="bg1"/>
                </a:solidFill>
              </a:rPr>
              <a:t>2</a:t>
            </a:r>
          </a:p>
        </p:txBody>
      </p:sp>
      <p:pic>
        <p:nvPicPr>
          <p:cNvPr id="38" name="Graphic 37">
            <a:extLst>
              <a:ext uri="{FF2B5EF4-FFF2-40B4-BE49-F238E27FC236}">
                <a16:creationId xmlns:a16="http://schemas.microsoft.com/office/drawing/2014/main" id="{38EAE016-89B9-4E42-9283-75F081A6144B}"/>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8252324" y="2025295"/>
            <a:ext cx="1248478" cy="1248478"/>
          </a:xfrm>
          <a:prstGeom prst="rect">
            <a:avLst/>
          </a:prstGeom>
        </p:spPr>
      </p:pic>
      <p:cxnSp>
        <p:nvCxnSpPr>
          <p:cNvPr id="39" name="Straight Arrow Connector 3">
            <a:extLst>
              <a:ext uri="{FF2B5EF4-FFF2-40B4-BE49-F238E27FC236}">
                <a16:creationId xmlns:a16="http://schemas.microsoft.com/office/drawing/2014/main" id="{8547A068-D7C7-4492-914E-C514B285A076}"/>
              </a:ext>
            </a:extLst>
          </p:cNvPr>
          <p:cNvCxnSpPr>
            <a:cxnSpLocks/>
          </p:cNvCxnSpPr>
          <p:nvPr/>
        </p:nvCxnSpPr>
        <p:spPr>
          <a:xfrm>
            <a:off x="6877210" y="2595512"/>
            <a:ext cx="1514447" cy="3033"/>
          </a:xfrm>
          <a:prstGeom prst="straightConnector1">
            <a:avLst/>
          </a:prstGeom>
          <a:ln w="25400" cmpd="sng">
            <a:solidFill>
              <a:schemeClr val="tx2"/>
            </a:solidFill>
            <a:prstDash val="solid"/>
            <a:tailEnd type="arrow" w="lg" len="sm"/>
          </a:ln>
          <a:effectLst>
            <a:outerShdw blurRad="63500" dist="37357" dir="2700000" sx="0" sy="0" rotWithShape="0">
              <a:scrgbClr r="0" g="0" b="0"/>
            </a:outerShdw>
            <a:reflection endPos="0" dir="5400000" sy="-100000" algn="bl" rotWithShape="0"/>
          </a:effectLst>
        </p:spPr>
        <p:style>
          <a:lnRef idx="1">
            <a:schemeClr val="accent1"/>
          </a:lnRef>
          <a:fillRef idx="0">
            <a:schemeClr val="accent1"/>
          </a:fillRef>
          <a:effectRef idx="0">
            <a:schemeClr val="accent1"/>
          </a:effectRef>
          <a:fontRef idx="minor">
            <a:schemeClr val="tx1"/>
          </a:fontRef>
        </p:style>
      </p:cxnSp>
      <p:sp>
        <p:nvSpPr>
          <p:cNvPr id="40" name="Oval 39">
            <a:extLst>
              <a:ext uri="{FF2B5EF4-FFF2-40B4-BE49-F238E27FC236}">
                <a16:creationId xmlns:a16="http://schemas.microsoft.com/office/drawing/2014/main" id="{E94358D3-AB25-4584-AC2F-6D0AAA3851E0}"/>
              </a:ext>
              <a:ext uri="{C183D7F6-B498-43B3-948B-1728B52AA6E4}">
                <adec:decorative xmlns:adec="http://schemas.microsoft.com/office/drawing/2017/decorative" val="1"/>
              </a:ext>
            </a:extLst>
          </p:cNvPr>
          <p:cNvSpPr>
            <a:spLocks noChangeAspect="1"/>
          </p:cNvSpPr>
          <p:nvPr/>
        </p:nvSpPr>
        <p:spPr>
          <a:xfrm>
            <a:off x="7502549" y="2025295"/>
            <a:ext cx="457200" cy="457200"/>
          </a:xfrm>
          <a:prstGeom prst="ellipse">
            <a:avLst/>
          </a:prstGeom>
          <a:solidFill>
            <a:schemeClr val="accent5"/>
          </a:solidFill>
          <a:ln>
            <a:noFill/>
          </a:ln>
          <a:scene3d>
            <a:camera prst="orthographicFront">
              <a:rot lat="0" lon="0" rev="0"/>
            </a:camera>
            <a:lightRig rig="twoPt" dir="tl"/>
          </a:scene3d>
        </p:spPr>
        <p:style>
          <a:lnRef idx="0">
            <a:schemeClr val="accent5"/>
          </a:lnRef>
          <a:fillRef idx="3">
            <a:schemeClr val="accent5"/>
          </a:fillRef>
          <a:effectRef idx="3">
            <a:schemeClr val="accent5"/>
          </a:effectRef>
          <a:fontRef idx="minor">
            <a:schemeClr val="lt1"/>
          </a:fontRef>
        </p:style>
        <p:txBody>
          <a:bodyPr lIns="45720" rIns="45720" rtlCol="0" anchor="ctr"/>
          <a:lstStyle/>
          <a:p>
            <a:pPr algn="ctr"/>
            <a:r>
              <a:rPr lang="en-US" sz="1600" dirty="0">
                <a:solidFill>
                  <a:schemeClr val="bg1"/>
                </a:solidFill>
              </a:rPr>
              <a:t>3</a:t>
            </a:r>
          </a:p>
        </p:txBody>
      </p:sp>
      <p:sp>
        <p:nvSpPr>
          <p:cNvPr id="41" name="TextBox 20">
            <a:extLst>
              <a:ext uri="{FF2B5EF4-FFF2-40B4-BE49-F238E27FC236}">
                <a16:creationId xmlns:a16="http://schemas.microsoft.com/office/drawing/2014/main" id="{95752A6C-F81F-406E-8D63-754FA1407F23}"/>
              </a:ext>
            </a:extLst>
          </p:cNvPr>
          <p:cNvSpPr txBox="1">
            <a:spLocks noChangeArrowheads="1"/>
          </p:cNvSpPr>
          <p:nvPr/>
        </p:nvSpPr>
        <p:spPr bwMode="auto">
          <a:xfrm>
            <a:off x="7802200" y="3052712"/>
            <a:ext cx="1824756"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600" dirty="0">
                <a:latin typeface="Amazon Ember" panose="020B0603020204020204" pitchFamily="34" charset="0"/>
                <a:ea typeface="Amazon Ember" panose="020B0603020204020204" pitchFamily="34" charset="0"/>
                <a:cs typeface="Amazon Ember" panose="020B0603020204020204" pitchFamily="34" charset="0"/>
              </a:rPr>
              <a:t>Model training scores report</a:t>
            </a:r>
          </a:p>
        </p:txBody>
      </p:sp>
      <p:pic>
        <p:nvPicPr>
          <p:cNvPr id="43" name="Graphic 28" descr="Shadow testing resource icon for the Amazon SageMaker service.">
            <a:extLst>
              <a:ext uri="{FF2B5EF4-FFF2-40B4-BE49-F238E27FC236}">
                <a16:creationId xmlns:a16="http://schemas.microsoft.com/office/drawing/2014/main" id="{E3593E9F-57B2-4A8C-81E1-EFA3DE28097B}"/>
              </a:ext>
            </a:extLst>
          </p:cNvPr>
          <p:cNvPicPr>
            <a:picLocks noChangeAspect="1" noChangeArrowheads="1"/>
          </p:cNvPicPr>
          <p:nvPr/>
        </p:nvPicPr>
        <p:blipFill>
          <a:blip r:embed="rId17">
            <a:extLst>
              <a:ext uri="{96DAC541-7B7A-43D3-8B79-37D633B846F1}">
                <asvg:svgBlip xmlns:asvg="http://schemas.microsoft.com/office/drawing/2016/SVG/main" r:embed="rId18"/>
              </a:ext>
            </a:extLst>
          </a:blip>
          <a:srcRect/>
          <a:stretch/>
        </p:blipFill>
        <p:spPr bwMode="auto">
          <a:xfrm>
            <a:off x="8424010" y="4294993"/>
            <a:ext cx="891570" cy="8915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44" name="Straight Arrow Connector 3">
            <a:extLst>
              <a:ext uri="{FF2B5EF4-FFF2-40B4-BE49-F238E27FC236}">
                <a16:creationId xmlns:a16="http://schemas.microsoft.com/office/drawing/2014/main" id="{3186FDF8-8EBF-4283-9FC3-986008BF6861}"/>
              </a:ext>
            </a:extLst>
          </p:cNvPr>
          <p:cNvCxnSpPr>
            <a:cxnSpLocks/>
            <a:stCxn id="38" idx="3"/>
            <a:endCxn id="43" idx="3"/>
          </p:cNvCxnSpPr>
          <p:nvPr/>
        </p:nvCxnSpPr>
        <p:spPr>
          <a:xfrm flipH="1">
            <a:off x="9315580" y="2649534"/>
            <a:ext cx="185222" cy="2091244"/>
          </a:xfrm>
          <a:prstGeom prst="bentConnector3">
            <a:avLst>
              <a:gd name="adj1" fmla="val -123419"/>
            </a:avLst>
          </a:prstGeom>
          <a:ln w="25400" cmpd="sng">
            <a:solidFill>
              <a:schemeClr val="tx2"/>
            </a:solidFill>
            <a:prstDash val="solid"/>
            <a:tailEnd type="arrow" w="lg" len="sm"/>
          </a:ln>
          <a:effectLst>
            <a:outerShdw blurRad="63500" dist="37357" dir="2700000" sx="0" sy="0" rotWithShape="0">
              <a:scrgbClr r="0" g="0" b="0"/>
            </a:outerShdw>
            <a:reflection endPos="0" dir="5400000" sy="-100000" algn="bl" rotWithShape="0"/>
          </a:effectLst>
        </p:spPr>
        <p:style>
          <a:lnRef idx="1">
            <a:schemeClr val="accent1"/>
          </a:lnRef>
          <a:fillRef idx="0">
            <a:schemeClr val="accent1"/>
          </a:fillRef>
          <a:effectRef idx="0">
            <a:schemeClr val="accent1"/>
          </a:effectRef>
          <a:fontRef idx="minor">
            <a:schemeClr val="tx1"/>
          </a:fontRef>
        </p:style>
      </p:cxnSp>
      <p:sp>
        <p:nvSpPr>
          <p:cNvPr id="48" name="Oval 47">
            <a:extLst>
              <a:ext uri="{FF2B5EF4-FFF2-40B4-BE49-F238E27FC236}">
                <a16:creationId xmlns:a16="http://schemas.microsoft.com/office/drawing/2014/main" id="{576E5A2A-15DF-4BDB-A67E-6DBBF7B6504E}"/>
              </a:ext>
              <a:ext uri="{C183D7F6-B498-43B3-948B-1728B52AA6E4}">
                <adec:decorative xmlns:adec="http://schemas.microsoft.com/office/drawing/2017/decorative" val="1"/>
              </a:ext>
            </a:extLst>
          </p:cNvPr>
          <p:cNvSpPr>
            <a:spLocks noChangeAspect="1"/>
          </p:cNvSpPr>
          <p:nvPr/>
        </p:nvSpPr>
        <p:spPr>
          <a:xfrm>
            <a:off x="9829188" y="2995172"/>
            <a:ext cx="457200" cy="457200"/>
          </a:xfrm>
          <a:prstGeom prst="ellipse">
            <a:avLst/>
          </a:prstGeom>
          <a:solidFill>
            <a:schemeClr val="accent5"/>
          </a:solidFill>
          <a:ln>
            <a:noFill/>
          </a:ln>
          <a:scene3d>
            <a:camera prst="orthographicFront">
              <a:rot lat="0" lon="0" rev="0"/>
            </a:camera>
            <a:lightRig rig="twoPt" dir="tl"/>
          </a:scene3d>
        </p:spPr>
        <p:style>
          <a:lnRef idx="0">
            <a:schemeClr val="accent5"/>
          </a:lnRef>
          <a:fillRef idx="3">
            <a:schemeClr val="accent5"/>
          </a:fillRef>
          <a:effectRef idx="3">
            <a:schemeClr val="accent5"/>
          </a:effectRef>
          <a:fontRef idx="minor">
            <a:schemeClr val="lt1"/>
          </a:fontRef>
        </p:style>
        <p:txBody>
          <a:bodyPr lIns="45720" rIns="45720" rtlCol="0" anchor="ctr"/>
          <a:lstStyle/>
          <a:p>
            <a:pPr algn="ctr"/>
            <a:r>
              <a:rPr lang="en-US" sz="1600" dirty="0">
                <a:solidFill>
                  <a:schemeClr val="bg1"/>
                </a:solidFill>
              </a:rPr>
              <a:t>4</a:t>
            </a:r>
          </a:p>
        </p:txBody>
      </p:sp>
      <p:sp>
        <p:nvSpPr>
          <p:cNvPr id="49" name="TextBox 20">
            <a:extLst>
              <a:ext uri="{FF2B5EF4-FFF2-40B4-BE49-F238E27FC236}">
                <a16:creationId xmlns:a16="http://schemas.microsoft.com/office/drawing/2014/main" id="{D659334A-F298-4157-A1A4-8FB55EB506D6}"/>
              </a:ext>
            </a:extLst>
          </p:cNvPr>
          <p:cNvSpPr txBox="1">
            <a:spLocks noChangeArrowheads="1"/>
          </p:cNvSpPr>
          <p:nvPr/>
        </p:nvSpPr>
        <p:spPr bwMode="auto">
          <a:xfrm>
            <a:off x="8251642" y="5140543"/>
            <a:ext cx="123630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600" dirty="0">
                <a:latin typeface="Amazon Ember" panose="020B0603020204020204" pitchFamily="34" charset="0"/>
                <a:ea typeface="Amazon Ember" panose="020B0603020204020204" pitchFamily="34" charset="0"/>
                <a:cs typeface="Amazon Ember" panose="020B0603020204020204" pitchFamily="34" charset="0"/>
              </a:rPr>
              <a:t>Model test predictions</a:t>
            </a:r>
          </a:p>
        </p:txBody>
      </p:sp>
      <p:pic>
        <p:nvPicPr>
          <p:cNvPr id="50" name="Graphic 22" descr="Amazon SageMaker service icon.">
            <a:extLst>
              <a:ext uri="{FF2B5EF4-FFF2-40B4-BE49-F238E27FC236}">
                <a16:creationId xmlns:a16="http://schemas.microsoft.com/office/drawing/2014/main" id="{34CA6023-4738-439C-83FD-3850663F0387}"/>
              </a:ext>
            </a:extLst>
          </p:cNvPr>
          <p:cNvPicPr>
            <a:picLocks noChangeAspect="1" noChangeArrowheads="1"/>
          </p:cNvPicPr>
          <p:nvPr/>
        </p:nvPicPr>
        <p:blipFill>
          <a:blip r:embed="rId19">
            <a:extLst>
              <a:ext uri="{96DAC541-7B7A-43D3-8B79-37D633B846F1}">
                <asvg:svgBlip xmlns:asvg="http://schemas.microsoft.com/office/drawing/2016/SVG/main" r:embed="rId20"/>
              </a:ext>
            </a:extLst>
          </a:blip>
          <a:srcRect/>
          <a:stretch/>
        </p:blipFill>
        <p:spPr bwMode="auto">
          <a:xfrm>
            <a:off x="10703136" y="3456566"/>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1" name="Straight Arrow Connector 3">
            <a:extLst>
              <a:ext uri="{FF2B5EF4-FFF2-40B4-BE49-F238E27FC236}">
                <a16:creationId xmlns:a16="http://schemas.microsoft.com/office/drawing/2014/main" id="{7E908A80-CCD5-4E30-B5B1-25351A76A3EE}"/>
              </a:ext>
            </a:extLst>
          </p:cNvPr>
          <p:cNvCxnSpPr>
            <a:cxnSpLocks/>
            <a:stCxn id="49" idx="3"/>
            <a:endCxn id="54" idx="2"/>
          </p:cNvCxnSpPr>
          <p:nvPr/>
        </p:nvCxnSpPr>
        <p:spPr>
          <a:xfrm flipV="1">
            <a:off x="9487949" y="4873428"/>
            <a:ext cx="1629663" cy="559503"/>
          </a:xfrm>
          <a:prstGeom prst="bentConnector2">
            <a:avLst/>
          </a:prstGeom>
          <a:ln w="25400" cmpd="sng">
            <a:solidFill>
              <a:schemeClr val="tx2"/>
            </a:solidFill>
            <a:prstDash val="sysDot"/>
            <a:tailEnd type="arrow" w="lg" len="sm"/>
          </a:ln>
          <a:effectLst>
            <a:outerShdw blurRad="63500" dist="37357" dir="2700000" sx="0" sy="0" rotWithShape="0">
              <a:scrgbClr r="0" g="0" b="0"/>
            </a:outerShdw>
            <a:reflection endPos="0" dir="5400000" sy="-100000" algn="bl" rotWithShape="0"/>
          </a:effectLst>
        </p:spPr>
        <p:style>
          <a:lnRef idx="1">
            <a:schemeClr val="accent1"/>
          </a:lnRef>
          <a:fillRef idx="0">
            <a:schemeClr val="accent1"/>
          </a:fillRef>
          <a:effectRef idx="0">
            <a:schemeClr val="accent1"/>
          </a:effectRef>
          <a:fontRef idx="minor">
            <a:schemeClr val="tx1"/>
          </a:fontRef>
        </p:style>
      </p:cxnSp>
      <p:sp>
        <p:nvSpPr>
          <p:cNvPr id="54" name="TextBox 20">
            <a:extLst>
              <a:ext uri="{FF2B5EF4-FFF2-40B4-BE49-F238E27FC236}">
                <a16:creationId xmlns:a16="http://schemas.microsoft.com/office/drawing/2014/main" id="{52F4C26F-6DB7-4E1E-8CF0-AE8E683F5F61}"/>
              </a:ext>
            </a:extLst>
          </p:cNvPr>
          <p:cNvSpPr txBox="1">
            <a:spLocks noChangeArrowheads="1"/>
          </p:cNvSpPr>
          <p:nvPr/>
        </p:nvSpPr>
        <p:spPr bwMode="auto">
          <a:xfrm>
            <a:off x="10095802" y="4288653"/>
            <a:ext cx="2043619"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600" dirty="0">
                <a:latin typeface="Amazon Ember" panose="020B0603020204020204" pitchFamily="34" charset="0"/>
                <a:ea typeface="Amazon Ember" panose="020B0603020204020204" pitchFamily="34" charset="0"/>
                <a:cs typeface="Amazon Ember" panose="020B0603020204020204" pitchFamily="34" charset="0"/>
              </a:rPr>
              <a:t>Amazon SageMaker model registry</a:t>
            </a:r>
          </a:p>
        </p:txBody>
      </p:sp>
      <p:sp>
        <p:nvSpPr>
          <p:cNvPr id="55" name="Oval 54">
            <a:extLst>
              <a:ext uri="{FF2B5EF4-FFF2-40B4-BE49-F238E27FC236}">
                <a16:creationId xmlns:a16="http://schemas.microsoft.com/office/drawing/2014/main" id="{7308B010-A924-4D1D-931A-AE9DDDDBCD48}"/>
              </a:ext>
              <a:ext uri="{C183D7F6-B498-43B3-948B-1728B52AA6E4}">
                <adec:decorative xmlns:adec="http://schemas.microsoft.com/office/drawing/2017/decorative" val="1"/>
              </a:ext>
            </a:extLst>
          </p:cNvPr>
          <p:cNvSpPr>
            <a:spLocks noChangeAspect="1"/>
          </p:cNvSpPr>
          <p:nvPr/>
        </p:nvSpPr>
        <p:spPr>
          <a:xfrm>
            <a:off x="9829188" y="4835660"/>
            <a:ext cx="457200" cy="457200"/>
          </a:xfrm>
          <a:prstGeom prst="ellipse">
            <a:avLst/>
          </a:prstGeom>
          <a:solidFill>
            <a:schemeClr val="accent5"/>
          </a:solidFill>
          <a:ln>
            <a:noFill/>
          </a:ln>
          <a:scene3d>
            <a:camera prst="orthographicFront">
              <a:rot lat="0" lon="0" rev="0"/>
            </a:camera>
            <a:lightRig rig="twoPt" dir="tl"/>
          </a:scene3d>
        </p:spPr>
        <p:style>
          <a:lnRef idx="0">
            <a:schemeClr val="accent5"/>
          </a:lnRef>
          <a:fillRef idx="3">
            <a:schemeClr val="accent5"/>
          </a:fillRef>
          <a:effectRef idx="3">
            <a:schemeClr val="accent5"/>
          </a:effectRef>
          <a:fontRef idx="minor">
            <a:schemeClr val="lt1"/>
          </a:fontRef>
        </p:style>
        <p:txBody>
          <a:bodyPr lIns="45720" rIns="45720" rtlCol="0" anchor="ctr"/>
          <a:lstStyle/>
          <a:p>
            <a:pPr algn="ctr"/>
            <a:r>
              <a:rPr lang="en-US" sz="1600" dirty="0">
                <a:solidFill>
                  <a:schemeClr val="bg1"/>
                </a:solidFill>
              </a:rPr>
              <a:t>5</a:t>
            </a:r>
          </a:p>
        </p:txBody>
      </p:sp>
      <p:cxnSp>
        <p:nvCxnSpPr>
          <p:cNvPr id="62" name="Straight Arrow Connector 3">
            <a:extLst>
              <a:ext uri="{FF2B5EF4-FFF2-40B4-BE49-F238E27FC236}">
                <a16:creationId xmlns:a16="http://schemas.microsoft.com/office/drawing/2014/main" id="{80F06DAD-B7AD-4CA9-9502-1B5EC0A6515B}"/>
              </a:ext>
            </a:extLst>
          </p:cNvPr>
          <p:cNvCxnSpPr>
            <a:cxnSpLocks/>
            <a:stCxn id="43" idx="1"/>
            <a:endCxn id="65" idx="3"/>
          </p:cNvCxnSpPr>
          <p:nvPr/>
        </p:nvCxnSpPr>
        <p:spPr>
          <a:xfrm flipH="1" flipV="1">
            <a:off x="6823050" y="4733343"/>
            <a:ext cx="1600960" cy="7435"/>
          </a:xfrm>
          <a:prstGeom prst="straightConnector1">
            <a:avLst/>
          </a:prstGeom>
          <a:ln w="25400" cmpd="sng">
            <a:solidFill>
              <a:schemeClr val="tx2"/>
            </a:solidFill>
            <a:prstDash val="solid"/>
            <a:tailEnd type="arrow" w="lg" len="sm"/>
          </a:ln>
          <a:effectLst>
            <a:outerShdw blurRad="63500" dist="37357" dir="2700000" sx="0" sy="0" rotWithShape="0">
              <a:scrgbClr r="0" g="0" b="0"/>
            </a:outerShdw>
            <a:reflection endPos="0" dir="5400000" sy="-100000" algn="bl" rotWithShape="0"/>
          </a:effectLst>
        </p:spPr>
        <p:style>
          <a:lnRef idx="1">
            <a:schemeClr val="accent1"/>
          </a:lnRef>
          <a:fillRef idx="0">
            <a:schemeClr val="accent1"/>
          </a:fillRef>
          <a:effectRef idx="0">
            <a:schemeClr val="accent1"/>
          </a:effectRef>
          <a:fontRef idx="minor">
            <a:schemeClr val="tx1"/>
          </a:fontRef>
        </p:style>
      </p:cxnSp>
      <p:pic>
        <p:nvPicPr>
          <p:cNvPr id="65" name="Graphic 64" descr="Model resource icon for the Amazon SageMaker service.">
            <a:extLst>
              <a:ext uri="{FF2B5EF4-FFF2-40B4-BE49-F238E27FC236}">
                <a16:creationId xmlns:a16="http://schemas.microsoft.com/office/drawing/2014/main" id="{A13E642D-52FD-4812-AD0E-58391FC25997}"/>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5928608" y="4286122"/>
            <a:ext cx="894442" cy="894442"/>
          </a:xfrm>
          <a:prstGeom prst="rect">
            <a:avLst/>
          </a:prstGeom>
        </p:spPr>
      </p:pic>
      <p:sp>
        <p:nvSpPr>
          <p:cNvPr id="66" name="TextBox 20">
            <a:extLst>
              <a:ext uri="{FF2B5EF4-FFF2-40B4-BE49-F238E27FC236}">
                <a16:creationId xmlns:a16="http://schemas.microsoft.com/office/drawing/2014/main" id="{71B85E10-E7C6-4017-871D-8FB4929C70D3}"/>
              </a:ext>
            </a:extLst>
          </p:cNvPr>
          <p:cNvSpPr txBox="1">
            <a:spLocks noChangeArrowheads="1"/>
          </p:cNvSpPr>
          <p:nvPr/>
        </p:nvSpPr>
        <p:spPr bwMode="auto">
          <a:xfrm>
            <a:off x="5439921" y="5129769"/>
            <a:ext cx="1986969"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600" dirty="0">
                <a:latin typeface="Amazon Ember" panose="020B0603020204020204" pitchFamily="34" charset="0"/>
                <a:ea typeface="Amazon Ember" panose="020B0603020204020204" pitchFamily="34" charset="0"/>
                <a:cs typeface="Amazon Ember" panose="020B0603020204020204" pitchFamily="34" charset="0"/>
              </a:rPr>
              <a:t>Deployed production model</a:t>
            </a:r>
          </a:p>
        </p:txBody>
      </p:sp>
      <p:sp>
        <p:nvSpPr>
          <p:cNvPr id="68" name="Oval 67">
            <a:extLst>
              <a:ext uri="{FF2B5EF4-FFF2-40B4-BE49-F238E27FC236}">
                <a16:creationId xmlns:a16="http://schemas.microsoft.com/office/drawing/2014/main" id="{343D2A43-6315-4607-B074-E9CDB35804F1}"/>
              </a:ext>
              <a:ext uri="{C183D7F6-B498-43B3-948B-1728B52AA6E4}">
                <adec:decorative xmlns:adec="http://schemas.microsoft.com/office/drawing/2017/decorative" val="1"/>
              </a:ext>
            </a:extLst>
          </p:cNvPr>
          <p:cNvSpPr>
            <a:spLocks noChangeAspect="1"/>
          </p:cNvSpPr>
          <p:nvPr/>
        </p:nvSpPr>
        <p:spPr>
          <a:xfrm>
            <a:off x="7502549" y="4835660"/>
            <a:ext cx="457200" cy="457200"/>
          </a:xfrm>
          <a:prstGeom prst="ellipse">
            <a:avLst/>
          </a:prstGeom>
          <a:solidFill>
            <a:schemeClr val="accent5"/>
          </a:solidFill>
          <a:ln>
            <a:noFill/>
          </a:ln>
          <a:scene3d>
            <a:camera prst="orthographicFront">
              <a:rot lat="0" lon="0" rev="0"/>
            </a:camera>
            <a:lightRig rig="twoPt" dir="tl"/>
          </a:scene3d>
        </p:spPr>
        <p:style>
          <a:lnRef idx="0">
            <a:schemeClr val="accent5"/>
          </a:lnRef>
          <a:fillRef idx="3">
            <a:schemeClr val="accent5"/>
          </a:fillRef>
          <a:effectRef idx="3">
            <a:schemeClr val="accent5"/>
          </a:effectRef>
          <a:fontRef idx="minor">
            <a:schemeClr val="lt1"/>
          </a:fontRef>
        </p:style>
        <p:txBody>
          <a:bodyPr lIns="45720" rIns="45720" rtlCol="0" anchor="ctr"/>
          <a:lstStyle/>
          <a:p>
            <a:pPr algn="ctr"/>
            <a:r>
              <a:rPr lang="en-US" sz="1600" dirty="0">
                <a:solidFill>
                  <a:schemeClr val="bg1"/>
                </a:solidFill>
              </a:rPr>
              <a:t>6</a:t>
            </a:r>
          </a:p>
        </p:txBody>
      </p:sp>
      <p:pic>
        <p:nvPicPr>
          <p:cNvPr id="69" name="Graphic 28" descr="Shadow testing resource icon for the Amazon SageMaker service.">
            <a:extLst>
              <a:ext uri="{FF2B5EF4-FFF2-40B4-BE49-F238E27FC236}">
                <a16:creationId xmlns:a16="http://schemas.microsoft.com/office/drawing/2014/main" id="{9E6BCE2B-5C4C-403C-8E70-485753439543}"/>
              </a:ext>
            </a:extLst>
          </p:cNvPr>
          <p:cNvPicPr>
            <a:picLocks noChangeAspect="1" noChangeArrowheads="1"/>
          </p:cNvPicPr>
          <p:nvPr/>
        </p:nvPicPr>
        <p:blipFill>
          <a:blip r:embed="rId17">
            <a:extLst>
              <a:ext uri="{96DAC541-7B7A-43D3-8B79-37D633B846F1}">
                <asvg:svgBlip xmlns:asvg="http://schemas.microsoft.com/office/drawing/2016/SVG/main" r:embed="rId18"/>
              </a:ext>
            </a:extLst>
          </a:blip>
          <a:srcRect/>
          <a:stretch/>
        </p:blipFill>
        <p:spPr bwMode="auto">
          <a:xfrm>
            <a:off x="3354403" y="4294993"/>
            <a:ext cx="891570" cy="8915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0" name="TextBox 20">
            <a:extLst>
              <a:ext uri="{FF2B5EF4-FFF2-40B4-BE49-F238E27FC236}">
                <a16:creationId xmlns:a16="http://schemas.microsoft.com/office/drawing/2014/main" id="{19A3AEE2-E354-41E0-9A8F-A46A3E5A7F54}"/>
              </a:ext>
            </a:extLst>
          </p:cNvPr>
          <p:cNvSpPr txBox="1">
            <a:spLocks noChangeArrowheads="1"/>
          </p:cNvSpPr>
          <p:nvPr/>
        </p:nvSpPr>
        <p:spPr bwMode="auto">
          <a:xfrm>
            <a:off x="2887810" y="5140543"/>
            <a:ext cx="1824756"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600" dirty="0">
                <a:latin typeface="Amazon Ember" panose="020B0603020204020204" pitchFamily="34" charset="0"/>
                <a:ea typeface="Amazon Ember" panose="020B0603020204020204" pitchFamily="34" charset="0"/>
                <a:cs typeface="Amazon Ember" panose="020B0603020204020204" pitchFamily="34" charset="0"/>
              </a:rPr>
              <a:t>Model production predictions</a:t>
            </a:r>
          </a:p>
        </p:txBody>
      </p:sp>
      <p:cxnSp>
        <p:nvCxnSpPr>
          <p:cNvPr id="71" name="Straight Arrow Connector 3">
            <a:extLst>
              <a:ext uri="{FF2B5EF4-FFF2-40B4-BE49-F238E27FC236}">
                <a16:creationId xmlns:a16="http://schemas.microsoft.com/office/drawing/2014/main" id="{33CAB5B7-7331-4501-82B3-D5A3C763684B}"/>
              </a:ext>
            </a:extLst>
          </p:cNvPr>
          <p:cNvCxnSpPr>
            <a:cxnSpLocks/>
            <a:stCxn id="65" idx="1"/>
            <a:endCxn id="69" idx="3"/>
          </p:cNvCxnSpPr>
          <p:nvPr/>
        </p:nvCxnSpPr>
        <p:spPr>
          <a:xfrm flipH="1">
            <a:off x="4245973" y="4733343"/>
            <a:ext cx="1682635" cy="7435"/>
          </a:xfrm>
          <a:prstGeom prst="straightConnector1">
            <a:avLst/>
          </a:prstGeom>
          <a:ln w="25400" cmpd="sng">
            <a:solidFill>
              <a:schemeClr val="tx2"/>
            </a:solidFill>
            <a:prstDash val="solid"/>
            <a:tailEnd type="arrow" w="lg" len="sm"/>
          </a:ln>
          <a:effectLst>
            <a:outerShdw blurRad="63500" dist="37357" dir="2700000" sx="0" sy="0" rotWithShape="0">
              <a:scrgbClr r="0" g="0" b="0"/>
            </a:outerShdw>
            <a:reflection endPos="0" dir="5400000" sy="-100000" algn="bl" rotWithShape="0"/>
          </a:effectLst>
        </p:spPr>
        <p:style>
          <a:lnRef idx="1">
            <a:schemeClr val="accent1"/>
          </a:lnRef>
          <a:fillRef idx="0">
            <a:schemeClr val="accent1"/>
          </a:fillRef>
          <a:effectRef idx="0">
            <a:schemeClr val="accent1"/>
          </a:effectRef>
          <a:fontRef idx="minor">
            <a:schemeClr val="tx1"/>
          </a:fontRef>
        </p:style>
      </p:cxnSp>
      <p:sp>
        <p:nvSpPr>
          <p:cNvPr id="74" name="Oval 73">
            <a:extLst>
              <a:ext uri="{FF2B5EF4-FFF2-40B4-BE49-F238E27FC236}">
                <a16:creationId xmlns:a16="http://schemas.microsoft.com/office/drawing/2014/main" id="{2ADF7214-6B6C-4D89-BF3E-F0E5395B12D0}"/>
              </a:ext>
              <a:ext uri="{C183D7F6-B498-43B3-948B-1728B52AA6E4}">
                <adec:decorative xmlns:adec="http://schemas.microsoft.com/office/drawing/2017/decorative" val="1"/>
              </a:ext>
            </a:extLst>
          </p:cNvPr>
          <p:cNvSpPr>
            <a:spLocks noChangeAspect="1"/>
          </p:cNvSpPr>
          <p:nvPr/>
        </p:nvSpPr>
        <p:spPr>
          <a:xfrm>
            <a:off x="4862841" y="4835660"/>
            <a:ext cx="457200" cy="457200"/>
          </a:xfrm>
          <a:prstGeom prst="ellipse">
            <a:avLst/>
          </a:prstGeom>
          <a:solidFill>
            <a:schemeClr val="accent5"/>
          </a:solidFill>
          <a:ln>
            <a:noFill/>
          </a:ln>
          <a:scene3d>
            <a:camera prst="orthographicFront">
              <a:rot lat="0" lon="0" rev="0"/>
            </a:camera>
            <a:lightRig rig="twoPt" dir="tl"/>
          </a:scene3d>
        </p:spPr>
        <p:style>
          <a:lnRef idx="0">
            <a:schemeClr val="accent5"/>
          </a:lnRef>
          <a:fillRef idx="3">
            <a:schemeClr val="accent5"/>
          </a:fillRef>
          <a:effectRef idx="3">
            <a:schemeClr val="accent5"/>
          </a:effectRef>
          <a:fontRef idx="minor">
            <a:schemeClr val="lt1"/>
          </a:fontRef>
        </p:style>
        <p:txBody>
          <a:bodyPr lIns="45720" rIns="45720" rtlCol="0" anchor="ctr"/>
          <a:lstStyle/>
          <a:p>
            <a:pPr algn="ctr"/>
            <a:r>
              <a:rPr lang="en-US" sz="1600" dirty="0">
                <a:solidFill>
                  <a:schemeClr val="bg1"/>
                </a:solidFill>
              </a:rPr>
              <a:t>7</a:t>
            </a:r>
          </a:p>
        </p:txBody>
      </p:sp>
    </p:spTree>
    <p:extLst>
      <p:ext uri="{BB962C8B-B14F-4D97-AF65-F5344CB8AC3E}">
        <p14:creationId xmlns:p14="http://schemas.microsoft.com/office/powerpoint/2010/main" val="100615015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ONEBRAND EVO (2022-Q4) COLORSET 3" val="gCqjIqjq"/>
  <p:tag name="ARTICULATE_SLIDE_COUNT" val="56"/>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neBrand EVO (2022-Q4) ColorSet 3">
  <a:themeElements>
    <a:clrScheme name="OneBrand Evo Set 3">
      <a:dk1>
        <a:sysClr val="windowText" lastClr="000000"/>
      </a:dk1>
      <a:lt1>
        <a:sysClr val="window" lastClr="FFFFFF"/>
      </a:lt1>
      <a:dk2>
        <a:srgbClr val="232F3E"/>
      </a:dk2>
      <a:lt2>
        <a:srgbClr val="F1F3F3"/>
      </a:lt2>
      <a:accent1>
        <a:srgbClr val="005276"/>
      </a:accent1>
      <a:accent2>
        <a:srgbClr val="007FAA"/>
      </a:accent2>
      <a:accent3>
        <a:srgbClr val="9FFCEA"/>
      </a:accent3>
      <a:accent4>
        <a:srgbClr val="38EF7D"/>
      </a:accent4>
      <a:accent5>
        <a:srgbClr val="19594E"/>
      </a:accent5>
      <a:accent6>
        <a:srgbClr val="197956"/>
      </a:accent6>
      <a:hlink>
        <a:srgbClr val="197956"/>
      </a:hlink>
      <a:folHlink>
        <a:srgbClr val="197956"/>
      </a:folHlink>
    </a:clrScheme>
    <a:fontScheme name="AWS One Brand Evo">
      <a:majorFont>
        <a:latin typeface="Amazon Ember Display Heavy"/>
        <a:ea typeface=""/>
        <a:cs typeface=""/>
      </a:majorFont>
      <a:minorFont>
        <a:latin typeface="Amazon Ember Display"/>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Elite">
      <a:srgbClr val="1A2F4C"/>
    </a:custClr>
    <a:custClr name="Anchor">
      <a:srgbClr val="003181"/>
    </a:custClr>
    <a:custClr name="Sea Blue">
      <a:srgbClr val="005276"/>
    </a:custClr>
    <a:custClr name="Sky">
      <a:srgbClr val="2074D5"/>
    </a:custClr>
    <a:custClr name="Aqua">
      <a:srgbClr val="007FAA"/>
    </a:custClr>
    <a:custClr name="Cyan">
      <a:srgbClr val="7CE8F4"/>
    </a:custClr>
    <a:custClr name="blank">
      <a:srgbClr val="FFFFFF"/>
    </a:custClr>
    <a:custClr name="blank">
      <a:srgbClr val="FFFFFF"/>
    </a:custClr>
    <a:custClr name="blank">
      <a:srgbClr val="FFFFFF"/>
    </a:custClr>
    <a:custClr name="blank">
      <a:srgbClr val="FFFFFF"/>
    </a:custClr>
    <a:custClr name="Galaxy">
      <a:srgbClr val="330066"/>
    </a:custClr>
    <a:custClr name="Dark Grape">
      <a:srgbClr val="563377"/>
    </a:custClr>
    <a:custClr name="Violet">
      <a:srgbClr val="7C5AED"/>
    </a:custClr>
    <a:custClr name="Bright Lilac">
      <a:srgbClr val="CC83EA"/>
    </a:custClr>
    <a:custClr name="Wine">
      <a:srgbClr val="8F1761"/>
    </a:custClr>
    <a:custClr name="Bloodthorn">
      <a:srgbClr val="B5335C"/>
    </a:custClr>
    <a:custClr name="Cosmos">
      <a:srgbClr val="DF2A5D"/>
    </a:custClr>
    <a:custClr name="Magenta">
      <a:srgbClr val="F46EBB"/>
    </a:custClr>
    <a:custClr name="blank">
      <a:srgbClr val="FFFFFF"/>
    </a:custClr>
    <a:custClr name="blank">
      <a:srgbClr val="FFFFFF"/>
    </a:custClr>
    <a:custClr name="Umber">
      <a:srgbClr val="BE4E2E"/>
    </a:custClr>
    <a:custClr name="Smile">
      <a:srgbClr val="FF9900"/>
    </a:custClr>
    <a:custClr name="Peach">
      <a:srgbClr val="FFAD97"/>
    </a:custClr>
    <a:custClr name="Rind">
      <a:srgbClr val="FBD8B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Evergreen">
      <a:srgbClr val="19594E"/>
    </a:custClr>
    <a:custClr name="Salem">
      <a:srgbClr val="197956"/>
    </a:custClr>
    <a:custClr name="Aloha">
      <a:srgbClr val="1DB893"/>
    </a:custClr>
    <a:custClr name="Mist">
      <a:srgbClr val="9FFCEA"/>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Dark Squid Ink">
      <a:srgbClr val="161E2D"/>
    </a:custClr>
    <a:custClr name="Squid Ink">
      <a:srgbClr val="232F3E"/>
    </a:custClr>
    <a:custClr name="Stone">
      <a:srgbClr val="D4DADA"/>
    </a:custClr>
    <a:custClr name="Paper">
      <a:srgbClr val="F1F3F3"/>
    </a:custClr>
    <a:custClr name="White">
      <a:srgbClr val="FFFFFF"/>
    </a:custClr>
  </a:custClrLst>
  <a:extLst>
    <a:ext uri="{05A4C25C-085E-4340-85A3-A5531E510DB2}">
      <thm15:themeFamily xmlns:thm15="http://schemas.microsoft.com/office/thememl/2012/main" name="TC Official Evolved ColorSet 4 (2022-Q4).potx" id="{CECD8FAD-F029-48AF-B3C8-C6C68F5F2640}" vid="{A1F5EB9E-5EAA-4239-ADDD-DA0BB31B895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CA40BCACBC0704FBE54FCAD9A364197" ma:contentTypeVersion="9" ma:contentTypeDescription="Create a new document." ma:contentTypeScope="" ma:versionID="cc67bbb27a43bf09a4a8c3ae4ac98682">
  <xsd:schema xmlns:xsd="http://www.w3.org/2001/XMLSchema" xmlns:xs="http://www.w3.org/2001/XMLSchema" xmlns:p="http://schemas.microsoft.com/office/2006/metadata/properties" xmlns:ns2="5b79967b-49e9-425f-a9b8-db6ba98b17c2" targetNamespace="http://schemas.microsoft.com/office/2006/metadata/properties" ma:root="true" ma:fieldsID="67633a473fbac99d9a24a1eeb268e13c" ns2:_="">
    <xsd:import namespace="5b79967b-49e9-425f-a9b8-db6ba98b17c2"/>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2:lcf76f155ced4ddcb4097134ff3c332f" minOccurs="0"/>
                <xsd:element ref="ns2:MediaServiceGenerationTime" minOccurs="0"/>
                <xsd:element ref="ns2:MediaServiceEventHashCode"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b79967b-49e9-425f-a9b8-db6ba98b17c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dexed="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8c6a8ee2-3bee-4e1c-ab85-d316d9eee6bc" ma:termSetId="09814cd3-568e-fe90-9814-8d621ff8fb84" ma:anchorId="fba54fb3-c3e1-fe81-a776-ca4b69148c4d" ma:open="true" ma:isKeyword="false">
      <xsd:complexType>
        <xsd:sequence>
          <xsd:element ref="pc:Terms" minOccurs="0" maxOccurs="1"/>
        </xsd:sequence>
      </xsd:complex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0A70A12-FEA6-472C-8DE6-70488B895DA3}">
  <ds:schemaRefs>
    <ds:schemaRef ds:uri="5b79967b-49e9-425f-a9b8-db6ba98b17c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AEBEB871-F960-4233-9CCF-372CF47D58B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TC Official Evolved ColorSet 3 (2022-Q4)</Template>
  <TotalTime>13124</TotalTime>
  <Words>11223</Words>
  <Application>Microsoft Office PowerPoint</Application>
  <PresentationFormat>Widescreen</PresentationFormat>
  <Paragraphs>1020</Paragraphs>
  <Slides>56</Slides>
  <Notes>56</Notes>
  <HiddenSlides>20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56</vt:i4>
      </vt:variant>
    </vt:vector>
  </HeadingPairs>
  <TitlesOfParts>
    <vt:vector size="70" baseType="lpstr">
      <vt:lpstr>Amazon Ember</vt:lpstr>
      <vt:lpstr>Amazon Ember display</vt:lpstr>
      <vt:lpstr>Amazon Ember display</vt:lpstr>
      <vt:lpstr>Amazon Ember Display Heavy</vt:lpstr>
      <vt:lpstr>Amazon Ember Heavy</vt:lpstr>
      <vt:lpstr>Amazon Ember Light</vt:lpstr>
      <vt:lpstr>Arial</vt:lpstr>
      <vt:lpstr>Calibri</vt:lpstr>
      <vt:lpstr>Calibri Light</vt:lpstr>
      <vt:lpstr>Lucida Console</vt:lpstr>
      <vt:lpstr>Monaco</vt:lpstr>
      <vt:lpstr>Slack-Lato</vt:lpstr>
      <vt:lpstr>Times New Roman</vt:lpstr>
      <vt:lpstr>OneBrand EVO (2022-Q4) ColorSet 3</vt:lpstr>
      <vt:lpstr>Module 4: Introducing Forecasting</vt:lpstr>
      <vt:lpstr>Module overview</vt:lpstr>
      <vt:lpstr>Module objectives</vt:lpstr>
      <vt:lpstr>Section 1: Forecasting overview</vt:lpstr>
      <vt:lpstr>Overview of forecasting</vt:lpstr>
      <vt:lpstr>Forecasting use cases</vt:lpstr>
      <vt:lpstr>Section 2: Processing time series data </vt:lpstr>
      <vt:lpstr>Time series data</vt:lpstr>
      <vt:lpstr>Time and date challenges</vt:lpstr>
      <vt:lpstr>Time series handling: Missing data</vt:lpstr>
      <vt:lpstr>Time series handling: Downsampling</vt:lpstr>
      <vt:lpstr>Time series handling: Upsampling</vt:lpstr>
      <vt:lpstr>Time series handling: Smoothing data</vt:lpstr>
      <vt:lpstr>Seasonality</vt:lpstr>
      <vt:lpstr>Stationarity, trends, and autocorrelation</vt:lpstr>
      <vt:lpstr>Using pandas for time series data</vt:lpstr>
      <vt:lpstr>Time series algorithms</vt:lpstr>
      <vt:lpstr>Section 2 key takeaways</vt:lpstr>
      <vt:lpstr>Section 3: Using Amazon SageMaker Canvas to create a forecast model</vt:lpstr>
      <vt:lpstr>Amazon SageMaker Canvas</vt:lpstr>
      <vt:lpstr>SageMaker Canvas custom model types</vt:lpstr>
      <vt:lpstr>Building a custom forecasting model</vt:lpstr>
      <vt:lpstr>Model evaluation metric: wQL</vt:lpstr>
      <vt:lpstr>Model forecasting example</vt:lpstr>
      <vt:lpstr>Model evaluation metric: RMSE</vt:lpstr>
      <vt:lpstr>Other evaluation metrics for forecasting models </vt:lpstr>
      <vt:lpstr>Python example of invoking a time series model</vt:lpstr>
      <vt:lpstr>Additional options for forecasting insights</vt:lpstr>
      <vt:lpstr>Updating your model</vt:lpstr>
      <vt:lpstr>Section 3 key takeaways</vt:lpstr>
      <vt:lpstr>Module 4 –  Simulation:  Creating a Forecast with Amazon SageMaker Canvas</vt:lpstr>
      <vt:lpstr>Module wrap-up</vt:lpstr>
      <vt:lpstr>Module summary </vt:lpstr>
      <vt:lpstr>Complete the knowledge check</vt:lpstr>
      <vt:lpstr>Additional resources</vt:lpstr>
      <vt:lpstr>Thank you</vt:lpstr>
      <vt:lpstr>Image source files for development use only.</vt:lpstr>
      <vt:lpstr>Overview of forecasting</vt:lpstr>
      <vt:lpstr>Time series data</vt:lpstr>
      <vt:lpstr>Time series handling: Missing data</vt:lpstr>
      <vt:lpstr>Time series handling: Downsampling</vt:lpstr>
      <vt:lpstr>Time series handling: Upsampling</vt:lpstr>
      <vt:lpstr>Time series handling: Smoothing data</vt:lpstr>
      <vt:lpstr>Seasonality</vt:lpstr>
      <vt:lpstr>Stationarity, trends, and autocorrelation</vt:lpstr>
      <vt:lpstr>Time series algorithms</vt:lpstr>
      <vt:lpstr>Amazon Forecast workflow</vt:lpstr>
      <vt:lpstr>Supported domains</vt:lpstr>
      <vt:lpstr>Amazon Forecast overview</vt:lpstr>
      <vt:lpstr>Retail forecasting example</vt:lpstr>
      <vt:lpstr>Selecting an Amazon Forecast algorithm</vt:lpstr>
      <vt:lpstr>Evaluating your forecast: Back testing</vt:lpstr>
      <vt:lpstr>Evaluation metrics: wQuantileLoss</vt:lpstr>
      <vt:lpstr>Root mean square error (RMSE) </vt:lpstr>
      <vt:lpstr>Model accuracy example</vt:lpstr>
      <vt:lpstr>SOURCE: Building a custom forecasting model</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Color Set 4</dc:title>
  <dc:creator>Stading, Katrina</dc:creator>
  <cp:lastModifiedBy>Santa Cruz, Paul</cp:lastModifiedBy>
  <cp:revision>216</cp:revision>
  <dcterms:created xsi:type="dcterms:W3CDTF">2022-11-09T17:00:30Z</dcterms:created>
  <dcterms:modified xsi:type="dcterms:W3CDTF">2024-12-03T19:37:51Z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ACB859E0-10AE-4F08-A64B-CEA12117A544</vt:lpwstr>
  </property>
  <property fmtid="{D5CDD505-2E9C-101B-9397-08002B2CF9AE}" pid="3" name="ArticulatePath">
    <vt:lpwstr>https://pulselearning.sharepoint.com/sites/AmazonAcademyA11yRemediation-Partner/Shared Documents/Partner/03 Dev/Storyboards/x Templates--Do Not Use/Academy_OneBrandEvolved_PPT_Template</vt:lpwstr>
  </property>
</Properties>
</file>